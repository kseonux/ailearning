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sldIdLst>
    <p:sldId id="256" r:id="rId2"/>
    <p:sldId id="331" r:id="rId3"/>
    <p:sldId id="311" r:id="rId4"/>
    <p:sldId id="312" r:id="rId5"/>
    <p:sldId id="313" r:id="rId6"/>
    <p:sldId id="314" r:id="rId7"/>
    <p:sldId id="334" r:id="rId8"/>
    <p:sldId id="335" r:id="rId9"/>
    <p:sldId id="345" r:id="rId10"/>
    <p:sldId id="315" r:id="rId11"/>
    <p:sldId id="332" r:id="rId12"/>
    <p:sldId id="333" r:id="rId13"/>
    <p:sldId id="336" r:id="rId14"/>
    <p:sldId id="337" r:id="rId15"/>
    <p:sldId id="317" r:id="rId16"/>
    <p:sldId id="338" r:id="rId17"/>
    <p:sldId id="346" r:id="rId18"/>
    <p:sldId id="318" r:id="rId19"/>
    <p:sldId id="347" r:id="rId20"/>
    <p:sldId id="348" r:id="rId21"/>
    <p:sldId id="349" r:id="rId22"/>
    <p:sldId id="320" r:id="rId23"/>
    <p:sldId id="322" r:id="rId24"/>
    <p:sldId id="350" r:id="rId25"/>
    <p:sldId id="351" r:id="rId26"/>
    <p:sldId id="339" r:id="rId27"/>
    <p:sldId id="319" r:id="rId28"/>
    <p:sldId id="321" r:id="rId29"/>
    <p:sldId id="340" r:id="rId30"/>
    <p:sldId id="352" r:id="rId31"/>
    <p:sldId id="323" r:id="rId32"/>
    <p:sldId id="324" r:id="rId33"/>
    <p:sldId id="325" r:id="rId34"/>
    <p:sldId id="326" r:id="rId35"/>
    <p:sldId id="355" r:id="rId36"/>
    <p:sldId id="327" r:id="rId37"/>
    <p:sldId id="353" r:id="rId38"/>
    <p:sldId id="328" r:id="rId39"/>
    <p:sldId id="360" r:id="rId40"/>
    <p:sldId id="361" r:id="rId41"/>
    <p:sldId id="357" r:id="rId42"/>
    <p:sldId id="358" r:id="rId43"/>
    <p:sldId id="359" r:id="rId44"/>
    <p:sldId id="356" r:id="rId45"/>
    <p:sldId id="363" r:id="rId46"/>
    <p:sldId id="364" r:id="rId47"/>
    <p:sldId id="365" r:id="rId48"/>
    <p:sldId id="366" r:id="rId49"/>
    <p:sldId id="343" r:id="rId50"/>
    <p:sldId id="344" r:id="rId51"/>
    <p:sldId id="341" r:id="rId52"/>
    <p:sldId id="354" r:id="rId5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1" d="100"/>
          <a:sy n="51" d="100"/>
        </p:scale>
        <p:origin x="1648" y="3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ia Zahra" userId="c987b9a3-8be1-4505-80f6-5a016d4ae3c7" providerId="ADAL" clId="{68C5F1B6-199A-4503-BCDA-969DDE26C6B8}"/>
    <pc:docChg chg="modSld">
      <pc:chgData name="Amalia Zahra" userId="c987b9a3-8be1-4505-80f6-5a016d4ae3c7" providerId="ADAL" clId="{68C5F1B6-199A-4503-BCDA-969DDE26C6B8}" dt="2023-06-11T21:54:23.884" v="3" actId="20577"/>
      <pc:docMkLst>
        <pc:docMk/>
      </pc:docMkLst>
      <pc:sldChg chg="modSp mod">
        <pc:chgData name="Amalia Zahra" userId="c987b9a3-8be1-4505-80f6-5a016d4ae3c7" providerId="ADAL" clId="{68C5F1B6-199A-4503-BCDA-969DDE26C6B8}" dt="2023-06-11T21:54:23.884" v="3" actId="20577"/>
        <pc:sldMkLst>
          <pc:docMk/>
          <pc:sldMk cId="0" sldId="256"/>
        </pc:sldMkLst>
        <pc:spChg chg="mod">
          <ac:chgData name="Amalia Zahra" userId="c987b9a3-8be1-4505-80f6-5a016d4ae3c7" providerId="ADAL" clId="{68C5F1B6-199A-4503-BCDA-969DDE26C6B8}" dt="2023-06-11T21:54:23.884" v="3" actId="20577"/>
          <ac:spMkLst>
            <pc:docMk/>
            <pc:sldMk cId="0" sldId="256"/>
            <ac:spMk id="4" creationId="{B3F77DE5-D93F-78E6-FEF3-67BC9962ED8B}"/>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D:\FILE-FILE%20BARU\Machine%20Learning\Materi\Data-Char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FILE-FILE%20BARU\Machine%20Learning\Materi\Data-Chart.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dirty="0">
                <a:latin typeface="+mj-lt"/>
              </a:rPr>
              <a:t>Tumor Prediction:</a:t>
            </a:r>
            <a:r>
              <a:rPr lang="en-US" sz="1800" b="1" baseline="0" dirty="0">
                <a:latin typeface="+mj-lt"/>
              </a:rPr>
              <a:t> Benign/Malignant</a:t>
            </a:r>
            <a:endParaRPr lang="en-US" sz="1800" b="1" dirty="0">
              <a:latin typeface="+mj-l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Sheet1!$C$3</c:f>
              <c:strCache>
                <c:ptCount val="1"/>
                <c:pt idx="0">
                  <c:v>age (year)</c:v>
                </c:pt>
              </c:strCache>
            </c:strRef>
          </c:tx>
          <c:spPr>
            <a:ln w="25400" cap="rnd">
              <a:noFill/>
              <a:round/>
            </a:ln>
            <a:effectLst/>
          </c:spPr>
          <c:marker>
            <c:symbol val="circle"/>
            <c:size val="5"/>
            <c:spPr>
              <a:solidFill>
                <a:schemeClr val="accent1"/>
              </a:solidFill>
              <a:ln w="9525">
                <a:solidFill>
                  <a:schemeClr val="accent1"/>
                </a:solidFill>
              </a:ln>
              <a:effectLst/>
            </c:spPr>
          </c:marker>
          <c:dPt>
            <c:idx val="1"/>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0-BA7A-4224-A4EE-A54729E15A6A}"/>
              </c:ext>
            </c:extLst>
          </c:dPt>
          <c:dPt>
            <c:idx val="5"/>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1-BA7A-4224-A4EE-A54729E15A6A}"/>
              </c:ext>
            </c:extLst>
          </c:dPt>
          <c:dPt>
            <c:idx val="6"/>
            <c:marker>
              <c:symbol val="circle"/>
              <c:size val="5"/>
              <c:spPr>
                <a:solidFill>
                  <a:srgbClr val="FF0000"/>
                </a:solidFill>
                <a:ln w="9525">
                  <a:solidFill>
                    <a:schemeClr val="accent1"/>
                  </a:solidFill>
                </a:ln>
                <a:effectLst/>
              </c:spPr>
            </c:marker>
            <c:bubble3D val="0"/>
            <c:extLst>
              <c:ext xmlns:c16="http://schemas.microsoft.com/office/drawing/2014/chart" uri="{C3380CC4-5D6E-409C-BE32-E72D297353CC}">
                <c16:uniqueId val="{00000002-BA7A-4224-A4EE-A54729E15A6A}"/>
              </c:ext>
            </c:extLst>
          </c:dPt>
          <c:xVal>
            <c:numRef>
              <c:f>Sheet1!$B$4:$B$10</c:f>
              <c:numCache>
                <c:formatCode>General</c:formatCode>
                <c:ptCount val="7"/>
                <c:pt idx="0">
                  <c:v>15</c:v>
                </c:pt>
                <c:pt idx="1">
                  <c:v>55</c:v>
                </c:pt>
                <c:pt idx="2">
                  <c:v>17</c:v>
                </c:pt>
                <c:pt idx="3">
                  <c:v>27</c:v>
                </c:pt>
                <c:pt idx="4">
                  <c:v>60</c:v>
                </c:pt>
                <c:pt idx="5">
                  <c:v>58</c:v>
                </c:pt>
                <c:pt idx="6">
                  <c:v>72</c:v>
                </c:pt>
              </c:numCache>
            </c:numRef>
          </c:xVal>
          <c:yVal>
            <c:numRef>
              <c:f>Sheet1!$C$4:$C$10</c:f>
              <c:numCache>
                <c:formatCode>General</c:formatCode>
                <c:ptCount val="7"/>
                <c:pt idx="0">
                  <c:v>45</c:v>
                </c:pt>
                <c:pt idx="1">
                  <c:v>60</c:v>
                </c:pt>
                <c:pt idx="2">
                  <c:v>53</c:v>
                </c:pt>
                <c:pt idx="3">
                  <c:v>36</c:v>
                </c:pt>
                <c:pt idx="4">
                  <c:v>25</c:v>
                </c:pt>
                <c:pt idx="5">
                  <c:v>51</c:v>
                </c:pt>
                <c:pt idx="6">
                  <c:v>46</c:v>
                </c:pt>
              </c:numCache>
            </c:numRef>
          </c:yVal>
          <c:smooth val="0"/>
          <c:extLst>
            <c:ext xmlns:c16="http://schemas.microsoft.com/office/drawing/2014/chart" uri="{C3380CC4-5D6E-409C-BE32-E72D297353CC}">
              <c16:uniqueId val="{00000003-BA7A-4224-A4EE-A54729E15A6A}"/>
            </c:ext>
          </c:extLst>
        </c:ser>
        <c:dLbls>
          <c:showLegendKey val="0"/>
          <c:showVal val="0"/>
          <c:showCatName val="0"/>
          <c:showSerName val="0"/>
          <c:showPercent val="0"/>
          <c:showBubbleSize val="0"/>
        </c:dLbls>
        <c:axId val="1199709359"/>
        <c:axId val="921086543"/>
      </c:scatterChart>
      <c:valAx>
        <c:axId val="119970935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tumor size (mm)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1086543"/>
        <c:crosses val="autoZero"/>
        <c:crossBetween val="midCat"/>
      </c:valAx>
      <c:valAx>
        <c:axId val="9210865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age (year)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70935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dirty="0"/>
              <a:t>Tumor Prediction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Sheet1!$C$3</c:f>
              <c:strCache>
                <c:ptCount val="1"/>
                <c:pt idx="0">
                  <c:v>age (year)</c:v>
                </c:pt>
              </c:strCache>
            </c:strRef>
          </c:tx>
          <c:spPr>
            <a:ln w="25400" cap="rnd">
              <a:noFill/>
              <a:round/>
            </a:ln>
            <a:effectLst/>
          </c:spPr>
          <c:marker>
            <c:symbol val="circle"/>
            <c:size val="5"/>
            <c:spPr>
              <a:solidFill>
                <a:schemeClr val="accent1"/>
              </a:solidFill>
              <a:ln w="9525">
                <a:solidFill>
                  <a:schemeClr val="accent1"/>
                </a:solidFill>
              </a:ln>
              <a:effectLst/>
            </c:spPr>
          </c:marker>
          <c:dPt>
            <c:idx val="1"/>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006C-4422-9B3F-EBC84FABDD61}"/>
              </c:ext>
            </c:extLst>
          </c:dPt>
          <c:dPt>
            <c:idx val="5"/>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1-006C-4422-9B3F-EBC84FABDD61}"/>
              </c:ext>
            </c:extLst>
          </c:dPt>
          <c:dPt>
            <c:idx val="6"/>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2-006C-4422-9B3F-EBC84FABDD61}"/>
              </c:ext>
            </c:extLst>
          </c:dPt>
          <c:xVal>
            <c:numRef>
              <c:f>Sheet1!$B$4:$B$10</c:f>
              <c:numCache>
                <c:formatCode>General</c:formatCode>
                <c:ptCount val="7"/>
                <c:pt idx="0">
                  <c:v>15</c:v>
                </c:pt>
                <c:pt idx="1">
                  <c:v>55</c:v>
                </c:pt>
                <c:pt idx="2">
                  <c:v>17</c:v>
                </c:pt>
                <c:pt idx="3">
                  <c:v>27</c:v>
                </c:pt>
                <c:pt idx="4">
                  <c:v>60</c:v>
                </c:pt>
                <c:pt idx="5">
                  <c:v>58</c:v>
                </c:pt>
                <c:pt idx="6">
                  <c:v>72</c:v>
                </c:pt>
              </c:numCache>
            </c:numRef>
          </c:xVal>
          <c:yVal>
            <c:numRef>
              <c:f>Sheet1!$C$4:$C$10</c:f>
              <c:numCache>
                <c:formatCode>General</c:formatCode>
                <c:ptCount val="7"/>
                <c:pt idx="0">
                  <c:v>45</c:v>
                </c:pt>
                <c:pt idx="1">
                  <c:v>60</c:v>
                </c:pt>
                <c:pt idx="2">
                  <c:v>53</c:v>
                </c:pt>
                <c:pt idx="3">
                  <c:v>36</c:v>
                </c:pt>
                <c:pt idx="4">
                  <c:v>25</c:v>
                </c:pt>
                <c:pt idx="5">
                  <c:v>51</c:v>
                </c:pt>
                <c:pt idx="6">
                  <c:v>46</c:v>
                </c:pt>
              </c:numCache>
            </c:numRef>
          </c:yVal>
          <c:smooth val="0"/>
          <c:extLst>
            <c:ext xmlns:c16="http://schemas.microsoft.com/office/drawing/2014/chart" uri="{C3380CC4-5D6E-409C-BE32-E72D297353CC}">
              <c16:uniqueId val="{00000003-006C-4422-9B3F-EBC84FABDD61}"/>
            </c:ext>
          </c:extLst>
        </c:ser>
        <c:dLbls>
          <c:showLegendKey val="0"/>
          <c:showVal val="0"/>
          <c:showCatName val="0"/>
          <c:showSerName val="0"/>
          <c:showPercent val="0"/>
          <c:showBubbleSize val="0"/>
        </c:dLbls>
        <c:axId val="1199709359"/>
        <c:axId val="921086543"/>
      </c:scatterChart>
      <c:valAx>
        <c:axId val="119970935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tumor size (mm)</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1086543"/>
        <c:crosses val="autoZero"/>
        <c:crossBetween val="midCat"/>
      </c:valAx>
      <c:valAx>
        <c:axId val="9210865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age (year)</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9709359"/>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CDEE6A-5CAD-4CAE-AC2E-478CFAB68B4D}" type="doc">
      <dgm:prSet loTypeId="urn:microsoft.com/office/officeart/2005/8/layout/target2" loCatId="relationship" qsTypeId="urn:microsoft.com/office/officeart/2005/8/quickstyle/simple1" qsCatId="simple" csTypeId="urn:microsoft.com/office/officeart/2005/8/colors/colorful1" csCatId="colorful" phldr="1"/>
      <dgm:spPr/>
      <dgm:t>
        <a:bodyPr/>
        <a:lstStyle/>
        <a:p>
          <a:endParaRPr lang="en-US"/>
        </a:p>
      </dgm:t>
    </dgm:pt>
    <dgm:pt modelId="{0A583C82-A3B3-4288-A77C-8A31AD3BA1B4}">
      <dgm:prSet phldrT="[Text]"/>
      <dgm:spPr/>
      <dgm:t>
        <a:bodyPr/>
        <a:lstStyle/>
        <a:p>
          <a:r>
            <a:rPr lang="en-US" b="1" u="sng" dirty="0"/>
            <a:t>Artificial </a:t>
          </a:r>
          <a:r>
            <a:rPr lang="en-US" b="1" u="sng" dirty="0" err="1"/>
            <a:t>Intelegence</a:t>
          </a:r>
          <a:endParaRPr lang="en-US" b="1" u="sng" dirty="0"/>
        </a:p>
        <a:p>
          <a:endParaRPr lang="en-US" b="1" dirty="0"/>
        </a:p>
      </dgm:t>
    </dgm:pt>
    <dgm:pt modelId="{DB2B31D6-10F5-4BA3-83BE-3992359C08E6}" type="parTrans" cxnId="{C3A24EBB-2FBA-4DBA-BCDD-3966DCABD111}">
      <dgm:prSet/>
      <dgm:spPr/>
      <dgm:t>
        <a:bodyPr/>
        <a:lstStyle/>
        <a:p>
          <a:endParaRPr lang="en-US"/>
        </a:p>
      </dgm:t>
    </dgm:pt>
    <dgm:pt modelId="{C696CE15-09FC-48EB-8523-2992F302A632}" type="sibTrans" cxnId="{C3A24EBB-2FBA-4DBA-BCDD-3966DCABD111}">
      <dgm:prSet/>
      <dgm:spPr/>
      <dgm:t>
        <a:bodyPr/>
        <a:lstStyle/>
        <a:p>
          <a:endParaRPr lang="en-US"/>
        </a:p>
      </dgm:t>
    </dgm:pt>
    <dgm:pt modelId="{BD8C3215-BA08-4725-8F8B-98CCA91953DB}">
      <dgm:prSet phldrT="[Text]"/>
      <dgm:spPr/>
      <dgm:t>
        <a:bodyPr/>
        <a:lstStyle/>
        <a:p>
          <a:r>
            <a:rPr lang="en-US" b="1" u="sng" dirty="0"/>
            <a:t>Deep Learning</a:t>
          </a:r>
        </a:p>
      </dgm:t>
    </dgm:pt>
    <dgm:pt modelId="{80D22158-0D06-42A7-9586-503261D31424}" type="parTrans" cxnId="{A51A3847-CEE7-4E46-9760-6AD13EAC354E}">
      <dgm:prSet/>
      <dgm:spPr/>
      <dgm:t>
        <a:bodyPr/>
        <a:lstStyle/>
        <a:p>
          <a:endParaRPr lang="en-US"/>
        </a:p>
      </dgm:t>
    </dgm:pt>
    <dgm:pt modelId="{9BDA3396-F8B4-4939-9C05-620133925DD4}" type="sibTrans" cxnId="{A51A3847-CEE7-4E46-9760-6AD13EAC354E}">
      <dgm:prSet/>
      <dgm:spPr/>
      <dgm:t>
        <a:bodyPr/>
        <a:lstStyle/>
        <a:p>
          <a:endParaRPr lang="en-US"/>
        </a:p>
      </dgm:t>
    </dgm:pt>
    <dgm:pt modelId="{A0EF1325-792F-425A-9303-9BF977F5D928}">
      <dgm:prSet phldrT="[Text]"/>
      <dgm:spPr/>
      <dgm:t>
        <a:bodyPr/>
        <a:lstStyle/>
        <a:p>
          <a:r>
            <a:rPr lang="en-US" b="1" u="sng" dirty="0"/>
            <a:t>Machine Learning</a:t>
          </a:r>
        </a:p>
      </dgm:t>
    </dgm:pt>
    <dgm:pt modelId="{A55C5F6B-D689-4CF7-9970-C2712402E2B2}" type="parTrans" cxnId="{444399A8-A7D0-4F89-A361-2079C039E4F4}">
      <dgm:prSet/>
      <dgm:spPr/>
      <dgm:t>
        <a:bodyPr/>
        <a:lstStyle/>
        <a:p>
          <a:endParaRPr lang="en-US"/>
        </a:p>
      </dgm:t>
    </dgm:pt>
    <dgm:pt modelId="{875891C7-F357-4609-8D3B-60FBE6378208}" type="sibTrans" cxnId="{444399A8-A7D0-4F89-A361-2079C039E4F4}">
      <dgm:prSet/>
      <dgm:spPr/>
      <dgm:t>
        <a:bodyPr/>
        <a:lstStyle/>
        <a:p>
          <a:endParaRPr lang="en-US"/>
        </a:p>
      </dgm:t>
    </dgm:pt>
    <dgm:pt modelId="{EEDD4834-A152-423C-9F14-EBA9DB6F9E88}" type="pres">
      <dgm:prSet presAssocID="{26CDEE6A-5CAD-4CAE-AC2E-478CFAB68B4D}" presName="Name0" presStyleCnt="0">
        <dgm:presLayoutVars>
          <dgm:chMax val="3"/>
          <dgm:chPref val="1"/>
          <dgm:dir/>
          <dgm:animLvl val="lvl"/>
          <dgm:resizeHandles/>
        </dgm:presLayoutVars>
      </dgm:prSet>
      <dgm:spPr/>
    </dgm:pt>
    <dgm:pt modelId="{9EDF2525-4B7C-4877-9A1F-6432E5BBD2A2}" type="pres">
      <dgm:prSet presAssocID="{26CDEE6A-5CAD-4CAE-AC2E-478CFAB68B4D}" presName="outerBox" presStyleCnt="0"/>
      <dgm:spPr/>
    </dgm:pt>
    <dgm:pt modelId="{2C54D506-0BE1-425F-8D80-3A1745854565}" type="pres">
      <dgm:prSet presAssocID="{26CDEE6A-5CAD-4CAE-AC2E-478CFAB68B4D}" presName="outerBoxParent" presStyleLbl="node1" presStyleIdx="0" presStyleCnt="3" custLinFactNeighborX="3962" custLinFactNeighborY="1441"/>
      <dgm:spPr/>
    </dgm:pt>
    <dgm:pt modelId="{F017A57C-E674-4137-874D-A623CC530A41}" type="pres">
      <dgm:prSet presAssocID="{26CDEE6A-5CAD-4CAE-AC2E-478CFAB68B4D}" presName="outerBoxChildren" presStyleCnt="0"/>
      <dgm:spPr/>
    </dgm:pt>
    <dgm:pt modelId="{CF498344-3059-4A5E-BC82-FED4ADCBDEE7}" type="pres">
      <dgm:prSet presAssocID="{26CDEE6A-5CAD-4CAE-AC2E-478CFAB68B4D}" presName="middleBox" presStyleCnt="0"/>
      <dgm:spPr/>
    </dgm:pt>
    <dgm:pt modelId="{16DFA84A-CA22-4F06-A69F-409677F0317A}" type="pres">
      <dgm:prSet presAssocID="{26CDEE6A-5CAD-4CAE-AC2E-478CFAB68B4D}" presName="middleBoxParent" presStyleLbl="node1" presStyleIdx="1" presStyleCnt="3"/>
      <dgm:spPr/>
    </dgm:pt>
    <dgm:pt modelId="{32B0015E-18E5-43F9-9C31-FC14ED736E21}" type="pres">
      <dgm:prSet presAssocID="{26CDEE6A-5CAD-4CAE-AC2E-478CFAB68B4D}" presName="middleBoxChildren" presStyleCnt="0"/>
      <dgm:spPr/>
    </dgm:pt>
    <dgm:pt modelId="{35C49054-67B3-4C28-8E49-23F2DD3C0B5A}" type="pres">
      <dgm:prSet presAssocID="{26CDEE6A-5CAD-4CAE-AC2E-478CFAB68B4D}" presName="centerBox" presStyleCnt="0"/>
      <dgm:spPr/>
    </dgm:pt>
    <dgm:pt modelId="{F991A9F3-2DE9-40D7-9D0D-94436F9D06CC}" type="pres">
      <dgm:prSet presAssocID="{26CDEE6A-5CAD-4CAE-AC2E-478CFAB68B4D}" presName="centerBoxParent" presStyleLbl="node1" presStyleIdx="2" presStyleCnt="3"/>
      <dgm:spPr/>
    </dgm:pt>
  </dgm:ptLst>
  <dgm:cxnLst>
    <dgm:cxn modelId="{E02D4532-C154-4B22-851E-2C741BB68B9F}" type="presOf" srcId="{BD8C3215-BA08-4725-8F8B-98CCA91953DB}" destId="{F991A9F3-2DE9-40D7-9D0D-94436F9D06CC}" srcOrd="0" destOrd="0" presId="urn:microsoft.com/office/officeart/2005/8/layout/target2"/>
    <dgm:cxn modelId="{8488773C-2755-467C-9206-97EFBF38A570}" type="presOf" srcId="{26CDEE6A-5CAD-4CAE-AC2E-478CFAB68B4D}" destId="{EEDD4834-A152-423C-9F14-EBA9DB6F9E88}" srcOrd="0" destOrd="0" presId="urn:microsoft.com/office/officeart/2005/8/layout/target2"/>
    <dgm:cxn modelId="{A51A3847-CEE7-4E46-9760-6AD13EAC354E}" srcId="{26CDEE6A-5CAD-4CAE-AC2E-478CFAB68B4D}" destId="{BD8C3215-BA08-4725-8F8B-98CCA91953DB}" srcOrd="2" destOrd="0" parTransId="{80D22158-0D06-42A7-9586-503261D31424}" sibTransId="{9BDA3396-F8B4-4939-9C05-620133925DD4}"/>
    <dgm:cxn modelId="{F2938196-4916-4995-8AE9-3EDD30452DB4}" type="presOf" srcId="{A0EF1325-792F-425A-9303-9BF977F5D928}" destId="{16DFA84A-CA22-4F06-A69F-409677F0317A}" srcOrd="0" destOrd="0" presId="urn:microsoft.com/office/officeart/2005/8/layout/target2"/>
    <dgm:cxn modelId="{249013A0-8624-4686-87E2-79FB014E51A6}" type="presOf" srcId="{0A583C82-A3B3-4288-A77C-8A31AD3BA1B4}" destId="{2C54D506-0BE1-425F-8D80-3A1745854565}" srcOrd="0" destOrd="0" presId="urn:microsoft.com/office/officeart/2005/8/layout/target2"/>
    <dgm:cxn modelId="{444399A8-A7D0-4F89-A361-2079C039E4F4}" srcId="{26CDEE6A-5CAD-4CAE-AC2E-478CFAB68B4D}" destId="{A0EF1325-792F-425A-9303-9BF977F5D928}" srcOrd="1" destOrd="0" parTransId="{A55C5F6B-D689-4CF7-9970-C2712402E2B2}" sibTransId="{875891C7-F357-4609-8D3B-60FBE6378208}"/>
    <dgm:cxn modelId="{C3A24EBB-2FBA-4DBA-BCDD-3966DCABD111}" srcId="{26CDEE6A-5CAD-4CAE-AC2E-478CFAB68B4D}" destId="{0A583C82-A3B3-4288-A77C-8A31AD3BA1B4}" srcOrd="0" destOrd="0" parTransId="{DB2B31D6-10F5-4BA3-83BE-3992359C08E6}" sibTransId="{C696CE15-09FC-48EB-8523-2992F302A632}"/>
    <dgm:cxn modelId="{F8CB8F7A-8F14-4100-BFB2-68B93FA0D28F}" type="presParOf" srcId="{EEDD4834-A152-423C-9F14-EBA9DB6F9E88}" destId="{9EDF2525-4B7C-4877-9A1F-6432E5BBD2A2}" srcOrd="0" destOrd="0" presId="urn:microsoft.com/office/officeart/2005/8/layout/target2"/>
    <dgm:cxn modelId="{634FC567-47E5-4F04-A470-CC84F8E74D6C}" type="presParOf" srcId="{9EDF2525-4B7C-4877-9A1F-6432E5BBD2A2}" destId="{2C54D506-0BE1-425F-8D80-3A1745854565}" srcOrd="0" destOrd="0" presId="urn:microsoft.com/office/officeart/2005/8/layout/target2"/>
    <dgm:cxn modelId="{CC790EDE-C708-4289-85A0-07076CDE06D0}" type="presParOf" srcId="{9EDF2525-4B7C-4877-9A1F-6432E5BBD2A2}" destId="{F017A57C-E674-4137-874D-A623CC530A41}" srcOrd="1" destOrd="0" presId="urn:microsoft.com/office/officeart/2005/8/layout/target2"/>
    <dgm:cxn modelId="{4A65179C-9A95-4C15-956C-611E6C27B233}" type="presParOf" srcId="{EEDD4834-A152-423C-9F14-EBA9DB6F9E88}" destId="{CF498344-3059-4A5E-BC82-FED4ADCBDEE7}" srcOrd="1" destOrd="0" presId="urn:microsoft.com/office/officeart/2005/8/layout/target2"/>
    <dgm:cxn modelId="{DE22A5A2-5319-403F-940F-40038A4FE032}" type="presParOf" srcId="{CF498344-3059-4A5E-BC82-FED4ADCBDEE7}" destId="{16DFA84A-CA22-4F06-A69F-409677F0317A}" srcOrd="0" destOrd="0" presId="urn:microsoft.com/office/officeart/2005/8/layout/target2"/>
    <dgm:cxn modelId="{88CA6697-FC52-446D-956D-ED3722B6C6E5}" type="presParOf" srcId="{CF498344-3059-4A5E-BC82-FED4ADCBDEE7}" destId="{32B0015E-18E5-43F9-9C31-FC14ED736E21}" srcOrd="1" destOrd="0" presId="urn:microsoft.com/office/officeart/2005/8/layout/target2"/>
    <dgm:cxn modelId="{A7A1574B-C216-48CE-8653-7C6DCF33307B}" type="presParOf" srcId="{EEDD4834-A152-423C-9F14-EBA9DB6F9E88}" destId="{35C49054-67B3-4C28-8E49-23F2DD3C0B5A}" srcOrd="2" destOrd="0" presId="urn:microsoft.com/office/officeart/2005/8/layout/target2"/>
    <dgm:cxn modelId="{B5E252E7-0186-40FE-8F0B-864FBDD3C536}" type="presParOf" srcId="{35C49054-67B3-4C28-8E49-23F2DD3C0B5A}" destId="{F991A9F3-2DE9-40D7-9D0D-94436F9D06CC}" srcOrd="0"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4D506-0BE1-425F-8D80-3A1745854565}">
      <dsp:nvSpPr>
        <dsp:cNvPr id="0" name=""/>
        <dsp:cNvSpPr/>
      </dsp:nvSpPr>
      <dsp:spPr>
        <a:xfrm>
          <a:off x="0" y="0"/>
          <a:ext cx="8313738" cy="4491037"/>
        </a:xfrm>
        <a:prstGeom prst="roundRect">
          <a:avLst>
            <a:gd name="adj" fmla="val 85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3485544" numCol="1" spcCol="1270" anchor="t" anchorCtr="0">
          <a:noAutofit/>
        </a:bodyPr>
        <a:lstStyle/>
        <a:p>
          <a:pPr marL="0" lvl="0" indent="0" algn="l" defTabSz="933450">
            <a:lnSpc>
              <a:spcPct val="90000"/>
            </a:lnSpc>
            <a:spcBef>
              <a:spcPct val="0"/>
            </a:spcBef>
            <a:spcAft>
              <a:spcPct val="35000"/>
            </a:spcAft>
            <a:buNone/>
          </a:pPr>
          <a:r>
            <a:rPr lang="en-US" sz="2100" b="1" u="sng" kern="1200" dirty="0"/>
            <a:t>Artificial </a:t>
          </a:r>
          <a:r>
            <a:rPr lang="en-US" sz="2100" b="1" u="sng" kern="1200" dirty="0" err="1"/>
            <a:t>Intelegence</a:t>
          </a:r>
          <a:endParaRPr lang="en-US" sz="2100" b="1" u="sng" kern="1200" dirty="0"/>
        </a:p>
        <a:p>
          <a:pPr marL="0" lvl="0" indent="0" algn="l" defTabSz="933450">
            <a:lnSpc>
              <a:spcPct val="90000"/>
            </a:lnSpc>
            <a:spcBef>
              <a:spcPct val="0"/>
            </a:spcBef>
            <a:spcAft>
              <a:spcPct val="35000"/>
            </a:spcAft>
            <a:buNone/>
          </a:pPr>
          <a:endParaRPr lang="en-US" sz="2100" b="1" kern="1200" dirty="0"/>
        </a:p>
      </dsp:txBody>
      <dsp:txXfrm>
        <a:off x="111807" y="111807"/>
        <a:ext cx="8090124" cy="4267423"/>
      </dsp:txXfrm>
    </dsp:sp>
    <dsp:sp modelId="{16DFA84A-CA22-4F06-A69F-409677F0317A}">
      <dsp:nvSpPr>
        <dsp:cNvPr id="0" name=""/>
        <dsp:cNvSpPr/>
      </dsp:nvSpPr>
      <dsp:spPr>
        <a:xfrm>
          <a:off x="207843" y="1122759"/>
          <a:ext cx="7898051" cy="3143725"/>
        </a:xfrm>
        <a:prstGeom prst="roundRect">
          <a:avLst>
            <a:gd name="adj" fmla="val 105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1996266" numCol="1" spcCol="1270" anchor="t" anchorCtr="0">
          <a:noAutofit/>
        </a:bodyPr>
        <a:lstStyle/>
        <a:p>
          <a:pPr marL="0" lvl="0" indent="0" algn="l" defTabSz="933450">
            <a:lnSpc>
              <a:spcPct val="90000"/>
            </a:lnSpc>
            <a:spcBef>
              <a:spcPct val="0"/>
            </a:spcBef>
            <a:spcAft>
              <a:spcPct val="35000"/>
            </a:spcAft>
            <a:buNone/>
          </a:pPr>
          <a:r>
            <a:rPr lang="en-US" sz="2100" b="1" u="sng" kern="1200" dirty="0"/>
            <a:t>Machine Learning</a:t>
          </a:r>
        </a:p>
      </dsp:txBody>
      <dsp:txXfrm>
        <a:off x="304523" y="1219439"/>
        <a:ext cx="7704691" cy="2950365"/>
      </dsp:txXfrm>
    </dsp:sp>
    <dsp:sp modelId="{F991A9F3-2DE9-40D7-9D0D-94436F9D06CC}">
      <dsp:nvSpPr>
        <dsp:cNvPr id="0" name=""/>
        <dsp:cNvSpPr/>
      </dsp:nvSpPr>
      <dsp:spPr>
        <a:xfrm>
          <a:off x="415686" y="2245518"/>
          <a:ext cx="7482364" cy="1796414"/>
        </a:xfrm>
        <a:prstGeom prst="roundRect">
          <a:avLst>
            <a:gd name="adj" fmla="val 105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149352" numCol="1" spcCol="1270" anchor="t" anchorCtr="0">
          <a:noAutofit/>
        </a:bodyPr>
        <a:lstStyle/>
        <a:p>
          <a:pPr marL="0" lvl="0" indent="0" algn="l" defTabSz="933450">
            <a:lnSpc>
              <a:spcPct val="90000"/>
            </a:lnSpc>
            <a:spcBef>
              <a:spcPct val="0"/>
            </a:spcBef>
            <a:spcAft>
              <a:spcPct val="35000"/>
            </a:spcAft>
            <a:buNone/>
          </a:pPr>
          <a:r>
            <a:rPr lang="en-US" sz="2100" b="1" u="sng" kern="1200" dirty="0"/>
            <a:t>Deep Learning</a:t>
          </a:r>
        </a:p>
      </dsp:txBody>
      <dsp:txXfrm>
        <a:off x="470932" y="2300764"/>
        <a:ext cx="7371872" cy="1685922"/>
      </dsp:txXfrm>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2CD52E-9CFC-4F77-B431-B0901B20EF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5E797996-5C48-77F0-BB24-D3464FBF7FB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8EAD630A-BE04-44F9-B0C5-0DAA0FC27E8F}" type="datetimeFigureOut">
              <a:rPr lang="en-US"/>
              <a:pPr>
                <a:defRPr/>
              </a:pPr>
              <a:t>6/12/2023</a:t>
            </a:fld>
            <a:endParaRPr lang="en-US"/>
          </a:p>
        </p:txBody>
      </p:sp>
      <p:sp>
        <p:nvSpPr>
          <p:cNvPr id="4" name="Slide Image Placeholder 3">
            <a:extLst>
              <a:ext uri="{FF2B5EF4-FFF2-40B4-BE49-F238E27FC236}">
                <a16:creationId xmlns:a16="http://schemas.microsoft.com/office/drawing/2014/main" id="{602FAF0E-CAEA-1B84-5D00-F7E73B8C848F}"/>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343B84-B669-A21E-8E70-203960BC67F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0BDF4BD-2FAA-984C-20B4-0B5894AF03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3C53AE25-B7D9-1EE1-89A2-985907BF8AD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7E577294-274E-4465-9683-B9DCE527175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C62CF0EE-2BFE-67AE-7107-B12204DE1D6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A5985083-7D30-FB91-BC0B-728BC4703E4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268" name="Slide Number Placeholder 3">
            <a:extLst>
              <a:ext uri="{FF2B5EF4-FFF2-40B4-BE49-F238E27FC236}">
                <a16:creationId xmlns:a16="http://schemas.microsoft.com/office/drawing/2014/main" id="{F77333DE-8BA5-853B-EE5F-6C4BDB5CA6D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89E336-C860-48DF-80BA-A38020D6D352}" type="slidenum">
              <a:rPr lang="en-US" altLang="en-US" smtClean="0"/>
              <a:pPr/>
              <a:t>4</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760AA0B-6A90-227A-85FC-3B903DBF9A5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C85BCBEA-6DC2-F785-0E8B-D232039E3D9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https://www.youtube.com/watch?v=ukzFI9rgwfU</a:t>
            </a:r>
          </a:p>
        </p:txBody>
      </p:sp>
      <p:sp>
        <p:nvSpPr>
          <p:cNvPr id="17412" name="Slide Number Placeholder 3">
            <a:extLst>
              <a:ext uri="{FF2B5EF4-FFF2-40B4-BE49-F238E27FC236}">
                <a16:creationId xmlns:a16="http://schemas.microsoft.com/office/drawing/2014/main" id="{4BA335DB-4E0F-F97A-9835-7B94863C02F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7B0C5E-DBCD-413A-84FC-76E1FC2217B6}" type="slidenum">
              <a:rPr lang="en-US" altLang="en-US" smtClean="0"/>
              <a:pPr/>
              <a:t>9</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BAF98919-1CDD-6BC2-14FA-5B4F85EE2DE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C4EE4640-D93D-6896-754E-99C8B18BC19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Jawaban: c</a:t>
            </a:r>
          </a:p>
        </p:txBody>
      </p:sp>
      <p:sp>
        <p:nvSpPr>
          <p:cNvPr id="36868" name="Slide Number Placeholder 3">
            <a:extLst>
              <a:ext uri="{FF2B5EF4-FFF2-40B4-BE49-F238E27FC236}">
                <a16:creationId xmlns:a16="http://schemas.microsoft.com/office/drawing/2014/main" id="{865AC0BC-0863-DA75-C728-02330B3CD57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2B6E656-007E-4440-933F-6B7C01BC8E8E}" type="slidenum">
              <a:rPr lang="en-US" altLang="en-US" smtClean="0"/>
              <a:pPr/>
              <a:t>27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34D8B156-552F-77F7-AC00-9C87858BAA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850C3452-5612-34A6-4954-024DDBDCBA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Answer: a, c</a:t>
            </a:r>
          </a:p>
        </p:txBody>
      </p:sp>
      <p:sp>
        <p:nvSpPr>
          <p:cNvPr id="47108" name="Slide Number Placeholder 3">
            <a:extLst>
              <a:ext uri="{FF2B5EF4-FFF2-40B4-BE49-F238E27FC236}">
                <a16:creationId xmlns:a16="http://schemas.microsoft.com/office/drawing/2014/main" id="{235AEBAA-77EC-6A94-DF00-CB923E0187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87D1209-F30D-4363-BBC3-8A89C155CE3C}" type="slidenum">
              <a:rPr lang="en-US" altLang="en-US" smtClean="0"/>
              <a:pPr/>
              <a:t>36</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C9E8B303-A3BB-0926-6C7D-2F9FE8C05D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312586AF-9C7E-9877-70FC-EB6CF5E4203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https://www.vectorstock.com/royalty-free-vector/weather-forecast-vector-11181087</a:t>
            </a:r>
          </a:p>
        </p:txBody>
      </p:sp>
      <p:sp>
        <p:nvSpPr>
          <p:cNvPr id="51204" name="Slide Number Placeholder 3">
            <a:extLst>
              <a:ext uri="{FF2B5EF4-FFF2-40B4-BE49-F238E27FC236}">
                <a16:creationId xmlns:a16="http://schemas.microsoft.com/office/drawing/2014/main" id="{FA3405C1-3107-D355-AB2A-01743A4F45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345E757-068B-4A28-ACB5-0A3D95AEEE86}" type="slidenum">
              <a:rPr lang="en-US" altLang="en-US" smtClean="0"/>
              <a:pPr/>
              <a:t>39</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863A54E1-9D85-8509-C735-2B4D5287546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D5AE7443-A92C-EE71-33AF-254D89CFB2F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https://www.iol.co.za/ios/news/pensioners-targeted-in-rising-credit-card-fraud-21021877</a:t>
            </a:r>
          </a:p>
        </p:txBody>
      </p:sp>
      <p:sp>
        <p:nvSpPr>
          <p:cNvPr id="53252" name="Slide Number Placeholder 3">
            <a:extLst>
              <a:ext uri="{FF2B5EF4-FFF2-40B4-BE49-F238E27FC236}">
                <a16:creationId xmlns:a16="http://schemas.microsoft.com/office/drawing/2014/main" id="{5C588605-9C16-FC35-D540-43155C5D650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AEA4DA-0CBC-4E06-835B-AD3956CE77EA}" type="slidenum">
              <a:rPr lang="en-US" altLang="en-US" smtClean="0"/>
              <a:pPr/>
              <a:t>40</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5F7F4276-A16B-D8DA-1505-D449E881B18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362469D9-5C2D-0795-CB19-8740B9CD2E3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https://nakedsecurity.sophos.com/2019/09/06/facebook-expands-use-of-face-recognition/</a:t>
            </a:r>
          </a:p>
        </p:txBody>
      </p:sp>
      <p:sp>
        <p:nvSpPr>
          <p:cNvPr id="55300" name="Slide Number Placeholder 3">
            <a:extLst>
              <a:ext uri="{FF2B5EF4-FFF2-40B4-BE49-F238E27FC236}">
                <a16:creationId xmlns:a16="http://schemas.microsoft.com/office/drawing/2014/main" id="{8D712529-1BA4-C9E6-178F-A5EDD4E7EA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9E33B1-42A6-4385-A02D-34C939BDC67C}" type="slidenum">
              <a:rPr lang="en-US" altLang="en-US" smtClean="0"/>
              <a:pPr/>
              <a:t>41</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DAA86165-D99B-8887-113D-1B5C29ED525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a:extLst>
              <a:ext uri="{FF2B5EF4-FFF2-40B4-BE49-F238E27FC236}">
                <a16:creationId xmlns:a16="http://schemas.microsoft.com/office/drawing/2014/main" id="{83040716-B924-357E-9301-45F9DFA65C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https://threatpost.com/voice-squatting-turns-alexa-google-home-into-silent-spies/132068/</a:t>
            </a:r>
          </a:p>
        </p:txBody>
      </p:sp>
      <p:sp>
        <p:nvSpPr>
          <p:cNvPr id="58372" name="Slide Number Placeholder 3">
            <a:extLst>
              <a:ext uri="{FF2B5EF4-FFF2-40B4-BE49-F238E27FC236}">
                <a16:creationId xmlns:a16="http://schemas.microsoft.com/office/drawing/2014/main" id="{C0DA6040-5FAA-8BB3-5559-5962D746A2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23177C-5A92-4C95-ADDA-A3F882E6D673}" type="slidenum">
              <a:rPr lang="en-US" altLang="en-US" smtClean="0"/>
              <a:pPr/>
              <a:t>43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4BE71465-F966-2AE7-C5DB-7DCB8EB862D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807" r="1285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52600" y="2416175"/>
            <a:ext cx="7315200" cy="1470025"/>
          </a:xfrm>
        </p:spPr>
        <p:txBody>
          <a:bodyPr/>
          <a:lstStyle/>
          <a:p>
            <a:r>
              <a:rPr lang="en-US"/>
              <a:t>Click to edit Master title style</a:t>
            </a:r>
          </a:p>
        </p:txBody>
      </p:sp>
      <p:sp>
        <p:nvSpPr>
          <p:cNvPr id="3" name="Subtitle 2"/>
          <p:cNvSpPr>
            <a:spLocks noGrp="1"/>
          </p:cNvSpPr>
          <p:nvPr>
            <p:ph type="subTitle" idx="1"/>
          </p:nvPr>
        </p:nvSpPr>
        <p:spPr>
          <a:xfrm>
            <a:off x="1676400" y="41148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724414FE-3AAD-4099-7A5B-71F237E041E7}"/>
              </a:ext>
            </a:extLst>
          </p:cNvPr>
          <p:cNvSpPr>
            <a:spLocks noGrp="1"/>
          </p:cNvSpPr>
          <p:nvPr>
            <p:ph type="dt" sz="half" idx="10"/>
          </p:nvPr>
        </p:nvSpPr>
        <p:spPr/>
        <p:txBody>
          <a:bodyPr/>
          <a:lstStyle>
            <a:lvl1pPr>
              <a:defRPr/>
            </a:lvl1pPr>
          </a:lstStyle>
          <a:p>
            <a:pPr>
              <a:defRPr/>
            </a:pPr>
            <a:fld id="{B38D0979-9BFC-4043-9F3D-0039344577D6}" type="datetime1">
              <a:rPr lang="en-US"/>
              <a:pPr>
                <a:defRPr/>
              </a:pPr>
              <a:t>6/12/2023</a:t>
            </a:fld>
            <a:endParaRPr lang="en-US"/>
          </a:p>
        </p:txBody>
      </p:sp>
      <p:sp>
        <p:nvSpPr>
          <p:cNvPr id="6" name="Footer Placeholder 4">
            <a:extLst>
              <a:ext uri="{FF2B5EF4-FFF2-40B4-BE49-F238E27FC236}">
                <a16:creationId xmlns:a16="http://schemas.microsoft.com/office/drawing/2014/main" id="{1B9CD074-9B31-E4F0-5D32-A34E78B12D9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1E902E5-8D85-805E-C391-7CEE3E83CB38}"/>
              </a:ext>
            </a:extLst>
          </p:cNvPr>
          <p:cNvSpPr>
            <a:spLocks noGrp="1"/>
          </p:cNvSpPr>
          <p:nvPr>
            <p:ph type="sldNum" sz="quarter" idx="12"/>
          </p:nvPr>
        </p:nvSpPr>
        <p:spPr/>
        <p:txBody>
          <a:bodyPr/>
          <a:lstStyle>
            <a:lvl1pPr>
              <a:defRPr/>
            </a:lvl1pPr>
          </a:lstStyle>
          <a:p>
            <a:pPr>
              <a:defRPr/>
            </a:pPr>
            <a:fld id="{437BB626-5C44-4A7F-9806-B72393AEE3C1}" type="slidenum">
              <a:rPr lang="en-US" altLang="en-US"/>
              <a:pPr>
                <a:defRPr/>
              </a:pPr>
              <a:t>‹#›</a:t>
            </a:fld>
            <a:endParaRPr lang="en-US" altLang="en-US"/>
          </a:p>
        </p:txBody>
      </p:sp>
    </p:spTree>
    <p:extLst>
      <p:ext uri="{BB962C8B-B14F-4D97-AF65-F5344CB8AC3E}">
        <p14:creationId xmlns:p14="http://schemas.microsoft.com/office/powerpoint/2010/main" val="1835039192"/>
      </p:ext>
    </p:extLst>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0"/>
            <a:ext cx="6324600" cy="1143000"/>
          </a:xfrm>
        </p:spPr>
        <p:txBody>
          <a:bodyPr>
            <a:normAutofit/>
          </a:bodyPr>
          <a:lstStyle>
            <a:lvl1pPr>
              <a:defRPr sz="3600" b="1">
                <a:latin typeface="Open Sans"/>
              </a:defRPr>
            </a:lvl1pPr>
          </a:lstStyle>
          <a:p>
            <a:r>
              <a:rPr lang="en-US" dirty="0"/>
              <a:t>Click to edit Master title style</a:t>
            </a:r>
          </a:p>
        </p:txBody>
      </p:sp>
      <p:sp>
        <p:nvSpPr>
          <p:cNvPr id="3" name="Content Placeholder 2"/>
          <p:cNvSpPr>
            <a:spLocks noGrp="1"/>
          </p:cNvSpPr>
          <p:nvPr>
            <p:ph idx="1"/>
          </p:nvPr>
        </p:nvSpPr>
        <p:spPr>
          <a:xfrm>
            <a:off x="685800" y="1676400"/>
            <a:ext cx="8229600" cy="4953000"/>
          </a:xfrm>
        </p:spPr>
        <p:txBody>
          <a:bodyPr>
            <a:normAutofit/>
          </a:bodyPr>
          <a:lstStyle>
            <a:lvl1pPr>
              <a:defRPr sz="2800">
                <a:latin typeface="Open Sans"/>
              </a:defRPr>
            </a:lvl1pPr>
            <a:lvl2pPr>
              <a:defRPr sz="2800">
                <a:latin typeface="Open Sans"/>
              </a:defRPr>
            </a:lvl2pPr>
            <a:lvl3pPr>
              <a:defRPr sz="2800">
                <a:latin typeface="Open Sans"/>
              </a:defRPr>
            </a:lvl3pPr>
            <a:lvl4pPr>
              <a:defRPr sz="2800">
                <a:latin typeface="Open Sans"/>
              </a:defRPr>
            </a:lvl4pPr>
            <a:lvl5pPr>
              <a:defRPr sz="2800">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41F11D-4F74-33FF-8506-04CB755820A6}"/>
              </a:ext>
            </a:extLst>
          </p:cNvPr>
          <p:cNvSpPr>
            <a:spLocks noGrp="1"/>
          </p:cNvSpPr>
          <p:nvPr>
            <p:ph type="dt" sz="half" idx="10"/>
          </p:nvPr>
        </p:nvSpPr>
        <p:spPr>
          <a:xfrm>
            <a:off x="447675" y="6526213"/>
            <a:ext cx="2133600" cy="365125"/>
          </a:xfrm>
        </p:spPr>
        <p:txBody>
          <a:bodyPr/>
          <a:lstStyle>
            <a:lvl1pPr>
              <a:defRPr/>
            </a:lvl1pPr>
          </a:lstStyle>
          <a:p>
            <a:pPr>
              <a:defRPr/>
            </a:pPr>
            <a:fld id="{5EF64818-A98A-433B-9F03-23CF01B1A10F}" type="datetime1">
              <a:rPr lang="en-US"/>
              <a:pPr>
                <a:defRPr/>
              </a:pPr>
              <a:t>6/12/2023</a:t>
            </a:fld>
            <a:endParaRPr lang="en-US"/>
          </a:p>
        </p:txBody>
      </p:sp>
      <p:sp>
        <p:nvSpPr>
          <p:cNvPr id="5" name="Footer Placeholder 4">
            <a:extLst>
              <a:ext uri="{FF2B5EF4-FFF2-40B4-BE49-F238E27FC236}">
                <a16:creationId xmlns:a16="http://schemas.microsoft.com/office/drawing/2014/main" id="{3E6F0F13-EAFF-B032-58F2-704BF432F764}"/>
              </a:ext>
            </a:extLst>
          </p:cNvPr>
          <p:cNvSpPr>
            <a:spLocks noGrp="1"/>
          </p:cNvSpPr>
          <p:nvPr>
            <p:ph type="ftr" sz="quarter" idx="11"/>
          </p:nvPr>
        </p:nvSpPr>
        <p:spPr>
          <a:xfrm>
            <a:off x="3267075" y="6526213"/>
            <a:ext cx="2895600" cy="365125"/>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28FB70B-55E3-659E-E1BF-B64BCB80EE2B}"/>
              </a:ext>
            </a:extLst>
          </p:cNvPr>
          <p:cNvSpPr>
            <a:spLocks noGrp="1"/>
          </p:cNvSpPr>
          <p:nvPr>
            <p:ph type="sldNum" sz="quarter" idx="12"/>
          </p:nvPr>
        </p:nvSpPr>
        <p:spPr>
          <a:xfrm>
            <a:off x="7000875" y="6526213"/>
            <a:ext cx="2133600" cy="365125"/>
          </a:xfrm>
        </p:spPr>
        <p:txBody>
          <a:bodyPr/>
          <a:lstStyle>
            <a:lvl1pPr>
              <a:defRPr/>
            </a:lvl1pPr>
          </a:lstStyle>
          <a:p>
            <a:pPr>
              <a:defRPr/>
            </a:pPr>
            <a:fld id="{1C01999D-03D2-47A0-95C3-D693F78DDA05}" type="slidenum">
              <a:rPr lang="en-US" altLang="en-US"/>
              <a:pPr>
                <a:defRPr/>
              </a:pPr>
              <a:t>‹#›</a:t>
            </a:fld>
            <a:endParaRPr lang="en-US" altLang="en-US"/>
          </a:p>
        </p:txBody>
      </p:sp>
    </p:spTree>
    <p:extLst>
      <p:ext uri="{BB962C8B-B14F-4D97-AF65-F5344CB8AC3E}">
        <p14:creationId xmlns:p14="http://schemas.microsoft.com/office/powerpoint/2010/main" val="2312487601"/>
      </p:ext>
    </p:extLst>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76A0FA-5238-95F7-9E5A-4C89E81D3859}"/>
              </a:ext>
            </a:extLst>
          </p:cNvPr>
          <p:cNvSpPr>
            <a:spLocks noGrp="1"/>
          </p:cNvSpPr>
          <p:nvPr>
            <p:ph type="dt" sz="half" idx="10"/>
          </p:nvPr>
        </p:nvSpPr>
        <p:spPr/>
        <p:txBody>
          <a:bodyPr/>
          <a:lstStyle>
            <a:lvl1pPr>
              <a:defRPr/>
            </a:lvl1pPr>
          </a:lstStyle>
          <a:p>
            <a:pPr>
              <a:defRPr/>
            </a:pPr>
            <a:fld id="{B7F8DA7F-55FF-4DA1-9AB9-F48A95D20857}" type="datetime1">
              <a:rPr lang="en-US"/>
              <a:pPr>
                <a:defRPr/>
              </a:pPr>
              <a:t>6/12/2023</a:t>
            </a:fld>
            <a:endParaRPr lang="en-US"/>
          </a:p>
        </p:txBody>
      </p:sp>
      <p:sp>
        <p:nvSpPr>
          <p:cNvPr id="5" name="Footer Placeholder 4">
            <a:extLst>
              <a:ext uri="{FF2B5EF4-FFF2-40B4-BE49-F238E27FC236}">
                <a16:creationId xmlns:a16="http://schemas.microsoft.com/office/drawing/2014/main" id="{93F57469-0614-0AAD-8C7B-65952DEC962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C2034DF-A3E5-1F93-681F-E12521DCFBB0}"/>
              </a:ext>
            </a:extLst>
          </p:cNvPr>
          <p:cNvSpPr>
            <a:spLocks noGrp="1"/>
          </p:cNvSpPr>
          <p:nvPr>
            <p:ph type="sldNum" sz="quarter" idx="12"/>
          </p:nvPr>
        </p:nvSpPr>
        <p:spPr/>
        <p:txBody>
          <a:bodyPr/>
          <a:lstStyle>
            <a:lvl1pPr>
              <a:defRPr/>
            </a:lvl1pPr>
          </a:lstStyle>
          <a:p>
            <a:pPr>
              <a:defRPr/>
            </a:pPr>
            <a:fld id="{9ECDD314-79CB-4047-B5DB-244BB453A6EC}" type="slidenum">
              <a:rPr lang="en-US" altLang="en-US"/>
              <a:pPr>
                <a:defRPr/>
              </a:pPr>
              <a:t>‹#›</a:t>
            </a:fld>
            <a:endParaRPr lang="en-US" altLang="en-US"/>
          </a:p>
        </p:txBody>
      </p:sp>
    </p:spTree>
    <p:extLst>
      <p:ext uri="{BB962C8B-B14F-4D97-AF65-F5344CB8AC3E}">
        <p14:creationId xmlns:p14="http://schemas.microsoft.com/office/powerpoint/2010/main" val="2534202796"/>
      </p:ext>
    </p:extLst>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DADC93C3-E450-2D3E-CFCC-E97E715EA23A}"/>
              </a:ext>
            </a:extLst>
          </p:cNvPr>
          <p:cNvSpPr>
            <a:spLocks noGrp="1"/>
          </p:cNvSpPr>
          <p:nvPr>
            <p:ph type="dt" sz="half" idx="10"/>
          </p:nvPr>
        </p:nvSpPr>
        <p:spPr/>
        <p:txBody>
          <a:bodyPr/>
          <a:lstStyle>
            <a:lvl1pPr>
              <a:defRPr/>
            </a:lvl1pPr>
          </a:lstStyle>
          <a:p>
            <a:pPr>
              <a:defRPr/>
            </a:pPr>
            <a:fld id="{C8C50A6D-A294-434E-A227-44CFC3F93B8C}" type="datetime1">
              <a:rPr lang="en-US"/>
              <a:pPr>
                <a:defRPr/>
              </a:pPr>
              <a:t>6/12/2023</a:t>
            </a:fld>
            <a:endParaRPr lang="en-US"/>
          </a:p>
        </p:txBody>
      </p:sp>
      <p:sp>
        <p:nvSpPr>
          <p:cNvPr id="6" name="Footer Placeholder 4">
            <a:extLst>
              <a:ext uri="{FF2B5EF4-FFF2-40B4-BE49-F238E27FC236}">
                <a16:creationId xmlns:a16="http://schemas.microsoft.com/office/drawing/2014/main" id="{8A7C1FD1-ED17-EB30-155A-F7A45E1223C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F0DB2D2-2805-3CD3-59CC-11AF96CCC88F}"/>
              </a:ext>
            </a:extLst>
          </p:cNvPr>
          <p:cNvSpPr>
            <a:spLocks noGrp="1"/>
          </p:cNvSpPr>
          <p:nvPr>
            <p:ph type="sldNum" sz="quarter" idx="12"/>
          </p:nvPr>
        </p:nvSpPr>
        <p:spPr/>
        <p:txBody>
          <a:bodyPr/>
          <a:lstStyle>
            <a:lvl1pPr>
              <a:defRPr/>
            </a:lvl1pPr>
          </a:lstStyle>
          <a:p>
            <a:pPr>
              <a:defRPr/>
            </a:pPr>
            <a:fld id="{E2A17D4E-0DF5-46BE-831B-DA54D1F30F54}" type="slidenum">
              <a:rPr lang="en-US" altLang="en-US"/>
              <a:pPr>
                <a:defRPr/>
              </a:pPr>
              <a:t>‹#›</a:t>
            </a:fld>
            <a:endParaRPr lang="en-US" altLang="en-US"/>
          </a:p>
        </p:txBody>
      </p:sp>
    </p:spTree>
    <p:extLst>
      <p:ext uri="{BB962C8B-B14F-4D97-AF65-F5344CB8AC3E}">
        <p14:creationId xmlns:p14="http://schemas.microsoft.com/office/powerpoint/2010/main" val="227634388"/>
      </p:ext>
    </p:extLst>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927273C-4C92-B566-873C-3B7E3A148A91}"/>
              </a:ext>
            </a:extLst>
          </p:cNvPr>
          <p:cNvSpPr>
            <a:spLocks noGrp="1"/>
          </p:cNvSpPr>
          <p:nvPr>
            <p:ph type="dt" sz="half" idx="10"/>
          </p:nvPr>
        </p:nvSpPr>
        <p:spPr/>
        <p:txBody>
          <a:bodyPr/>
          <a:lstStyle>
            <a:lvl1pPr>
              <a:defRPr/>
            </a:lvl1pPr>
          </a:lstStyle>
          <a:p>
            <a:pPr>
              <a:defRPr/>
            </a:pPr>
            <a:fld id="{CE96E397-4611-4EF0-9BC6-684F7F59E3EB}" type="datetime1">
              <a:rPr lang="en-US"/>
              <a:pPr>
                <a:defRPr/>
              </a:pPr>
              <a:t>6/12/2023</a:t>
            </a:fld>
            <a:endParaRPr lang="en-US"/>
          </a:p>
        </p:txBody>
      </p:sp>
      <p:sp>
        <p:nvSpPr>
          <p:cNvPr id="8" name="Footer Placeholder 4">
            <a:extLst>
              <a:ext uri="{FF2B5EF4-FFF2-40B4-BE49-F238E27FC236}">
                <a16:creationId xmlns:a16="http://schemas.microsoft.com/office/drawing/2014/main" id="{DDCB47D6-25A9-295B-19B7-A1A3B056676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3674F6A-E90D-E62D-5CBB-218483FD7EC8}"/>
              </a:ext>
            </a:extLst>
          </p:cNvPr>
          <p:cNvSpPr>
            <a:spLocks noGrp="1"/>
          </p:cNvSpPr>
          <p:nvPr>
            <p:ph type="sldNum" sz="quarter" idx="12"/>
          </p:nvPr>
        </p:nvSpPr>
        <p:spPr/>
        <p:txBody>
          <a:bodyPr/>
          <a:lstStyle>
            <a:lvl1pPr>
              <a:defRPr/>
            </a:lvl1pPr>
          </a:lstStyle>
          <a:p>
            <a:pPr>
              <a:defRPr/>
            </a:pPr>
            <a:fld id="{FA8E5015-0466-4771-8A12-CE372F3EB7EA}" type="slidenum">
              <a:rPr lang="en-US" altLang="en-US"/>
              <a:pPr>
                <a:defRPr/>
              </a:pPr>
              <a:t>‹#›</a:t>
            </a:fld>
            <a:endParaRPr lang="en-US" altLang="en-US"/>
          </a:p>
        </p:txBody>
      </p:sp>
    </p:spTree>
    <p:extLst>
      <p:ext uri="{BB962C8B-B14F-4D97-AF65-F5344CB8AC3E}">
        <p14:creationId xmlns:p14="http://schemas.microsoft.com/office/powerpoint/2010/main" val="2013128672"/>
      </p:ext>
    </p:extLst>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0" y="304800"/>
            <a:ext cx="7010400" cy="1143000"/>
          </a:xfrm>
        </p:spPr>
        <p:txBody>
          <a:bodyPr/>
          <a:lstStyle/>
          <a:p>
            <a:r>
              <a:rPr lang="en-US"/>
              <a:t>Click to edit Master title style</a:t>
            </a:r>
          </a:p>
        </p:txBody>
      </p:sp>
      <p:sp>
        <p:nvSpPr>
          <p:cNvPr id="3" name="Date Placeholder 3">
            <a:extLst>
              <a:ext uri="{FF2B5EF4-FFF2-40B4-BE49-F238E27FC236}">
                <a16:creationId xmlns:a16="http://schemas.microsoft.com/office/drawing/2014/main" id="{56BEE92C-BC94-E417-1EC1-8EBFC7916BFC}"/>
              </a:ext>
            </a:extLst>
          </p:cNvPr>
          <p:cNvSpPr>
            <a:spLocks noGrp="1"/>
          </p:cNvSpPr>
          <p:nvPr>
            <p:ph type="dt" sz="half" idx="10"/>
          </p:nvPr>
        </p:nvSpPr>
        <p:spPr/>
        <p:txBody>
          <a:bodyPr/>
          <a:lstStyle>
            <a:lvl1pPr>
              <a:defRPr/>
            </a:lvl1pPr>
          </a:lstStyle>
          <a:p>
            <a:pPr>
              <a:defRPr/>
            </a:pPr>
            <a:fld id="{24EF6F65-9DE3-486C-87C3-5CE53DA3CCD7}" type="datetime1">
              <a:rPr lang="en-US"/>
              <a:pPr>
                <a:defRPr/>
              </a:pPr>
              <a:t>6/12/2023</a:t>
            </a:fld>
            <a:endParaRPr lang="en-US"/>
          </a:p>
        </p:txBody>
      </p:sp>
      <p:sp>
        <p:nvSpPr>
          <p:cNvPr id="4" name="Footer Placeholder 4">
            <a:extLst>
              <a:ext uri="{FF2B5EF4-FFF2-40B4-BE49-F238E27FC236}">
                <a16:creationId xmlns:a16="http://schemas.microsoft.com/office/drawing/2014/main" id="{89984F16-AE1A-1FC1-808E-265E7DA16B7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EF2C758-D106-135E-1ED1-481DA8C6FDBC}"/>
              </a:ext>
            </a:extLst>
          </p:cNvPr>
          <p:cNvSpPr>
            <a:spLocks noGrp="1"/>
          </p:cNvSpPr>
          <p:nvPr>
            <p:ph type="sldNum" sz="quarter" idx="12"/>
          </p:nvPr>
        </p:nvSpPr>
        <p:spPr/>
        <p:txBody>
          <a:bodyPr/>
          <a:lstStyle>
            <a:lvl1pPr>
              <a:defRPr/>
            </a:lvl1pPr>
          </a:lstStyle>
          <a:p>
            <a:pPr>
              <a:defRPr/>
            </a:pPr>
            <a:fld id="{24A256B3-CDE2-4234-B5AE-64ABA3229140}" type="slidenum">
              <a:rPr lang="en-US" altLang="en-US"/>
              <a:pPr>
                <a:defRPr/>
              </a:pPr>
              <a:t>‹#›</a:t>
            </a:fld>
            <a:endParaRPr lang="en-US" altLang="en-US"/>
          </a:p>
        </p:txBody>
      </p:sp>
    </p:spTree>
    <p:extLst>
      <p:ext uri="{BB962C8B-B14F-4D97-AF65-F5344CB8AC3E}">
        <p14:creationId xmlns:p14="http://schemas.microsoft.com/office/powerpoint/2010/main" val="716430756"/>
      </p:ext>
    </p:extLst>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990DE4F-667D-AEC7-63E9-00BC8866116B}"/>
              </a:ext>
            </a:extLst>
          </p:cNvPr>
          <p:cNvSpPr>
            <a:spLocks noGrp="1"/>
          </p:cNvSpPr>
          <p:nvPr>
            <p:ph type="dt" sz="half" idx="10"/>
          </p:nvPr>
        </p:nvSpPr>
        <p:spPr/>
        <p:txBody>
          <a:bodyPr/>
          <a:lstStyle>
            <a:lvl1pPr>
              <a:defRPr/>
            </a:lvl1pPr>
          </a:lstStyle>
          <a:p>
            <a:pPr>
              <a:defRPr/>
            </a:pPr>
            <a:fld id="{E2B70EBA-0091-4AF5-94B7-EB5C3CADC28C}" type="datetime1">
              <a:rPr lang="en-US"/>
              <a:pPr>
                <a:defRPr/>
              </a:pPr>
              <a:t>6/12/2023</a:t>
            </a:fld>
            <a:endParaRPr lang="en-US"/>
          </a:p>
        </p:txBody>
      </p:sp>
      <p:sp>
        <p:nvSpPr>
          <p:cNvPr id="3" name="Footer Placeholder 4">
            <a:extLst>
              <a:ext uri="{FF2B5EF4-FFF2-40B4-BE49-F238E27FC236}">
                <a16:creationId xmlns:a16="http://schemas.microsoft.com/office/drawing/2014/main" id="{8AE482F6-7F0D-7541-0AB0-307B97F8071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BD64120-6080-41A8-595E-A805EC604C1D}"/>
              </a:ext>
            </a:extLst>
          </p:cNvPr>
          <p:cNvSpPr>
            <a:spLocks noGrp="1"/>
          </p:cNvSpPr>
          <p:nvPr>
            <p:ph type="sldNum" sz="quarter" idx="12"/>
          </p:nvPr>
        </p:nvSpPr>
        <p:spPr/>
        <p:txBody>
          <a:bodyPr/>
          <a:lstStyle>
            <a:lvl1pPr>
              <a:defRPr/>
            </a:lvl1pPr>
          </a:lstStyle>
          <a:p>
            <a:pPr>
              <a:defRPr/>
            </a:pPr>
            <a:fld id="{0ED16A74-6AE2-48BF-8CC5-5EBB064AC2D3}" type="slidenum">
              <a:rPr lang="en-US" altLang="en-US"/>
              <a:pPr>
                <a:defRPr/>
              </a:pPr>
              <a:t>‹#›</a:t>
            </a:fld>
            <a:endParaRPr lang="en-US" altLang="en-US"/>
          </a:p>
        </p:txBody>
      </p:sp>
    </p:spTree>
    <p:extLst>
      <p:ext uri="{BB962C8B-B14F-4D97-AF65-F5344CB8AC3E}">
        <p14:creationId xmlns:p14="http://schemas.microsoft.com/office/powerpoint/2010/main" val="3393919807"/>
      </p:ext>
    </p:extLst>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5C0915E-1AF4-CA7D-2505-974BED7302E3}"/>
              </a:ext>
            </a:extLst>
          </p:cNvPr>
          <p:cNvSpPr>
            <a:spLocks noGrp="1"/>
          </p:cNvSpPr>
          <p:nvPr>
            <p:ph type="dt" sz="half" idx="10"/>
          </p:nvPr>
        </p:nvSpPr>
        <p:spPr/>
        <p:txBody>
          <a:bodyPr/>
          <a:lstStyle>
            <a:lvl1pPr>
              <a:defRPr/>
            </a:lvl1pPr>
          </a:lstStyle>
          <a:p>
            <a:pPr>
              <a:defRPr/>
            </a:pPr>
            <a:fld id="{FEB485BE-523D-4C71-82EA-DF1B1B7339FD}" type="datetime1">
              <a:rPr lang="en-US"/>
              <a:pPr>
                <a:defRPr/>
              </a:pPr>
              <a:t>6/12/2023</a:t>
            </a:fld>
            <a:endParaRPr lang="en-US"/>
          </a:p>
        </p:txBody>
      </p:sp>
      <p:sp>
        <p:nvSpPr>
          <p:cNvPr id="6" name="Footer Placeholder 4">
            <a:extLst>
              <a:ext uri="{FF2B5EF4-FFF2-40B4-BE49-F238E27FC236}">
                <a16:creationId xmlns:a16="http://schemas.microsoft.com/office/drawing/2014/main" id="{A00F0680-6E0C-2816-5BF3-ECF7DC31FF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9B0A55-EACA-0F91-DE4B-2637927CB0AD}"/>
              </a:ext>
            </a:extLst>
          </p:cNvPr>
          <p:cNvSpPr>
            <a:spLocks noGrp="1"/>
          </p:cNvSpPr>
          <p:nvPr>
            <p:ph type="sldNum" sz="quarter" idx="12"/>
          </p:nvPr>
        </p:nvSpPr>
        <p:spPr/>
        <p:txBody>
          <a:bodyPr/>
          <a:lstStyle>
            <a:lvl1pPr>
              <a:defRPr/>
            </a:lvl1pPr>
          </a:lstStyle>
          <a:p>
            <a:pPr>
              <a:defRPr/>
            </a:pPr>
            <a:fld id="{3DA96263-B30D-4724-A4E4-1614D98CA109}" type="slidenum">
              <a:rPr lang="en-US" altLang="en-US"/>
              <a:pPr>
                <a:defRPr/>
              </a:pPr>
              <a:t>‹#›</a:t>
            </a:fld>
            <a:endParaRPr lang="en-US" altLang="en-US"/>
          </a:p>
        </p:txBody>
      </p:sp>
    </p:spTree>
    <p:extLst>
      <p:ext uri="{BB962C8B-B14F-4D97-AF65-F5344CB8AC3E}">
        <p14:creationId xmlns:p14="http://schemas.microsoft.com/office/powerpoint/2010/main" val="1499710595"/>
      </p:ext>
    </p:extLst>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78C9BFA-C2FE-25EB-CBC5-99CCC501858B}"/>
              </a:ext>
            </a:extLst>
          </p:cNvPr>
          <p:cNvSpPr>
            <a:spLocks noGrp="1"/>
          </p:cNvSpPr>
          <p:nvPr>
            <p:ph type="dt" sz="half" idx="10"/>
          </p:nvPr>
        </p:nvSpPr>
        <p:spPr/>
        <p:txBody>
          <a:bodyPr/>
          <a:lstStyle>
            <a:lvl1pPr>
              <a:defRPr/>
            </a:lvl1pPr>
          </a:lstStyle>
          <a:p>
            <a:pPr>
              <a:defRPr/>
            </a:pPr>
            <a:fld id="{5DF948CF-BEE7-4E9C-8A79-192928D668A9}" type="datetime1">
              <a:rPr lang="en-US"/>
              <a:pPr>
                <a:defRPr/>
              </a:pPr>
              <a:t>6/12/2023</a:t>
            </a:fld>
            <a:endParaRPr lang="en-US"/>
          </a:p>
        </p:txBody>
      </p:sp>
      <p:sp>
        <p:nvSpPr>
          <p:cNvPr id="6" name="Footer Placeholder 4">
            <a:extLst>
              <a:ext uri="{FF2B5EF4-FFF2-40B4-BE49-F238E27FC236}">
                <a16:creationId xmlns:a16="http://schemas.microsoft.com/office/drawing/2014/main" id="{9ABE4995-0EA1-AA91-293F-8440DF01C67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19A0D4C-933E-0257-2A08-8AE9A223623D}"/>
              </a:ext>
            </a:extLst>
          </p:cNvPr>
          <p:cNvSpPr>
            <a:spLocks noGrp="1"/>
          </p:cNvSpPr>
          <p:nvPr>
            <p:ph type="sldNum" sz="quarter" idx="12"/>
          </p:nvPr>
        </p:nvSpPr>
        <p:spPr/>
        <p:txBody>
          <a:bodyPr/>
          <a:lstStyle>
            <a:lvl1pPr>
              <a:defRPr/>
            </a:lvl1pPr>
          </a:lstStyle>
          <a:p>
            <a:pPr>
              <a:defRPr/>
            </a:pPr>
            <a:fld id="{BD6C8205-DC72-4865-A38A-0C919F823BE2}" type="slidenum">
              <a:rPr lang="en-US" altLang="en-US"/>
              <a:pPr>
                <a:defRPr/>
              </a:pPr>
              <a:t>‹#›</a:t>
            </a:fld>
            <a:endParaRPr lang="en-US" altLang="en-US"/>
          </a:p>
        </p:txBody>
      </p:sp>
    </p:spTree>
    <p:extLst>
      <p:ext uri="{BB962C8B-B14F-4D97-AF65-F5344CB8AC3E}">
        <p14:creationId xmlns:p14="http://schemas.microsoft.com/office/powerpoint/2010/main" val="4044709330"/>
      </p:ext>
    </p:extLst>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2B4593-FCBB-660F-0DF5-5F3B5209E58A}"/>
              </a:ext>
            </a:extLst>
          </p:cNvPr>
          <p:cNvSpPr>
            <a:spLocks noGrp="1"/>
          </p:cNvSpPr>
          <p:nvPr>
            <p:ph type="dt" sz="half" idx="10"/>
          </p:nvPr>
        </p:nvSpPr>
        <p:spPr/>
        <p:txBody>
          <a:bodyPr/>
          <a:lstStyle>
            <a:lvl1pPr>
              <a:defRPr/>
            </a:lvl1pPr>
          </a:lstStyle>
          <a:p>
            <a:pPr>
              <a:defRPr/>
            </a:pPr>
            <a:fld id="{ABCA2CFB-D53D-418F-A8C3-59C1796AAE82}" type="datetime1">
              <a:rPr lang="en-US"/>
              <a:pPr>
                <a:defRPr/>
              </a:pPr>
              <a:t>6/12/2023</a:t>
            </a:fld>
            <a:endParaRPr lang="en-US"/>
          </a:p>
        </p:txBody>
      </p:sp>
      <p:sp>
        <p:nvSpPr>
          <p:cNvPr id="5" name="Footer Placeholder 4">
            <a:extLst>
              <a:ext uri="{FF2B5EF4-FFF2-40B4-BE49-F238E27FC236}">
                <a16:creationId xmlns:a16="http://schemas.microsoft.com/office/drawing/2014/main" id="{9E63CB27-D356-22A7-87A3-9A2497A0B01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5A6C7A0-67AE-9645-08C5-A25404FEAA88}"/>
              </a:ext>
            </a:extLst>
          </p:cNvPr>
          <p:cNvSpPr>
            <a:spLocks noGrp="1"/>
          </p:cNvSpPr>
          <p:nvPr>
            <p:ph type="sldNum" sz="quarter" idx="12"/>
          </p:nvPr>
        </p:nvSpPr>
        <p:spPr/>
        <p:txBody>
          <a:bodyPr/>
          <a:lstStyle>
            <a:lvl1pPr>
              <a:defRPr/>
            </a:lvl1pPr>
          </a:lstStyle>
          <a:p>
            <a:pPr>
              <a:defRPr/>
            </a:pPr>
            <a:fld id="{A9776CFA-4AF5-4258-9B2C-6A8080E5A0AC}" type="slidenum">
              <a:rPr lang="en-US" altLang="en-US"/>
              <a:pPr>
                <a:defRPr/>
              </a:pPr>
              <a:t>‹#›</a:t>
            </a:fld>
            <a:endParaRPr lang="en-US" altLang="en-US"/>
          </a:p>
        </p:txBody>
      </p:sp>
    </p:spTree>
    <p:extLst>
      <p:ext uri="{BB962C8B-B14F-4D97-AF65-F5344CB8AC3E}">
        <p14:creationId xmlns:p14="http://schemas.microsoft.com/office/powerpoint/2010/main" val="1832855478"/>
      </p:ext>
    </p:extLst>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 descr="Background 03.jpg">
            <a:extLst>
              <a:ext uri="{FF2B5EF4-FFF2-40B4-BE49-F238E27FC236}">
                <a16:creationId xmlns:a16="http://schemas.microsoft.com/office/drawing/2014/main" id="{6BEDE4A3-D5BD-16AE-3075-218F07A34A1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Background 02.jpg">
            <a:extLst>
              <a:ext uri="{FF2B5EF4-FFF2-40B4-BE49-F238E27FC236}">
                <a16:creationId xmlns:a16="http://schemas.microsoft.com/office/drawing/2014/main" id="{2298D0B8-F6BB-131F-99CC-B22018B3297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6547ADD-F247-D613-6290-8FD7DB5FD189}"/>
              </a:ext>
            </a:extLst>
          </p:cNvPr>
          <p:cNvSpPr/>
          <p:nvPr userDrawn="1"/>
        </p:nvSpPr>
        <p:spPr>
          <a:xfrm>
            <a:off x="2022475" y="3905250"/>
            <a:ext cx="3095625" cy="2987675"/>
          </a:xfrm>
          <a:prstGeom prst="rect">
            <a:avLst/>
          </a:prstGeom>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r>
              <a:rPr lang="en-US">
                <a:solidFill>
                  <a:srgbClr val="FFFFFF"/>
                </a:solidFill>
                <a:ea typeface="ＭＳ Ｐゴシック" charset="-128"/>
              </a:rPr>
              <a:t>IMAGE(S)</a:t>
            </a:r>
          </a:p>
        </p:txBody>
      </p:sp>
      <p:sp>
        <p:nvSpPr>
          <p:cNvPr id="7" name="Title 6">
            <a:extLst>
              <a:ext uri="{FF2B5EF4-FFF2-40B4-BE49-F238E27FC236}">
                <a16:creationId xmlns:a16="http://schemas.microsoft.com/office/drawing/2014/main" id="{EDCE0AD7-B70D-2423-41A0-ADFE8ABCE4D9}"/>
              </a:ext>
            </a:extLst>
          </p:cNvPr>
          <p:cNvSpPr txBox="1">
            <a:spLocks/>
          </p:cNvSpPr>
          <p:nvPr userDrawn="1"/>
        </p:nvSpPr>
        <p:spPr bwMode="auto">
          <a:xfrm>
            <a:off x="5362575" y="3905250"/>
            <a:ext cx="5040313" cy="3097213"/>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n-GB" sz="2000" baseline="30000">
                <a:latin typeface="Open Sans"/>
              </a:rPr>
              <a:t>Body Copy Open Sans Bold 20pt</a:t>
            </a:r>
          </a:p>
          <a:p>
            <a:pPr eaLnBrk="1" hangingPunct="1">
              <a:defRPr/>
            </a:pPr>
            <a:endParaRPr lang="en-GB" sz="2000" baseline="30000">
              <a:latin typeface="Open Sans"/>
            </a:endParaRPr>
          </a:p>
          <a:p>
            <a:pPr eaLnBrk="1" hangingPunct="1">
              <a:defRPr/>
            </a:pPr>
            <a:r>
              <a:rPr lang="en-GB" sz="2000" baseline="30000">
                <a:latin typeface="Open Sans"/>
              </a:rPr>
              <a:t>Estio molorrorem vernatia dis et ute volupta tiaecatis maion premodi ciderum, nulparuntio eicit doluptatem saerum voluptur soluptatur, ime cusa doloria delestibus, officia aute consequibus, accatur eriossit liquo est, ullest, inistiatem lit odician dandebitis modi destius a de natur, nobis dolut delitat mint, optatqu ossimet expliqu amendipsunt quo bernatio. </a:t>
            </a:r>
          </a:p>
          <a:p>
            <a:pPr eaLnBrk="1" hangingPunct="1">
              <a:defRPr/>
            </a:pPr>
            <a:endParaRPr lang="en-GB" sz="2000" baseline="30000">
              <a:latin typeface="Open Sans"/>
            </a:endParaRPr>
          </a:p>
          <a:p>
            <a:pPr eaLnBrk="1" hangingPunct="1">
              <a:defRPr/>
            </a:pPr>
            <a:r>
              <a:rPr lang="en-GB" sz="2000" baseline="30000">
                <a:latin typeface="Open Sans"/>
              </a:rPr>
              <a:t>Nestiorerio berum ratquatur, sit, temque nis di accabore volliqui resequo quam quam ratiatus quidendae providi corro officiusamus etureped utas doloria si nobit idesti tet exero volendunt aute cor apicae enimusae moluptio voluptus etusa in es et doloreperia.</a:t>
            </a:r>
          </a:p>
        </p:txBody>
      </p:sp>
      <p:sp>
        <p:nvSpPr>
          <p:cNvPr id="8" name="Title 6">
            <a:extLst>
              <a:ext uri="{FF2B5EF4-FFF2-40B4-BE49-F238E27FC236}">
                <a16:creationId xmlns:a16="http://schemas.microsoft.com/office/drawing/2014/main" id="{2ADC766D-96A2-C4E1-D2D0-62DD95181B24}"/>
              </a:ext>
            </a:extLst>
          </p:cNvPr>
          <p:cNvSpPr txBox="1">
            <a:spLocks/>
          </p:cNvSpPr>
          <p:nvPr userDrawn="1"/>
        </p:nvSpPr>
        <p:spPr bwMode="auto">
          <a:xfrm>
            <a:off x="1911350" y="2649538"/>
            <a:ext cx="6632575" cy="887412"/>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70000"/>
              </a:lnSpc>
              <a:defRPr/>
            </a:pPr>
            <a:r>
              <a:rPr lang="en-US" sz="3000" b="1">
                <a:solidFill>
                  <a:srgbClr val="0079B8"/>
                </a:solidFill>
                <a:latin typeface="Open Sans"/>
              </a:rPr>
              <a:t>Slide Title Open Sans Bold 30pt</a:t>
            </a:r>
            <a:br>
              <a:rPr lang="en-US" sz="3000" b="1">
                <a:solidFill>
                  <a:srgbClr val="0079B8"/>
                </a:solidFill>
                <a:latin typeface="Open Sans"/>
              </a:rPr>
            </a:br>
            <a:br>
              <a:rPr lang="en-US" sz="2200" b="1">
                <a:solidFill>
                  <a:srgbClr val="0079B8"/>
                </a:solidFill>
                <a:latin typeface="Open Sans"/>
              </a:rPr>
            </a:br>
            <a:r>
              <a:rPr lang="en-US" sz="2200" b="1">
                <a:solidFill>
                  <a:srgbClr val="0079B8"/>
                </a:solidFill>
                <a:latin typeface="Open Sans"/>
              </a:rPr>
              <a:t>Subtitle Open Sans Bold 22pt</a:t>
            </a: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688CAF3-EA10-200D-FC4D-330A4C43E570}"/>
              </a:ext>
            </a:extLst>
          </p:cNvPr>
          <p:cNvSpPr>
            <a:spLocks noGrp="1"/>
          </p:cNvSpPr>
          <p:nvPr>
            <p:ph type="dt" sz="half" idx="10"/>
          </p:nvPr>
        </p:nvSpPr>
        <p:spPr/>
        <p:txBody>
          <a:bodyPr/>
          <a:lstStyle>
            <a:lvl1pPr>
              <a:defRPr/>
            </a:lvl1pPr>
          </a:lstStyle>
          <a:p>
            <a:pPr>
              <a:defRPr/>
            </a:pPr>
            <a:fld id="{FC2A7100-ED82-4178-AE46-FA6795BFD16E}" type="datetime1">
              <a:rPr lang="en-US"/>
              <a:pPr>
                <a:defRPr/>
              </a:pPr>
              <a:t>6/12/2023</a:t>
            </a:fld>
            <a:endParaRPr lang="en-US"/>
          </a:p>
        </p:txBody>
      </p:sp>
      <p:sp>
        <p:nvSpPr>
          <p:cNvPr id="10" name="Footer Placeholder 4">
            <a:extLst>
              <a:ext uri="{FF2B5EF4-FFF2-40B4-BE49-F238E27FC236}">
                <a16:creationId xmlns:a16="http://schemas.microsoft.com/office/drawing/2014/main" id="{DCCFE3BE-48E0-A1DD-5E21-F54B6D7E9AAF}"/>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3983B0E2-5C73-2F26-C804-B56F3E54F051}"/>
              </a:ext>
            </a:extLst>
          </p:cNvPr>
          <p:cNvSpPr>
            <a:spLocks noGrp="1"/>
          </p:cNvSpPr>
          <p:nvPr>
            <p:ph type="sldNum" sz="quarter" idx="12"/>
          </p:nvPr>
        </p:nvSpPr>
        <p:spPr/>
        <p:txBody>
          <a:bodyPr/>
          <a:lstStyle>
            <a:lvl1pPr>
              <a:defRPr/>
            </a:lvl1pPr>
          </a:lstStyle>
          <a:p>
            <a:pPr>
              <a:defRPr/>
            </a:pPr>
            <a:fld id="{F5D706F6-2476-4EFE-BDBC-4913E9D9330D}" type="slidenum">
              <a:rPr lang="en-US" altLang="en-US"/>
              <a:pPr>
                <a:defRPr/>
              </a:pPr>
              <a:t>‹#›</a:t>
            </a:fld>
            <a:endParaRPr lang="en-US" altLang="en-US"/>
          </a:p>
        </p:txBody>
      </p:sp>
    </p:spTree>
    <p:extLst>
      <p:ext uri="{BB962C8B-B14F-4D97-AF65-F5344CB8AC3E}">
        <p14:creationId xmlns:p14="http://schemas.microsoft.com/office/powerpoint/2010/main" val="3276745871"/>
      </p:ext>
    </p:extLst>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 descr="Background 03.jpg">
            <a:extLst>
              <a:ext uri="{FF2B5EF4-FFF2-40B4-BE49-F238E27FC236}">
                <a16:creationId xmlns:a16="http://schemas.microsoft.com/office/drawing/2014/main" id="{B9B055A2-76BD-6CD3-AED6-BC9A0B4288C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51A6EEBD-0480-593D-3D58-9A316BA2D890}"/>
              </a:ext>
            </a:extLst>
          </p:cNvPr>
          <p:cNvSpPr>
            <a:spLocks noGrp="1"/>
          </p:cNvSpPr>
          <p:nvPr>
            <p:ph type="dt" sz="half" idx="10"/>
          </p:nvPr>
        </p:nvSpPr>
        <p:spPr/>
        <p:txBody>
          <a:bodyPr/>
          <a:lstStyle>
            <a:lvl1pPr>
              <a:defRPr/>
            </a:lvl1pPr>
          </a:lstStyle>
          <a:p>
            <a:pPr>
              <a:defRPr/>
            </a:pPr>
            <a:fld id="{453465BD-BD5C-455A-9B92-B3DABC66CEE8}" type="datetime1">
              <a:rPr lang="en-US"/>
              <a:pPr>
                <a:defRPr/>
              </a:pPr>
              <a:t>6/12/2023</a:t>
            </a:fld>
            <a:endParaRPr lang="en-US"/>
          </a:p>
        </p:txBody>
      </p:sp>
      <p:sp>
        <p:nvSpPr>
          <p:cNvPr id="5" name="Footer Placeholder 3">
            <a:extLst>
              <a:ext uri="{FF2B5EF4-FFF2-40B4-BE49-F238E27FC236}">
                <a16:creationId xmlns:a16="http://schemas.microsoft.com/office/drawing/2014/main" id="{A0BFFC18-C86D-9D08-D9C7-735C626679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5FAF44DE-5423-99E4-A3C2-618BA3EA84D5}"/>
              </a:ext>
            </a:extLst>
          </p:cNvPr>
          <p:cNvSpPr>
            <a:spLocks noGrp="1"/>
          </p:cNvSpPr>
          <p:nvPr>
            <p:ph type="sldNum" sz="quarter" idx="12"/>
          </p:nvPr>
        </p:nvSpPr>
        <p:spPr/>
        <p:txBody>
          <a:bodyPr/>
          <a:lstStyle>
            <a:lvl1pPr>
              <a:defRPr/>
            </a:lvl1pPr>
          </a:lstStyle>
          <a:p>
            <a:pPr>
              <a:defRPr/>
            </a:pPr>
            <a:fld id="{577556A7-F991-49CD-9B99-D6DBCF3B83FE}" type="slidenum">
              <a:rPr lang="en-US" altLang="en-US"/>
              <a:pPr>
                <a:defRPr/>
              </a:pPr>
              <a:t>‹#›</a:t>
            </a:fld>
            <a:endParaRPr lang="en-US" altLang="en-US"/>
          </a:p>
        </p:txBody>
      </p:sp>
    </p:spTree>
    <p:extLst>
      <p:ext uri="{BB962C8B-B14F-4D97-AF65-F5344CB8AC3E}">
        <p14:creationId xmlns:p14="http://schemas.microsoft.com/office/powerpoint/2010/main" val="416395788"/>
      </p:ext>
    </p:extLst>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a:extLst>
              <a:ext uri="{FF2B5EF4-FFF2-40B4-BE49-F238E27FC236}">
                <a16:creationId xmlns:a16="http://schemas.microsoft.com/office/drawing/2014/main" id="{97F71499-43DF-706E-91B8-459C2D841064}"/>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59197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a:extLst>
              <a:ext uri="{FF2B5EF4-FFF2-40B4-BE49-F238E27FC236}">
                <a16:creationId xmlns:a16="http://schemas.microsoft.com/office/drawing/2014/main" id="{5D4C30F6-359A-F816-0722-864736FDF7B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F47BC8C7-5E57-9842-D534-4860E610722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CD30C30-8304-D770-6176-618E68D87D3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F5FB1CC-C666-4673-A375-578EF154635C}" type="datetime1">
              <a:rPr lang="en-US"/>
              <a:pPr>
                <a:defRPr/>
              </a:pPr>
              <a:t>6/12/2023</a:t>
            </a:fld>
            <a:endParaRPr lang="en-US"/>
          </a:p>
        </p:txBody>
      </p:sp>
      <p:sp>
        <p:nvSpPr>
          <p:cNvPr id="5" name="Footer Placeholder 4">
            <a:extLst>
              <a:ext uri="{FF2B5EF4-FFF2-40B4-BE49-F238E27FC236}">
                <a16:creationId xmlns:a16="http://schemas.microsoft.com/office/drawing/2014/main" id="{CE060F9B-EC45-8BD5-119C-7C03FB1B44C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9CE19E5-63DC-BF19-2A35-67783DF70C2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BA6E9B0D-B8A4-43C7-8AC0-71675843A51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45" r:id="rId1"/>
    <p:sldLayoutId id="214748394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7" r:id="rId11"/>
    <p:sldLayoutId id="2147483948" r:id="rId12"/>
  </p:sldLayoutIdLst>
  <p:transition spd="slow">
    <p:split orient="ver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ukzFI9rgwfU?feature=oembed" TargetMode="Externa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businessyield.com/marketing/market-segmentation/" TargetMode="External"/><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hyperlink" Target="https://mxnet.apache.org/"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pytorch.org/"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tensorflow.org/"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keras.io/"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F77DE5-D93F-78E6-FEF3-67BC9962ED8B}"/>
              </a:ext>
            </a:extLst>
          </p:cNvPr>
          <p:cNvSpPr txBox="1">
            <a:spLocks/>
          </p:cNvSpPr>
          <p:nvPr/>
        </p:nvSpPr>
        <p:spPr bwMode="auto">
          <a:xfrm>
            <a:off x="1676400" y="2300288"/>
            <a:ext cx="7467600" cy="747712"/>
          </a:xfrm>
          <a:prstGeom prst="rect">
            <a:avLst/>
          </a:prstGeom>
          <a:noFill/>
          <a:ln w="9525">
            <a:noFill/>
            <a:miter lim="800000"/>
            <a:headEnd/>
            <a:tailEnd/>
          </a:ln>
        </p:spPr>
        <p:txBody>
          <a:bodyPr anchor="ctr"/>
          <a:lstStyle/>
          <a:p>
            <a:pPr algn="ctr">
              <a:defRPr/>
            </a:pPr>
            <a:r>
              <a:rPr lang="en-US" sz="2500" b="1" dirty="0">
                <a:solidFill>
                  <a:schemeClr val="bg1"/>
                </a:solidFill>
                <a:latin typeface="+mj-lt"/>
                <a:ea typeface="+mj-ea"/>
                <a:cs typeface="+mj-cs"/>
              </a:rPr>
              <a:t>Course  : COMP8043041 – Machine Learning</a:t>
            </a:r>
          </a:p>
          <a:p>
            <a:pPr algn="ctr">
              <a:defRPr/>
            </a:pPr>
            <a:r>
              <a:rPr lang="en-US" sz="2500" b="1" dirty="0">
                <a:solidFill>
                  <a:schemeClr val="bg1"/>
                </a:solidFill>
                <a:latin typeface="+mj-lt"/>
                <a:ea typeface="+mj-ea"/>
                <a:cs typeface="+mj-cs"/>
              </a:rPr>
              <a:t>Period : June 2023</a:t>
            </a:r>
            <a:endParaRPr lang="id-ID" sz="2500" b="1" dirty="0">
              <a:solidFill>
                <a:schemeClr val="bg1"/>
              </a:solidFill>
              <a:latin typeface="+mj-lt"/>
              <a:ea typeface="+mj-ea"/>
              <a:cs typeface="+mj-cs"/>
            </a:endParaRPr>
          </a:p>
        </p:txBody>
      </p:sp>
      <p:sp>
        <p:nvSpPr>
          <p:cNvPr id="5" name="Title 1">
            <a:extLst>
              <a:ext uri="{FF2B5EF4-FFF2-40B4-BE49-F238E27FC236}">
                <a16:creationId xmlns:a16="http://schemas.microsoft.com/office/drawing/2014/main" id="{DC812F7A-6051-8904-CE0F-BE54B49FFB85}"/>
              </a:ext>
            </a:extLst>
          </p:cNvPr>
          <p:cNvSpPr txBox="1">
            <a:spLocks/>
          </p:cNvSpPr>
          <p:nvPr/>
        </p:nvSpPr>
        <p:spPr bwMode="auto">
          <a:xfrm>
            <a:off x="1676400" y="4067175"/>
            <a:ext cx="7467600" cy="1204913"/>
          </a:xfrm>
          <a:prstGeom prst="rect">
            <a:avLst/>
          </a:prstGeom>
          <a:noFill/>
          <a:ln w="9525">
            <a:noFill/>
            <a:miter lim="800000"/>
            <a:headEnd/>
            <a:tailEnd/>
          </a:ln>
        </p:spPr>
        <p:txBody>
          <a:bodyPr anchor="ctr"/>
          <a:lstStyle/>
          <a:p>
            <a:pPr algn="ctr">
              <a:defRPr/>
            </a:pPr>
            <a:r>
              <a:rPr lang="en-US" sz="3600" b="1" dirty="0">
                <a:solidFill>
                  <a:schemeClr val="bg1"/>
                </a:solidFill>
                <a:latin typeface="+mj-lt"/>
                <a:ea typeface="+mj-ea"/>
                <a:cs typeface="+mj-cs"/>
              </a:rPr>
              <a:t>Introduction to Machine Learning</a:t>
            </a:r>
          </a:p>
          <a:p>
            <a:pPr algn="ctr">
              <a:defRPr/>
            </a:pPr>
            <a:r>
              <a:rPr lang="en-US" sz="3600" b="1" dirty="0">
                <a:solidFill>
                  <a:schemeClr val="bg1"/>
                </a:solidFill>
                <a:latin typeface="+mj-lt"/>
                <a:ea typeface="+mj-ea"/>
                <a:cs typeface="+mj-cs"/>
              </a:rPr>
              <a:t>Session 01</a:t>
            </a:r>
            <a:endParaRPr lang="id-ID" sz="3600" b="1" dirty="0">
              <a:solidFill>
                <a:schemeClr val="bg1"/>
              </a:solidFill>
              <a:latin typeface="+mj-lt"/>
              <a:ea typeface="+mj-ea"/>
              <a:cs typeface="+mj-cs"/>
            </a:endParaRPr>
          </a:p>
        </p:txBody>
      </p:sp>
      <p:sp>
        <p:nvSpPr>
          <p:cNvPr id="6" name="Title 1">
            <a:extLst>
              <a:ext uri="{FF2B5EF4-FFF2-40B4-BE49-F238E27FC236}">
                <a16:creationId xmlns:a16="http://schemas.microsoft.com/office/drawing/2014/main" id="{97EA27B7-BF0B-18C8-B4D1-C017DC3D81EE}"/>
              </a:ext>
            </a:extLst>
          </p:cNvPr>
          <p:cNvSpPr txBox="1">
            <a:spLocks/>
          </p:cNvSpPr>
          <p:nvPr/>
        </p:nvSpPr>
        <p:spPr bwMode="auto">
          <a:xfrm>
            <a:off x="1676400" y="6324600"/>
            <a:ext cx="7467600" cy="533400"/>
          </a:xfrm>
          <a:prstGeom prst="rect">
            <a:avLst/>
          </a:prstGeom>
          <a:noFill/>
          <a:ln w="9525">
            <a:noFill/>
            <a:miter lim="800000"/>
            <a:headEnd/>
            <a:tailEnd/>
          </a:ln>
        </p:spPr>
        <p:txBody>
          <a:bodyPr anchor="ctr"/>
          <a:lstStyle/>
          <a:p>
            <a:pPr algn="ctr">
              <a:defRPr/>
            </a:pPr>
            <a:r>
              <a:rPr lang="en-US" sz="2200" b="1" dirty="0">
                <a:solidFill>
                  <a:schemeClr val="bg1"/>
                </a:solidFill>
                <a:latin typeface="+mj-lt"/>
                <a:ea typeface="+mj-ea"/>
                <a:cs typeface="+mj-cs"/>
              </a:rPr>
              <a:t>KDS – Amalia Zahra, S.Kom., Ph.D.</a:t>
            </a:r>
            <a:endParaRPr lang="id-ID" sz="2200" b="1" dirty="0">
              <a:solidFill>
                <a:schemeClr val="bg1"/>
              </a:solidFill>
              <a:latin typeface="+mj-lt"/>
              <a:ea typeface="+mj-ea"/>
              <a:cs typeface="+mj-cs"/>
            </a:endParaRP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76F5F04-FE83-9693-97AA-10368D3300A7}"/>
              </a:ext>
            </a:extLst>
          </p:cNvPr>
          <p:cNvSpPr>
            <a:spLocks noGrp="1"/>
          </p:cNvSpPr>
          <p:nvPr>
            <p:ph type="title"/>
          </p:nvPr>
        </p:nvSpPr>
        <p:spPr/>
        <p:txBody>
          <a:bodyPr/>
          <a:lstStyle/>
          <a:p>
            <a:r>
              <a:rPr lang="en-US" altLang="en-US">
                <a:latin typeface="Open Sans" pitchFamily="34" charset="0"/>
              </a:rPr>
              <a:t>Learning Outcomes</a:t>
            </a:r>
          </a:p>
        </p:txBody>
      </p:sp>
      <p:sp>
        <p:nvSpPr>
          <p:cNvPr id="3" name="Content Placeholder 2">
            <a:extLst>
              <a:ext uri="{FF2B5EF4-FFF2-40B4-BE49-F238E27FC236}">
                <a16:creationId xmlns:a16="http://schemas.microsoft.com/office/drawing/2014/main" id="{CE6EC551-B27A-ADD1-6030-58BBD3595AF6}"/>
              </a:ext>
            </a:extLst>
          </p:cNvPr>
          <p:cNvSpPr>
            <a:spLocks noGrp="1"/>
          </p:cNvSpPr>
          <p:nvPr>
            <p:ph idx="1"/>
          </p:nvPr>
        </p:nvSpPr>
        <p:spPr/>
        <p:txBody>
          <a:bodyPr/>
          <a:lstStyle/>
          <a:p>
            <a:pPr marL="0" indent="0">
              <a:buFont typeface="Arial" panose="020B0604020202020204" pitchFamily="34" charset="0"/>
              <a:buNone/>
              <a:defRPr/>
            </a:pPr>
            <a:r>
              <a:rPr lang="en-US" dirty="0"/>
              <a:t>After the completion of this session, students are expected to achieve the following learning outcomes:</a:t>
            </a:r>
          </a:p>
          <a:p>
            <a:pPr>
              <a:defRPr/>
            </a:pPr>
            <a:r>
              <a:rPr lang="en-US" dirty="0"/>
              <a:t>LO1: Understand the fundamental concept of Machine Learning and know its various techniques/algorithms. </a:t>
            </a:r>
          </a:p>
          <a:p>
            <a:pPr>
              <a:defRPr/>
            </a:pPr>
            <a:endParaRPr lang="en-US" dirty="0"/>
          </a:p>
          <a:p>
            <a:pPr>
              <a:defRPr/>
            </a:pPr>
            <a:endParaRPr lang="en-US" dirty="0"/>
          </a:p>
        </p:txBody>
      </p:sp>
      <p:sp>
        <p:nvSpPr>
          <p:cNvPr id="8196" name="Slide Number Placeholder 3">
            <a:extLst>
              <a:ext uri="{FF2B5EF4-FFF2-40B4-BE49-F238E27FC236}">
                <a16:creationId xmlns:a16="http://schemas.microsoft.com/office/drawing/2014/main" id="{0F0DA867-544D-CA9E-4643-EBFCF2280E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EA8883C-8B9B-4D63-8DBB-CD5019750F00}"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B6EF5E1-F62B-1E3F-6540-A46DFA9592F3}"/>
              </a:ext>
            </a:extLst>
          </p:cNvPr>
          <p:cNvSpPr>
            <a:spLocks noGrp="1"/>
          </p:cNvSpPr>
          <p:nvPr>
            <p:ph type="title"/>
          </p:nvPr>
        </p:nvSpPr>
        <p:spPr>
          <a:xfrm>
            <a:off x="1219200" y="533400"/>
            <a:ext cx="7391400" cy="914400"/>
          </a:xfrm>
        </p:spPr>
        <p:txBody>
          <a:bodyPr/>
          <a:lstStyle/>
          <a:p>
            <a:r>
              <a:rPr lang="en-US" altLang="en-US">
                <a:latin typeface="Open Sans" pitchFamily="34" charset="0"/>
              </a:rPr>
              <a:t>Topics</a:t>
            </a:r>
            <a:endParaRPr lang="id-ID" altLang="en-US">
              <a:latin typeface="Open Sans" pitchFamily="34" charset="0"/>
            </a:endParaRPr>
          </a:p>
        </p:txBody>
      </p:sp>
      <p:sp>
        <p:nvSpPr>
          <p:cNvPr id="9219" name="Content Placeholder 2">
            <a:extLst>
              <a:ext uri="{FF2B5EF4-FFF2-40B4-BE49-F238E27FC236}">
                <a16:creationId xmlns:a16="http://schemas.microsoft.com/office/drawing/2014/main" id="{E1CDCE8A-C7FC-0D1B-B797-033FB08CE2E5}"/>
              </a:ext>
            </a:extLst>
          </p:cNvPr>
          <p:cNvSpPr>
            <a:spLocks noGrp="1"/>
          </p:cNvSpPr>
          <p:nvPr>
            <p:ph idx="1"/>
          </p:nvPr>
        </p:nvSpPr>
        <p:spPr>
          <a:xfrm>
            <a:off x="700088" y="1465263"/>
            <a:ext cx="8229600" cy="4525962"/>
          </a:xfrm>
        </p:spPr>
        <p:txBody>
          <a:bodyPr/>
          <a:lstStyle/>
          <a:p>
            <a:r>
              <a:rPr lang="en-US" altLang="en-US">
                <a:latin typeface="Open Sans" pitchFamily="34" charset="0"/>
              </a:rPr>
              <a:t>Introduction</a:t>
            </a:r>
          </a:p>
          <a:p>
            <a:r>
              <a:rPr lang="en-US" altLang="en-US">
                <a:latin typeface="Open Sans" pitchFamily="34" charset="0"/>
              </a:rPr>
              <a:t>What is Machine Learning?</a:t>
            </a:r>
          </a:p>
          <a:p>
            <a:r>
              <a:rPr lang="en-US" altLang="en-US">
                <a:latin typeface="Open Sans" pitchFamily="34" charset="0"/>
              </a:rPr>
              <a:t>Supervised Learning</a:t>
            </a:r>
          </a:p>
          <a:p>
            <a:r>
              <a:rPr lang="en-US" altLang="en-US">
                <a:latin typeface="Open Sans" pitchFamily="34" charset="0"/>
              </a:rPr>
              <a:t>Unsupervised Learning</a:t>
            </a:r>
          </a:p>
          <a:p>
            <a:r>
              <a:rPr lang="en-US" altLang="en-US">
                <a:latin typeface="Open Sans" pitchFamily="34" charset="0"/>
              </a:rPr>
              <a:t>Real-Life Applications of Machine Learning</a:t>
            </a:r>
          </a:p>
          <a:p>
            <a:r>
              <a:rPr lang="en-US" altLang="en-US">
                <a:latin typeface="Open Sans" pitchFamily="34" charset="0"/>
              </a:rPr>
              <a:t>Machine Learning Technologies</a:t>
            </a:r>
          </a:p>
          <a:p>
            <a:endParaRPr lang="id-ID" altLang="en-US">
              <a:latin typeface="Open Sans" pitchFamily="34" charset="0"/>
            </a:endParaRPr>
          </a:p>
        </p:txBody>
      </p:sp>
      <p:sp>
        <p:nvSpPr>
          <p:cNvPr id="9220" name="Slide Number Placeholder 1">
            <a:extLst>
              <a:ext uri="{FF2B5EF4-FFF2-40B4-BE49-F238E27FC236}">
                <a16:creationId xmlns:a16="http://schemas.microsoft.com/office/drawing/2014/main" id="{DCFEF2F6-81A8-E2AC-9465-9B1085C4463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DFAEA94-4576-415D-A0D2-7CB421AD638B}"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647AC3A7-6970-5CE7-EB4B-77189C23BD50}"/>
              </a:ext>
            </a:extLst>
          </p:cNvPr>
          <p:cNvSpPr>
            <a:spLocks noGrp="1"/>
          </p:cNvSpPr>
          <p:nvPr>
            <p:ph type="title"/>
          </p:nvPr>
        </p:nvSpPr>
        <p:spPr>
          <a:xfrm>
            <a:off x="1981200" y="457200"/>
            <a:ext cx="6781800" cy="914400"/>
          </a:xfrm>
        </p:spPr>
        <p:txBody>
          <a:bodyPr/>
          <a:lstStyle/>
          <a:p>
            <a:r>
              <a:rPr lang="en-US" altLang="en-US" sz="2400" dirty="0">
                <a:latin typeface="Open Sans" pitchFamily="34" charset="0"/>
              </a:rPr>
              <a:t>Machine Learning is in Your Everyday Life</a:t>
            </a:r>
            <a:endParaRPr lang="id-ID" altLang="en-US" sz="2400" dirty="0">
              <a:latin typeface="Open Sans" pitchFamily="34" charset="0"/>
            </a:endParaRPr>
          </a:p>
        </p:txBody>
      </p:sp>
      <p:sp>
        <p:nvSpPr>
          <p:cNvPr id="10243" name="Content Placeholder 2">
            <a:extLst>
              <a:ext uri="{FF2B5EF4-FFF2-40B4-BE49-F238E27FC236}">
                <a16:creationId xmlns:a16="http://schemas.microsoft.com/office/drawing/2014/main" id="{65B882C8-B44F-2DEC-9AF5-CB3111CE341C}"/>
              </a:ext>
            </a:extLst>
          </p:cNvPr>
          <p:cNvSpPr>
            <a:spLocks noGrp="1"/>
          </p:cNvSpPr>
          <p:nvPr>
            <p:ph idx="1"/>
          </p:nvPr>
        </p:nvSpPr>
        <p:spPr>
          <a:xfrm>
            <a:off x="700088" y="1752599"/>
            <a:ext cx="8229600" cy="4238625"/>
          </a:xfrm>
        </p:spPr>
        <p:txBody>
          <a:bodyPr/>
          <a:lstStyle/>
          <a:p>
            <a:r>
              <a:rPr lang="en-US" altLang="en-US" dirty="0">
                <a:latin typeface="Open Sans" pitchFamily="34" charset="0"/>
              </a:rPr>
              <a:t>Search Engine, such as Google, Bing.</a:t>
            </a:r>
          </a:p>
          <a:p>
            <a:r>
              <a:rPr lang="en-US" altLang="en-US" dirty="0">
                <a:latin typeface="Open Sans" pitchFamily="34" charset="0"/>
              </a:rPr>
              <a:t>Facebook</a:t>
            </a:r>
          </a:p>
          <a:p>
            <a:pPr lvl="1"/>
            <a:r>
              <a:rPr lang="en-US" altLang="en-US" dirty="0">
                <a:latin typeface="Open Sans" pitchFamily="34" charset="0"/>
              </a:rPr>
              <a:t>Recognizing your friends’ photos</a:t>
            </a:r>
          </a:p>
          <a:p>
            <a:r>
              <a:rPr lang="en-US" altLang="en-US" dirty="0">
                <a:latin typeface="Open Sans" pitchFamily="34" charset="0"/>
              </a:rPr>
              <a:t>Spam and Non-Spam Email Filtering </a:t>
            </a:r>
            <a:endParaRPr lang="id-ID" altLang="en-US" dirty="0">
              <a:latin typeface="Open Sans" pitchFamily="34" charset="0"/>
            </a:endParaRPr>
          </a:p>
        </p:txBody>
      </p:sp>
      <p:sp>
        <p:nvSpPr>
          <p:cNvPr id="10244" name="Slide Number Placeholder 1">
            <a:extLst>
              <a:ext uri="{FF2B5EF4-FFF2-40B4-BE49-F238E27FC236}">
                <a16:creationId xmlns:a16="http://schemas.microsoft.com/office/drawing/2014/main" id="{1693DAC2-6BBB-78B2-4C1D-773056020B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6BD49A-B4BC-4D9A-8089-6FC912D87835}"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B841D29-E5F4-1178-BBCD-B20D5FD785ED}"/>
              </a:ext>
            </a:extLst>
          </p:cNvPr>
          <p:cNvSpPr>
            <a:spLocks noGrp="1"/>
          </p:cNvSpPr>
          <p:nvPr>
            <p:ph type="title"/>
          </p:nvPr>
        </p:nvSpPr>
        <p:spPr>
          <a:xfrm>
            <a:off x="1143000" y="457200"/>
            <a:ext cx="7391400" cy="990600"/>
          </a:xfrm>
        </p:spPr>
        <p:txBody>
          <a:bodyPr/>
          <a:lstStyle/>
          <a:p>
            <a:r>
              <a:rPr lang="en-US" altLang="en-US">
                <a:latin typeface="Open Sans" pitchFamily="34" charset="0"/>
              </a:rPr>
              <a:t>Other Examples</a:t>
            </a:r>
            <a:endParaRPr lang="id-ID" altLang="en-US">
              <a:latin typeface="Open Sans" pitchFamily="34" charset="0"/>
            </a:endParaRPr>
          </a:p>
        </p:txBody>
      </p:sp>
      <p:sp>
        <p:nvSpPr>
          <p:cNvPr id="9219" name="Content Placeholder 2">
            <a:extLst>
              <a:ext uri="{FF2B5EF4-FFF2-40B4-BE49-F238E27FC236}">
                <a16:creationId xmlns:a16="http://schemas.microsoft.com/office/drawing/2014/main" id="{A32CEF4D-27FA-06A5-758D-31D607909F76}"/>
              </a:ext>
            </a:extLst>
          </p:cNvPr>
          <p:cNvSpPr>
            <a:spLocks noGrp="1"/>
          </p:cNvSpPr>
          <p:nvPr>
            <p:ph idx="1"/>
          </p:nvPr>
        </p:nvSpPr>
        <p:spPr>
          <a:xfrm>
            <a:off x="700088" y="1465263"/>
            <a:ext cx="8229600" cy="4525962"/>
          </a:xfrm>
        </p:spPr>
        <p:txBody>
          <a:bodyPr>
            <a:normAutofit fontScale="92500" lnSpcReduction="10000"/>
          </a:bodyPr>
          <a:lstStyle/>
          <a:p>
            <a:pPr>
              <a:defRPr/>
            </a:pPr>
            <a:r>
              <a:rPr lang="en-US" altLang="en-US" dirty="0"/>
              <a:t>Database mining: large datasets from growth of automation/web</a:t>
            </a:r>
          </a:p>
          <a:p>
            <a:pPr lvl="1">
              <a:defRPr/>
            </a:pPr>
            <a:r>
              <a:rPr lang="en-US" altLang="en-US" dirty="0"/>
              <a:t>Web click data, clickstream data, </a:t>
            </a:r>
            <a:r>
              <a:rPr lang="en-US" altLang="en-US" dirty="0" err="1"/>
              <a:t>etc</a:t>
            </a:r>
            <a:endParaRPr lang="en-US" altLang="en-US" dirty="0"/>
          </a:p>
          <a:p>
            <a:pPr lvl="1">
              <a:defRPr/>
            </a:pPr>
            <a:r>
              <a:rPr lang="en-US" altLang="en-US" dirty="0"/>
              <a:t>Medical record</a:t>
            </a:r>
          </a:p>
          <a:p>
            <a:pPr lvl="1">
              <a:defRPr/>
            </a:pPr>
            <a:r>
              <a:rPr lang="en-US" altLang="en-US" dirty="0"/>
              <a:t>Gene/DNA sequences</a:t>
            </a:r>
          </a:p>
          <a:p>
            <a:pPr>
              <a:defRPr/>
            </a:pPr>
            <a:r>
              <a:rPr lang="en-US" altLang="en-US" dirty="0"/>
              <a:t>Applications that can’t be programmed by hand.</a:t>
            </a:r>
          </a:p>
          <a:p>
            <a:pPr lvl="1">
              <a:defRPr/>
            </a:pPr>
            <a:r>
              <a:rPr lang="en-US" altLang="en-US" dirty="0"/>
              <a:t>Handwriting recognition</a:t>
            </a:r>
          </a:p>
          <a:p>
            <a:pPr lvl="1">
              <a:defRPr/>
            </a:pPr>
            <a:r>
              <a:rPr lang="en-US" altLang="en-US" dirty="0"/>
              <a:t>Natural Language Processing (NLP)</a:t>
            </a:r>
          </a:p>
          <a:p>
            <a:pPr lvl="1">
              <a:defRPr/>
            </a:pPr>
            <a:r>
              <a:rPr lang="en-US" altLang="en-US" dirty="0"/>
              <a:t>Computer Vision</a:t>
            </a:r>
          </a:p>
          <a:p>
            <a:pPr>
              <a:defRPr/>
            </a:pPr>
            <a:r>
              <a:rPr lang="en-US" altLang="en-US" dirty="0"/>
              <a:t>Recommendation system</a:t>
            </a:r>
            <a:endParaRPr lang="id-ID" altLang="en-US" dirty="0"/>
          </a:p>
        </p:txBody>
      </p:sp>
      <p:sp>
        <p:nvSpPr>
          <p:cNvPr id="12292" name="Slide Number Placeholder 1">
            <a:extLst>
              <a:ext uri="{FF2B5EF4-FFF2-40B4-BE49-F238E27FC236}">
                <a16:creationId xmlns:a16="http://schemas.microsoft.com/office/drawing/2014/main" id="{1ECFB97F-47CC-9F33-1B1E-CE10995921D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300C7AA-B361-4E66-A867-D3A8F5A5A880}"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spTree>
  </p:cSld>
  <p:clrMapOvr>
    <a:masterClrMapping/>
  </p:clrMapOvr>
  <p:transition spd="slow">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743ADF5-8D34-CDE8-3016-E7951325DCED}"/>
              </a:ext>
            </a:extLst>
          </p:cNvPr>
          <p:cNvSpPr>
            <a:spLocks noGrp="1"/>
          </p:cNvSpPr>
          <p:nvPr>
            <p:ph type="title"/>
          </p:nvPr>
        </p:nvSpPr>
        <p:spPr>
          <a:xfrm>
            <a:off x="1981200" y="457200"/>
            <a:ext cx="6629400" cy="990600"/>
          </a:xfrm>
        </p:spPr>
        <p:txBody>
          <a:bodyPr/>
          <a:lstStyle/>
          <a:p>
            <a:r>
              <a:rPr lang="en-US" altLang="en-US" dirty="0">
                <a:latin typeface="Open Sans" pitchFamily="34" charset="0"/>
              </a:rPr>
              <a:t>What is Machine Learning?</a:t>
            </a:r>
            <a:endParaRPr lang="id-ID" altLang="en-US" dirty="0">
              <a:latin typeface="Open Sans" pitchFamily="34" charset="0"/>
            </a:endParaRPr>
          </a:p>
        </p:txBody>
      </p:sp>
      <p:sp>
        <p:nvSpPr>
          <p:cNvPr id="13315" name="Content Placeholder 2">
            <a:extLst>
              <a:ext uri="{FF2B5EF4-FFF2-40B4-BE49-F238E27FC236}">
                <a16:creationId xmlns:a16="http://schemas.microsoft.com/office/drawing/2014/main" id="{4C7907D5-1CAF-D866-664E-7FD5C40FF8E3}"/>
              </a:ext>
            </a:extLst>
          </p:cNvPr>
          <p:cNvSpPr>
            <a:spLocks noGrp="1"/>
          </p:cNvSpPr>
          <p:nvPr>
            <p:ph idx="1"/>
          </p:nvPr>
        </p:nvSpPr>
        <p:spPr>
          <a:xfrm>
            <a:off x="700088" y="1752599"/>
            <a:ext cx="8229600" cy="4238625"/>
          </a:xfrm>
        </p:spPr>
        <p:txBody>
          <a:bodyPr/>
          <a:lstStyle/>
          <a:p>
            <a:r>
              <a:rPr lang="en-US" altLang="en-US" dirty="0">
                <a:solidFill>
                  <a:schemeClr val="accent1"/>
                </a:solidFill>
                <a:latin typeface="Open Sans" pitchFamily="34" charset="0"/>
              </a:rPr>
              <a:t>Arthur Samuel (1959)</a:t>
            </a:r>
            <a:r>
              <a:rPr lang="en-US" altLang="en-US" dirty="0">
                <a:latin typeface="Open Sans" pitchFamily="34" charset="0"/>
              </a:rPr>
              <a:t>. Machine Learning is the field of study that gives computers the ability to learn without being explicitly programmed.</a:t>
            </a:r>
          </a:p>
          <a:p>
            <a:r>
              <a:rPr lang="en-US" altLang="en-US" dirty="0">
                <a:solidFill>
                  <a:schemeClr val="accent1"/>
                </a:solidFill>
                <a:latin typeface="Open Sans" pitchFamily="34" charset="0"/>
              </a:rPr>
              <a:t>Tom Mitchell (1998)</a:t>
            </a:r>
            <a:r>
              <a:rPr lang="en-US" altLang="en-US" dirty="0">
                <a:latin typeface="Open Sans" pitchFamily="34" charset="0"/>
              </a:rPr>
              <a:t>. A well-posed learning problem: A computer program is said to learn from experience E with respect to some task T and some performance measure P, if its performance on T, as measured by P, improves with experience E. </a:t>
            </a:r>
          </a:p>
          <a:p>
            <a:endParaRPr lang="en-US" altLang="en-US" dirty="0">
              <a:latin typeface="Open Sans" pitchFamily="34" charset="0"/>
            </a:endParaRPr>
          </a:p>
          <a:p>
            <a:endParaRPr lang="id-ID" altLang="en-US" dirty="0">
              <a:latin typeface="Open Sans" pitchFamily="34" charset="0"/>
            </a:endParaRPr>
          </a:p>
        </p:txBody>
      </p:sp>
      <p:sp>
        <p:nvSpPr>
          <p:cNvPr id="13316" name="Slide Number Placeholder 1">
            <a:extLst>
              <a:ext uri="{FF2B5EF4-FFF2-40B4-BE49-F238E27FC236}">
                <a16:creationId xmlns:a16="http://schemas.microsoft.com/office/drawing/2014/main" id="{FE4E9881-DD17-349D-A51C-38E213B0404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0E3C3C7-DBCA-4459-BF08-E8637E24420B}"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Tree>
  </p:cSld>
  <p:clrMapOvr>
    <a:masterClrMapping/>
  </p:clrMapOvr>
  <p:transition spd="slow">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7CD13B5-A41F-0097-01F2-9105D4B22CB0}"/>
              </a:ext>
            </a:extLst>
          </p:cNvPr>
          <p:cNvSpPr>
            <a:spLocks noGrp="1"/>
          </p:cNvSpPr>
          <p:nvPr>
            <p:ph type="title"/>
          </p:nvPr>
        </p:nvSpPr>
        <p:spPr/>
        <p:txBody>
          <a:bodyPr/>
          <a:lstStyle/>
          <a:p>
            <a:r>
              <a:rPr lang="en-US" altLang="en-US">
                <a:latin typeface="Open Sans" pitchFamily="34" charset="0"/>
              </a:rPr>
              <a:t>Traditional Approach</a:t>
            </a:r>
          </a:p>
        </p:txBody>
      </p:sp>
      <p:sp>
        <p:nvSpPr>
          <p:cNvPr id="14339" name="Slide Number Placeholder 3">
            <a:extLst>
              <a:ext uri="{FF2B5EF4-FFF2-40B4-BE49-F238E27FC236}">
                <a16:creationId xmlns:a16="http://schemas.microsoft.com/office/drawing/2014/main" id="{FD55AC2B-4343-552A-72F7-E7B221D62A4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DF42269-12C9-448E-B432-B5938F86D827}"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
        <p:nvSpPr>
          <p:cNvPr id="5" name="Right Arrow 31">
            <a:extLst>
              <a:ext uri="{FF2B5EF4-FFF2-40B4-BE49-F238E27FC236}">
                <a16:creationId xmlns:a16="http://schemas.microsoft.com/office/drawing/2014/main" id="{F6B49C63-5680-4008-99D9-F63AA66EB258}"/>
              </a:ext>
            </a:extLst>
          </p:cNvPr>
          <p:cNvSpPr/>
          <p:nvPr/>
        </p:nvSpPr>
        <p:spPr>
          <a:xfrm>
            <a:off x="7531125" y="3390347"/>
            <a:ext cx="412406"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6" name="Right Arrow 30">
            <a:extLst>
              <a:ext uri="{FF2B5EF4-FFF2-40B4-BE49-F238E27FC236}">
                <a16:creationId xmlns:a16="http://schemas.microsoft.com/office/drawing/2014/main" id="{70C6F1D9-0393-441A-A732-CF42CF5659A4}"/>
              </a:ext>
            </a:extLst>
          </p:cNvPr>
          <p:cNvSpPr/>
          <p:nvPr/>
        </p:nvSpPr>
        <p:spPr>
          <a:xfrm>
            <a:off x="3884894" y="3398594"/>
            <a:ext cx="427949"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7" name="Right Arrow 29">
            <a:extLst>
              <a:ext uri="{FF2B5EF4-FFF2-40B4-BE49-F238E27FC236}">
                <a16:creationId xmlns:a16="http://schemas.microsoft.com/office/drawing/2014/main" id="{45B2876D-4670-6F92-DF3E-BD0C33231BB8}"/>
              </a:ext>
            </a:extLst>
          </p:cNvPr>
          <p:cNvSpPr/>
          <p:nvPr/>
        </p:nvSpPr>
        <p:spPr>
          <a:xfrm>
            <a:off x="2592712" y="3398594"/>
            <a:ext cx="758506"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grpSp>
        <p:nvGrpSpPr>
          <p:cNvPr id="14349" name="Group 7">
            <a:extLst>
              <a:ext uri="{FF2B5EF4-FFF2-40B4-BE49-F238E27FC236}">
                <a16:creationId xmlns:a16="http://schemas.microsoft.com/office/drawing/2014/main" id="{2BE1C2AB-63D0-1A26-C667-EF3A77E3BFDA}"/>
              </a:ext>
            </a:extLst>
          </p:cNvPr>
          <p:cNvGrpSpPr>
            <a:grpSpLocks/>
          </p:cNvGrpSpPr>
          <p:nvPr/>
        </p:nvGrpSpPr>
        <p:grpSpPr bwMode="auto">
          <a:xfrm>
            <a:off x="684213" y="2476500"/>
            <a:ext cx="2228850" cy="2305050"/>
            <a:chOff x="640616" y="1548441"/>
            <a:chExt cx="2227974" cy="2305893"/>
          </a:xfrm>
        </p:grpSpPr>
        <p:pic>
          <p:nvPicPr>
            <p:cNvPr id="14376" name="Picture 8">
              <a:extLst>
                <a:ext uri="{FF2B5EF4-FFF2-40B4-BE49-F238E27FC236}">
                  <a16:creationId xmlns:a16="http://schemas.microsoft.com/office/drawing/2014/main" id="{5FA2911E-6F0C-634B-0B1D-48966B0D29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582" t="29" r="11406" b="-2"/>
            <a:stretch>
              <a:fillRect/>
            </a:stretch>
          </p:blipFill>
          <p:spPr bwMode="auto">
            <a:xfrm>
              <a:off x="640616" y="2395777"/>
              <a:ext cx="945868" cy="91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7" name="Picture 9">
              <a:extLst>
                <a:ext uri="{FF2B5EF4-FFF2-40B4-BE49-F238E27FC236}">
                  <a16:creationId xmlns:a16="http://schemas.microsoft.com/office/drawing/2014/main" id="{C513EBF8-BC73-2423-94CC-132C496D1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090" t="16997" r="25893"/>
            <a:stretch>
              <a:fillRect/>
            </a:stretch>
          </p:blipFill>
          <p:spPr bwMode="auto">
            <a:xfrm>
              <a:off x="997288" y="1548441"/>
              <a:ext cx="889291" cy="111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8" name="Picture 10">
              <a:extLst>
                <a:ext uri="{FF2B5EF4-FFF2-40B4-BE49-F238E27FC236}">
                  <a16:creationId xmlns:a16="http://schemas.microsoft.com/office/drawing/2014/main" id="{7112292B-60BA-4A6F-D79D-6E972D27F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725" t="12981" r="11531" b="5939"/>
            <a:stretch>
              <a:fillRect/>
            </a:stretch>
          </p:blipFill>
          <p:spPr bwMode="auto">
            <a:xfrm>
              <a:off x="1731035" y="1690163"/>
              <a:ext cx="934193" cy="105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79" name="Picture 11">
              <a:extLst>
                <a:ext uri="{FF2B5EF4-FFF2-40B4-BE49-F238E27FC236}">
                  <a16:creationId xmlns:a16="http://schemas.microsoft.com/office/drawing/2014/main" id="{B4BD183F-FB3B-8181-39FA-1DC02BF8D1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6270" t="8736" r="12437"/>
            <a:stretch>
              <a:fillRect/>
            </a:stretch>
          </p:blipFill>
          <p:spPr bwMode="auto">
            <a:xfrm>
              <a:off x="1927998" y="2700132"/>
              <a:ext cx="940592" cy="90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0" name="Picture 12">
              <a:extLst>
                <a:ext uri="{FF2B5EF4-FFF2-40B4-BE49-F238E27FC236}">
                  <a16:creationId xmlns:a16="http://schemas.microsoft.com/office/drawing/2014/main" id="{C5A53966-F482-4F83-510C-0FF25E885D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4952"/>
            <a:stretch>
              <a:fillRect/>
            </a:stretch>
          </p:blipFill>
          <p:spPr bwMode="auto">
            <a:xfrm>
              <a:off x="1361122" y="2224408"/>
              <a:ext cx="1050914" cy="80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81" name="Picture 13">
              <a:extLst>
                <a:ext uri="{FF2B5EF4-FFF2-40B4-BE49-F238E27FC236}">
                  <a16:creationId xmlns:a16="http://schemas.microsoft.com/office/drawing/2014/main" id="{5780EF9E-5777-AC75-5B5E-76A497F2FF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5800" y="2831508"/>
              <a:ext cx="1022826" cy="102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350" name="Group 14">
            <a:extLst>
              <a:ext uri="{FF2B5EF4-FFF2-40B4-BE49-F238E27FC236}">
                <a16:creationId xmlns:a16="http://schemas.microsoft.com/office/drawing/2014/main" id="{29BC7BB4-3118-B751-759E-47337F1E4D2C}"/>
              </a:ext>
            </a:extLst>
          </p:cNvPr>
          <p:cNvGrpSpPr>
            <a:grpSpLocks/>
          </p:cNvGrpSpPr>
          <p:nvPr/>
        </p:nvGrpSpPr>
        <p:grpSpPr bwMode="auto">
          <a:xfrm>
            <a:off x="2743200" y="2085975"/>
            <a:ext cx="1643063" cy="2506663"/>
            <a:chOff x="2409981" y="2086471"/>
            <a:chExt cx="1642381" cy="2506738"/>
          </a:xfrm>
        </p:grpSpPr>
        <p:grpSp>
          <p:nvGrpSpPr>
            <p:cNvPr id="14361" name="Group 15">
              <a:extLst>
                <a:ext uri="{FF2B5EF4-FFF2-40B4-BE49-F238E27FC236}">
                  <a16:creationId xmlns:a16="http://schemas.microsoft.com/office/drawing/2014/main" id="{12EFC9DB-4E28-D747-8D61-DFA34767753B}"/>
                </a:ext>
              </a:extLst>
            </p:cNvPr>
            <p:cNvGrpSpPr>
              <a:grpSpLocks/>
            </p:cNvGrpSpPr>
            <p:nvPr/>
          </p:nvGrpSpPr>
          <p:grpSpPr bwMode="auto">
            <a:xfrm>
              <a:off x="3024145" y="2600967"/>
              <a:ext cx="520903" cy="1992242"/>
              <a:chOff x="3484655" y="2005223"/>
              <a:chExt cx="520903" cy="1992242"/>
            </a:xfrm>
          </p:grpSpPr>
          <p:sp>
            <p:nvSpPr>
              <p:cNvPr id="18" name="Rectangle 17">
                <a:extLst>
                  <a:ext uri="{FF2B5EF4-FFF2-40B4-BE49-F238E27FC236}">
                    <a16:creationId xmlns:a16="http://schemas.microsoft.com/office/drawing/2014/main" id="{C94F8EA7-0598-1163-A7D5-FF76A892861C}"/>
                  </a:ext>
                </a:extLst>
              </p:cNvPr>
              <p:cNvSpPr/>
              <p:nvPr/>
            </p:nvSpPr>
            <p:spPr>
              <a:xfrm>
                <a:off x="3484599" y="2005092"/>
                <a:ext cx="520484" cy="199237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sp>
            <p:nvSpPr>
              <p:cNvPr id="19" name="Oval 18">
                <a:extLst>
                  <a:ext uri="{FF2B5EF4-FFF2-40B4-BE49-F238E27FC236}">
                    <a16:creationId xmlns:a16="http://schemas.microsoft.com/office/drawing/2014/main" id="{D0C6BAAD-C421-EADC-08F5-CC3709CC48F9}"/>
                  </a:ext>
                </a:extLst>
              </p:cNvPr>
              <p:cNvSpPr/>
              <p:nvPr/>
            </p:nvSpPr>
            <p:spPr>
              <a:xfrm>
                <a:off x="3621223" y="2162695"/>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20" name="Oval 19">
                <a:extLst>
                  <a:ext uri="{FF2B5EF4-FFF2-40B4-BE49-F238E27FC236}">
                    <a16:creationId xmlns:a16="http://schemas.microsoft.com/office/drawing/2014/main" id="{7F33A66A-6019-358B-CC0B-631D7A6878CC}"/>
                  </a:ext>
                </a:extLst>
              </p:cNvPr>
              <p:cNvSpPr/>
              <p:nvPr/>
            </p:nvSpPr>
            <p:spPr>
              <a:xfrm>
                <a:off x="3622256" y="2624955"/>
                <a:ext cx="233249" cy="233249"/>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id-ID"/>
              </a:p>
            </p:txBody>
          </p:sp>
          <p:sp>
            <p:nvSpPr>
              <p:cNvPr id="21" name="Oval 20">
                <a:extLst>
                  <a:ext uri="{FF2B5EF4-FFF2-40B4-BE49-F238E27FC236}">
                    <a16:creationId xmlns:a16="http://schemas.microsoft.com/office/drawing/2014/main" id="{7CB2423B-1B38-70E6-6832-DD699AE10D30}"/>
                  </a:ext>
                </a:extLst>
              </p:cNvPr>
              <p:cNvSpPr/>
              <p:nvPr/>
            </p:nvSpPr>
            <p:spPr>
              <a:xfrm>
                <a:off x="3621222" y="3087215"/>
                <a:ext cx="233249" cy="23324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id-ID"/>
              </a:p>
            </p:txBody>
          </p:sp>
          <p:sp>
            <p:nvSpPr>
              <p:cNvPr id="22" name="Oval 21">
                <a:extLst>
                  <a:ext uri="{FF2B5EF4-FFF2-40B4-BE49-F238E27FC236}">
                    <a16:creationId xmlns:a16="http://schemas.microsoft.com/office/drawing/2014/main" id="{11501DA7-50CE-4C14-5439-801A3018FAF4}"/>
                  </a:ext>
                </a:extLst>
              </p:cNvPr>
              <p:cNvSpPr/>
              <p:nvPr/>
            </p:nvSpPr>
            <p:spPr>
              <a:xfrm>
                <a:off x="3614650" y="3544299"/>
                <a:ext cx="233249" cy="233249"/>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grpSp>
        <p:sp>
          <p:nvSpPr>
            <p:cNvPr id="14362" name="TextBox 16">
              <a:extLst>
                <a:ext uri="{FF2B5EF4-FFF2-40B4-BE49-F238E27FC236}">
                  <a16:creationId xmlns:a16="http://schemas.microsoft.com/office/drawing/2014/main" id="{C2042D5B-0A80-EF96-5CA2-89A2B1FDC384}"/>
                </a:ext>
              </a:extLst>
            </p:cNvPr>
            <p:cNvSpPr txBox="1">
              <a:spLocks noChangeArrowheads="1"/>
            </p:cNvSpPr>
            <p:nvPr/>
          </p:nvSpPr>
          <p:spPr bwMode="auto">
            <a:xfrm>
              <a:off x="2409981" y="2086471"/>
              <a:ext cx="16423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Feature Extraction</a:t>
              </a:r>
              <a:endParaRPr lang="id-ID" altLang="en-US" sz="1400">
                <a:latin typeface="Arial" panose="020B0604020202020204" pitchFamily="34" charset="0"/>
              </a:endParaRPr>
            </a:p>
          </p:txBody>
        </p:sp>
      </p:grpSp>
      <p:grpSp>
        <p:nvGrpSpPr>
          <p:cNvPr id="14351" name="Group 22">
            <a:extLst>
              <a:ext uri="{FF2B5EF4-FFF2-40B4-BE49-F238E27FC236}">
                <a16:creationId xmlns:a16="http://schemas.microsoft.com/office/drawing/2014/main" id="{2712F261-8374-E2D6-B263-4F0B29E03E17}"/>
              </a:ext>
            </a:extLst>
          </p:cNvPr>
          <p:cNvGrpSpPr>
            <a:grpSpLocks/>
          </p:cNvGrpSpPr>
          <p:nvPr/>
        </p:nvGrpSpPr>
        <p:grpSpPr bwMode="auto">
          <a:xfrm>
            <a:off x="4319588" y="2105025"/>
            <a:ext cx="3205162" cy="2487613"/>
            <a:chOff x="3986251" y="2104259"/>
            <a:chExt cx="3205027" cy="2488950"/>
          </a:xfrm>
        </p:grpSpPr>
        <p:sp>
          <p:nvSpPr>
            <p:cNvPr id="24" name="Rectangle 23">
              <a:extLst>
                <a:ext uri="{FF2B5EF4-FFF2-40B4-BE49-F238E27FC236}">
                  <a16:creationId xmlns:a16="http://schemas.microsoft.com/office/drawing/2014/main" id="{F85BB929-BA24-1352-4A3D-50192E67B791}"/>
                </a:ext>
              </a:extLst>
            </p:cNvPr>
            <p:cNvSpPr/>
            <p:nvPr/>
          </p:nvSpPr>
          <p:spPr>
            <a:xfrm>
              <a:off x="3986251" y="2601414"/>
              <a:ext cx="3205027" cy="1991795"/>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800" dirty="0">
                  <a:solidFill>
                    <a:schemeClr val="tx1"/>
                  </a:solidFill>
                  <a:latin typeface="Courier New" panose="02070309020205020404" pitchFamily="49" charset="0"/>
                  <a:cs typeface="Courier New" panose="02070309020205020404" pitchFamily="49" charset="0"/>
                </a:rPr>
                <a:t>If f1=“yes” and f2&lt;2 then “bird”</a:t>
              </a:r>
            </a:p>
            <a:p>
              <a:pPr algn="ctr">
                <a:defRPr/>
              </a:pPr>
              <a:r>
                <a:rPr lang="id-ID" sz="800" dirty="0">
                  <a:solidFill>
                    <a:schemeClr val="tx1"/>
                  </a:solidFill>
                  <a:latin typeface="Courier New" panose="02070309020205020404" pitchFamily="49" charset="0"/>
                  <a:cs typeface="Courier New" panose="02070309020205020404" pitchFamily="49" charset="0"/>
                </a:rPr>
                <a:t>Else if f2=“no” and f3=5 and f4&lt;1 then “cat”</a:t>
              </a:r>
            </a:p>
            <a:p>
              <a:pPr algn="ctr">
                <a:defRPr/>
              </a:pPr>
              <a:r>
                <a:rPr lang="id-ID" sz="800" dirty="0">
                  <a:solidFill>
                    <a:schemeClr val="tx1"/>
                  </a:solidFill>
                  <a:latin typeface="Courier New" panose="02070309020205020404" pitchFamily="49" charset="0"/>
                  <a:cs typeface="Courier New" panose="02070309020205020404" pitchFamily="49" charset="0"/>
                </a:rPr>
                <a:t>Else if f1=“Yes” and f2&lt;2 and f4=“yes” then “dog”</a:t>
              </a:r>
            </a:p>
            <a:p>
              <a:pPr algn="ctr">
                <a:defRPr/>
              </a:pPr>
              <a:r>
                <a:rPr lang="id-ID" sz="800" dirty="0">
                  <a:solidFill>
                    <a:schemeClr val="tx1"/>
                  </a:solidFill>
                  <a:latin typeface="Courier New" panose="02070309020205020404" pitchFamily="49" charset="0"/>
                  <a:cs typeface="Courier New" panose="02070309020205020404" pitchFamily="49" charset="0"/>
                </a:rPr>
                <a:t>Else if f2=“no” and f5&gt;10 and f1=“no” then fish</a:t>
              </a:r>
            </a:p>
            <a:p>
              <a:pPr algn="ctr">
                <a:defRPr/>
              </a:pPr>
              <a:r>
                <a:rPr lang="id-ID" sz="800" dirty="0">
                  <a:solidFill>
                    <a:schemeClr val="tx1"/>
                  </a:solidFill>
                  <a:latin typeface="Courier New" panose="02070309020205020404" pitchFamily="49" charset="0"/>
                  <a:cs typeface="Courier New" panose="02070309020205020404" pitchFamily="49" charset="0"/>
                </a:rPr>
                <a:t>.....</a:t>
              </a:r>
            </a:p>
          </p:txBody>
        </p:sp>
        <p:sp>
          <p:nvSpPr>
            <p:cNvPr id="14360" name="TextBox 24">
              <a:extLst>
                <a:ext uri="{FF2B5EF4-FFF2-40B4-BE49-F238E27FC236}">
                  <a16:creationId xmlns:a16="http://schemas.microsoft.com/office/drawing/2014/main" id="{183E1AAE-A995-5496-2A28-75CF20A1FCBB}"/>
                </a:ext>
              </a:extLst>
            </p:cNvPr>
            <p:cNvSpPr txBox="1">
              <a:spLocks noChangeArrowheads="1"/>
            </p:cNvSpPr>
            <p:nvPr/>
          </p:nvSpPr>
          <p:spPr bwMode="auto">
            <a:xfrm>
              <a:off x="4639020" y="2104259"/>
              <a:ext cx="18994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Set of Rules</a:t>
              </a:r>
              <a:endParaRPr lang="id-ID" altLang="en-US" sz="1400">
                <a:latin typeface="Arial" panose="020B0604020202020204" pitchFamily="34" charset="0"/>
              </a:endParaRPr>
            </a:p>
          </p:txBody>
        </p:sp>
      </p:grpSp>
      <p:grpSp>
        <p:nvGrpSpPr>
          <p:cNvPr id="14352" name="Group 25">
            <a:extLst>
              <a:ext uri="{FF2B5EF4-FFF2-40B4-BE49-F238E27FC236}">
                <a16:creationId xmlns:a16="http://schemas.microsoft.com/office/drawing/2014/main" id="{5921121E-5529-2C2B-B4F0-FEBAA2BA029C}"/>
              </a:ext>
            </a:extLst>
          </p:cNvPr>
          <p:cNvGrpSpPr>
            <a:grpSpLocks/>
          </p:cNvGrpSpPr>
          <p:nvPr/>
        </p:nvGrpSpPr>
        <p:grpSpPr bwMode="auto">
          <a:xfrm>
            <a:off x="8051800" y="2085975"/>
            <a:ext cx="1016000" cy="2506663"/>
            <a:chOff x="7718327" y="2086470"/>
            <a:chExt cx="1016254" cy="2506056"/>
          </a:xfrm>
        </p:grpSpPr>
        <p:grpSp>
          <p:nvGrpSpPr>
            <p:cNvPr id="14353" name="Group 26">
              <a:extLst>
                <a:ext uri="{FF2B5EF4-FFF2-40B4-BE49-F238E27FC236}">
                  <a16:creationId xmlns:a16="http://schemas.microsoft.com/office/drawing/2014/main" id="{1EBC948A-8FFA-2E4B-7AD4-EE1923AE5A26}"/>
                </a:ext>
              </a:extLst>
            </p:cNvPr>
            <p:cNvGrpSpPr>
              <a:grpSpLocks/>
            </p:cNvGrpSpPr>
            <p:nvPr/>
          </p:nvGrpSpPr>
          <p:grpSpPr bwMode="auto">
            <a:xfrm>
              <a:off x="7718327" y="2600284"/>
              <a:ext cx="1016254" cy="1992242"/>
              <a:chOff x="7718327" y="2600284"/>
              <a:chExt cx="1016254" cy="1992242"/>
            </a:xfrm>
          </p:grpSpPr>
          <p:sp>
            <p:nvSpPr>
              <p:cNvPr id="29" name="Rectangle 28">
                <a:extLst>
                  <a:ext uri="{FF2B5EF4-FFF2-40B4-BE49-F238E27FC236}">
                    <a16:creationId xmlns:a16="http://schemas.microsoft.com/office/drawing/2014/main" id="{F520AE9A-70B8-183E-C892-41547727F449}"/>
                  </a:ext>
                </a:extLst>
              </p:cNvPr>
              <p:cNvSpPr/>
              <p:nvPr/>
            </p:nvSpPr>
            <p:spPr>
              <a:xfrm>
                <a:off x="7718327" y="2600696"/>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Dog</a:t>
                </a:r>
              </a:p>
            </p:txBody>
          </p:sp>
          <p:sp>
            <p:nvSpPr>
              <p:cNvPr id="30" name="Rectangle 29">
                <a:extLst>
                  <a:ext uri="{FF2B5EF4-FFF2-40B4-BE49-F238E27FC236}">
                    <a16:creationId xmlns:a16="http://schemas.microsoft.com/office/drawing/2014/main" id="{1CF1B3DF-AA3F-F15B-20F2-9DE994197462}"/>
                  </a:ext>
                </a:extLst>
              </p:cNvPr>
              <p:cNvSpPr/>
              <p:nvPr/>
            </p:nvSpPr>
            <p:spPr>
              <a:xfrm>
                <a:off x="7718327" y="3114921"/>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Cat</a:t>
                </a:r>
              </a:p>
            </p:txBody>
          </p:sp>
          <p:sp>
            <p:nvSpPr>
              <p:cNvPr id="31" name="Rectangle 30">
                <a:extLst>
                  <a:ext uri="{FF2B5EF4-FFF2-40B4-BE49-F238E27FC236}">
                    <a16:creationId xmlns:a16="http://schemas.microsoft.com/office/drawing/2014/main" id="{8EB5C073-71A9-7CF9-482D-A025EAEF8DA8}"/>
                  </a:ext>
                </a:extLst>
              </p:cNvPr>
              <p:cNvSpPr/>
              <p:nvPr/>
            </p:nvSpPr>
            <p:spPr>
              <a:xfrm>
                <a:off x="7718327" y="3629147"/>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Bird</a:t>
                </a:r>
              </a:p>
            </p:txBody>
          </p:sp>
          <p:sp>
            <p:nvSpPr>
              <p:cNvPr id="32" name="Rectangle 31">
                <a:extLst>
                  <a:ext uri="{FF2B5EF4-FFF2-40B4-BE49-F238E27FC236}">
                    <a16:creationId xmlns:a16="http://schemas.microsoft.com/office/drawing/2014/main" id="{EF315A0C-23BB-AC3D-4E56-63C92FE670A0}"/>
                  </a:ext>
                </a:extLst>
              </p:cNvPr>
              <p:cNvSpPr/>
              <p:nvPr/>
            </p:nvSpPr>
            <p:spPr>
              <a:xfrm>
                <a:off x="7718327" y="4146546"/>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Fish</a:t>
                </a:r>
              </a:p>
            </p:txBody>
          </p:sp>
        </p:grpSp>
        <p:sp>
          <p:nvSpPr>
            <p:cNvPr id="14354" name="TextBox 27">
              <a:extLst>
                <a:ext uri="{FF2B5EF4-FFF2-40B4-BE49-F238E27FC236}">
                  <a16:creationId xmlns:a16="http://schemas.microsoft.com/office/drawing/2014/main" id="{A1810FCE-2024-904B-F405-3BBAE1501D17}"/>
                </a:ext>
              </a:extLst>
            </p:cNvPr>
            <p:cNvSpPr txBox="1">
              <a:spLocks noChangeArrowheads="1"/>
            </p:cNvSpPr>
            <p:nvPr/>
          </p:nvSpPr>
          <p:spPr bwMode="auto">
            <a:xfrm>
              <a:off x="7718327" y="2086470"/>
              <a:ext cx="10162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Output</a:t>
              </a:r>
              <a:endParaRPr lang="id-ID" altLang="en-US" sz="1400">
                <a:latin typeface="Arial" panose="020B0604020202020204" pitchFamily="34" charset="0"/>
              </a:endParaRPr>
            </a:p>
          </p:txBody>
        </p:sp>
      </p:grpSp>
    </p:spTree>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F428B82-C1DB-53C0-50D0-0C2AACAC27C7}"/>
              </a:ext>
            </a:extLst>
          </p:cNvPr>
          <p:cNvSpPr>
            <a:spLocks noGrp="1"/>
          </p:cNvSpPr>
          <p:nvPr>
            <p:ph type="title"/>
          </p:nvPr>
        </p:nvSpPr>
        <p:spPr/>
        <p:txBody>
          <a:bodyPr>
            <a:normAutofit fontScale="90000"/>
          </a:bodyPr>
          <a:lstStyle/>
          <a:p>
            <a:r>
              <a:rPr lang="en-US" altLang="en-US">
                <a:latin typeface="Open Sans" pitchFamily="34" charset="0"/>
              </a:rPr>
              <a:t>Machine Learning Approach</a:t>
            </a:r>
          </a:p>
        </p:txBody>
      </p:sp>
      <p:sp>
        <p:nvSpPr>
          <p:cNvPr id="15363" name="Slide Number Placeholder 3">
            <a:extLst>
              <a:ext uri="{FF2B5EF4-FFF2-40B4-BE49-F238E27FC236}">
                <a16:creationId xmlns:a16="http://schemas.microsoft.com/office/drawing/2014/main" id="{089E742B-281D-6409-6108-51BD2A009D0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64D3B6-E982-45E3-B849-8B62169E5B0B}"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grpSp>
        <p:nvGrpSpPr>
          <p:cNvPr id="15364" name="Group 4">
            <a:extLst>
              <a:ext uri="{FF2B5EF4-FFF2-40B4-BE49-F238E27FC236}">
                <a16:creationId xmlns:a16="http://schemas.microsoft.com/office/drawing/2014/main" id="{1FE2F4F3-6D5C-2279-A354-12E24EE762FA}"/>
              </a:ext>
            </a:extLst>
          </p:cNvPr>
          <p:cNvGrpSpPr>
            <a:grpSpLocks/>
          </p:cNvGrpSpPr>
          <p:nvPr/>
        </p:nvGrpSpPr>
        <p:grpSpPr bwMode="auto">
          <a:xfrm>
            <a:off x="4238625" y="2095500"/>
            <a:ext cx="3205163" cy="2497138"/>
            <a:chOff x="3979623" y="2102650"/>
            <a:chExt cx="3205027" cy="2496477"/>
          </a:xfrm>
        </p:grpSpPr>
        <p:grpSp>
          <p:nvGrpSpPr>
            <p:cNvPr id="15404" name="Group 5">
              <a:extLst>
                <a:ext uri="{FF2B5EF4-FFF2-40B4-BE49-F238E27FC236}">
                  <a16:creationId xmlns:a16="http://schemas.microsoft.com/office/drawing/2014/main" id="{DF710BC7-A9B4-FE2E-004B-EE12FB55E866}"/>
                </a:ext>
              </a:extLst>
            </p:cNvPr>
            <p:cNvGrpSpPr>
              <a:grpSpLocks/>
            </p:cNvGrpSpPr>
            <p:nvPr/>
          </p:nvGrpSpPr>
          <p:grpSpPr bwMode="auto">
            <a:xfrm>
              <a:off x="3979623" y="2606885"/>
              <a:ext cx="3205027" cy="1992242"/>
              <a:chOff x="4010527" y="4781786"/>
              <a:chExt cx="3205027" cy="1992242"/>
            </a:xfrm>
          </p:grpSpPr>
          <p:sp>
            <p:nvSpPr>
              <p:cNvPr id="8" name="Rectangle 7">
                <a:extLst>
                  <a:ext uri="{FF2B5EF4-FFF2-40B4-BE49-F238E27FC236}">
                    <a16:creationId xmlns:a16="http://schemas.microsoft.com/office/drawing/2014/main" id="{3894AAE7-6B0B-C34C-6F51-6C9C5FFE2E65}"/>
                  </a:ext>
                </a:extLst>
              </p:cNvPr>
              <p:cNvSpPr/>
              <p:nvPr/>
            </p:nvSpPr>
            <p:spPr>
              <a:xfrm>
                <a:off x="4010527" y="4782242"/>
                <a:ext cx="3205027" cy="1991786"/>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800" dirty="0">
                  <a:solidFill>
                    <a:schemeClr val="tx1"/>
                  </a:solidFill>
                  <a:latin typeface="Courier New" panose="02070309020205020404" pitchFamily="49" charset="0"/>
                  <a:cs typeface="Courier New" panose="02070309020205020404" pitchFamily="49" charset="0"/>
                </a:endParaRPr>
              </a:p>
            </p:txBody>
          </p:sp>
          <p:sp>
            <p:nvSpPr>
              <p:cNvPr id="9" name="Oval 8">
                <a:extLst>
                  <a:ext uri="{FF2B5EF4-FFF2-40B4-BE49-F238E27FC236}">
                    <a16:creationId xmlns:a16="http://schemas.microsoft.com/office/drawing/2014/main" id="{2CC3847E-D285-B5A8-9BDD-7A3BB379F6E2}"/>
                  </a:ext>
                </a:extLst>
              </p:cNvPr>
              <p:cNvSpPr/>
              <p:nvPr/>
            </p:nvSpPr>
            <p:spPr>
              <a:xfrm>
                <a:off x="4219421" y="4999183"/>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10" name="Oval 9">
                <a:extLst>
                  <a:ext uri="{FF2B5EF4-FFF2-40B4-BE49-F238E27FC236}">
                    <a16:creationId xmlns:a16="http://schemas.microsoft.com/office/drawing/2014/main" id="{0FF37FF4-E5BF-AC38-585C-FF5D82B383E0}"/>
                  </a:ext>
                </a:extLst>
              </p:cNvPr>
              <p:cNvSpPr/>
              <p:nvPr/>
            </p:nvSpPr>
            <p:spPr>
              <a:xfrm>
                <a:off x="4219421" y="5416118"/>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11" name="Oval 10">
                <a:extLst>
                  <a:ext uri="{FF2B5EF4-FFF2-40B4-BE49-F238E27FC236}">
                    <a16:creationId xmlns:a16="http://schemas.microsoft.com/office/drawing/2014/main" id="{929648D9-4487-C70F-363C-82FC856907D4}"/>
                  </a:ext>
                </a:extLst>
              </p:cNvPr>
              <p:cNvSpPr/>
              <p:nvPr/>
            </p:nvSpPr>
            <p:spPr>
              <a:xfrm>
                <a:off x="4219420" y="5835507"/>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12" name="Oval 11">
                <a:extLst>
                  <a:ext uri="{FF2B5EF4-FFF2-40B4-BE49-F238E27FC236}">
                    <a16:creationId xmlns:a16="http://schemas.microsoft.com/office/drawing/2014/main" id="{0875A1E8-54CA-46D7-36B4-918630E7F254}"/>
                  </a:ext>
                </a:extLst>
              </p:cNvPr>
              <p:cNvSpPr/>
              <p:nvPr/>
            </p:nvSpPr>
            <p:spPr>
              <a:xfrm>
                <a:off x="4223323" y="6257333"/>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13" name="Oval 12">
                <a:extLst>
                  <a:ext uri="{FF2B5EF4-FFF2-40B4-BE49-F238E27FC236}">
                    <a16:creationId xmlns:a16="http://schemas.microsoft.com/office/drawing/2014/main" id="{A0E9C276-76C9-F5B0-26CD-F85A4209AAB8}"/>
                  </a:ext>
                </a:extLst>
              </p:cNvPr>
              <p:cNvSpPr/>
              <p:nvPr/>
            </p:nvSpPr>
            <p:spPr>
              <a:xfrm>
                <a:off x="4859725" y="5182869"/>
                <a:ext cx="233249" cy="233249"/>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id-ID"/>
              </a:p>
            </p:txBody>
          </p:sp>
          <p:sp>
            <p:nvSpPr>
              <p:cNvPr id="14" name="Oval 13">
                <a:extLst>
                  <a:ext uri="{FF2B5EF4-FFF2-40B4-BE49-F238E27FC236}">
                    <a16:creationId xmlns:a16="http://schemas.microsoft.com/office/drawing/2014/main" id="{E0F9C326-5C0A-007D-4468-B443F8A720CC}"/>
                  </a:ext>
                </a:extLst>
              </p:cNvPr>
              <p:cNvSpPr/>
              <p:nvPr/>
            </p:nvSpPr>
            <p:spPr>
              <a:xfrm>
                <a:off x="4864270" y="5602258"/>
                <a:ext cx="233249" cy="233249"/>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id-ID"/>
              </a:p>
            </p:txBody>
          </p:sp>
          <p:sp>
            <p:nvSpPr>
              <p:cNvPr id="15" name="Oval 14">
                <a:extLst>
                  <a:ext uri="{FF2B5EF4-FFF2-40B4-BE49-F238E27FC236}">
                    <a16:creationId xmlns:a16="http://schemas.microsoft.com/office/drawing/2014/main" id="{5917F8E2-E52E-4801-3033-2A1DBB3D2BCE}"/>
                  </a:ext>
                </a:extLst>
              </p:cNvPr>
              <p:cNvSpPr/>
              <p:nvPr/>
            </p:nvSpPr>
            <p:spPr>
              <a:xfrm>
                <a:off x="4862581" y="6029084"/>
                <a:ext cx="233249" cy="233249"/>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id-ID"/>
              </a:p>
            </p:txBody>
          </p:sp>
          <p:sp>
            <p:nvSpPr>
              <p:cNvPr id="16" name="Oval 15">
                <a:extLst>
                  <a:ext uri="{FF2B5EF4-FFF2-40B4-BE49-F238E27FC236}">
                    <a16:creationId xmlns:a16="http://schemas.microsoft.com/office/drawing/2014/main" id="{0EAFBC5E-389B-DB56-5D71-41ACD843E53C}"/>
                  </a:ext>
                </a:extLst>
              </p:cNvPr>
              <p:cNvSpPr/>
              <p:nvPr/>
            </p:nvSpPr>
            <p:spPr>
              <a:xfrm>
                <a:off x="5489497" y="5182869"/>
                <a:ext cx="233249" cy="23324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id-ID"/>
              </a:p>
            </p:txBody>
          </p:sp>
          <p:sp>
            <p:nvSpPr>
              <p:cNvPr id="17" name="Oval 16">
                <a:extLst>
                  <a:ext uri="{FF2B5EF4-FFF2-40B4-BE49-F238E27FC236}">
                    <a16:creationId xmlns:a16="http://schemas.microsoft.com/office/drawing/2014/main" id="{295DB0E7-400F-3B80-8525-B4D5059AF0CC}"/>
                  </a:ext>
                </a:extLst>
              </p:cNvPr>
              <p:cNvSpPr/>
              <p:nvPr/>
            </p:nvSpPr>
            <p:spPr>
              <a:xfrm>
                <a:off x="5491275" y="5601287"/>
                <a:ext cx="233249" cy="23324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id-ID"/>
              </a:p>
            </p:txBody>
          </p:sp>
          <p:sp>
            <p:nvSpPr>
              <p:cNvPr id="18" name="Oval 17">
                <a:extLst>
                  <a:ext uri="{FF2B5EF4-FFF2-40B4-BE49-F238E27FC236}">
                    <a16:creationId xmlns:a16="http://schemas.microsoft.com/office/drawing/2014/main" id="{0EA0CA8F-F1BA-EFC6-2B23-CF6141ECA5F2}"/>
                  </a:ext>
                </a:extLst>
              </p:cNvPr>
              <p:cNvSpPr/>
              <p:nvPr/>
            </p:nvSpPr>
            <p:spPr>
              <a:xfrm>
                <a:off x="5496415" y="6029679"/>
                <a:ext cx="233249" cy="23324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id-ID"/>
              </a:p>
            </p:txBody>
          </p:sp>
          <p:sp>
            <p:nvSpPr>
              <p:cNvPr id="19" name="Oval 18">
                <a:extLst>
                  <a:ext uri="{FF2B5EF4-FFF2-40B4-BE49-F238E27FC236}">
                    <a16:creationId xmlns:a16="http://schemas.microsoft.com/office/drawing/2014/main" id="{01B8EF6C-8F92-37CC-EAA6-3197854D1100}"/>
                  </a:ext>
                </a:extLst>
              </p:cNvPr>
              <p:cNvSpPr/>
              <p:nvPr/>
            </p:nvSpPr>
            <p:spPr>
              <a:xfrm>
                <a:off x="6125108" y="5342575"/>
                <a:ext cx="233249" cy="233249"/>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20" name="Oval 19">
                <a:extLst>
                  <a:ext uri="{FF2B5EF4-FFF2-40B4-BE49-F238E27FC236}">
                    <a16:creationId xmlns:a16="http://schemas.microsoft.com/office/drawing/2014/main" id="{FBCC1BBF-2FEA-2E97-D3D8-19E4782173A4}"/>
                  </a:ext>
                </a:extLst>
              </p:cNvPr>
              <p:cNvSpPr/>
              <p:nvPr/>
            </p:nvSpPr>
            <p:spPr>
              <a:xfrm>
                <a:off x="6125109" y="5816782"/>
                <a:ext cx="233249" cy="233249"/>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21" name="Oval 20">
                <a:extLst>
                  <a:ext uri="{FF2B5EF4-FFF2-40B4-BE49-F238E27FC236}">
                    <a16:creationId xmlns:a16="http://schemas.microsoft.com/office/drawing/2014/main" id="{4560653C-DECF-1F48-C632-DAF4DD2D6116}"/>
                  </a:ext>
                </a:extLst>
              </p:cNvPr>
              <p:cNvSpPr/>
              <p:nvPr/>
            </p:nvSpPr>
            <p:spPr>
              <a:xfrm>
                <a:off x="6759673" y="4992917"/>
                <a:ext cx="233249" cy="233249"/>
              </a:xfrm>
              <a:prstGeom prst="ellipse">
                <a:avLst/>
              </a:prstGeom>
            </p:spPr>
            <p:style>
              <a:lnRef idx="0">
                <a:schemeClr val="dk1"/>
              </a:lnRef>
              <a:fillRef idx="3">
                <a:schemeClr val="dk1"/>
              </a:fillRef>
              <a:effectRef idx="3">
                <a:schemeClr val="dk1"/>
              </a:effectRef>
              <a:fontRef idx="minor">
                <a:schemeClr val="lt1"/>
              </a:fontRef>
            </p:style>
            <p:txBody>
              <a:bodyPr anchor="ctr"/>
              <a:lstStyle/>
              <a:p>
                <a:pPr algn="ctr">
                  <a:defRPr/>
                </a:pPr>
                <a:endParaRPr lang="id-ID"/>
              </a:p>
            </p:txBody>
          </p:sp>
          <p:sp>
            <p:nvSpPr>
              <p:cNvPr id="22" name="Oval 21">
                <a:extLst>
                  <a:ext uri="{FF2B5EF4-FFF2-40B4-BE49-F238E27FC236}">
                    <a16:creationId xmlns:a16="http://schemas.microsoft.com/office/drawing/2014/main" id="{679160D5-BCD8-CB37-B1E7-2D2B5A1D2E2E}"/>
                  </a:ext>
                </a:extLst>
              </p:cNvPr>
              <p:cNvSpPr/>
              <p:nvPr/>
            </p:nvSpPr>
            <p:spPr>
              <a:xfrm>
                <a:off x="6759673" y="5416118"/>
                <a:ext cx="233249" cy="233249"/>
              </a:xfrm>
              <a:prstGeom prst="ellipse">
                <a:avLst/>
              </a:prstGeom>
            </p:spPr>
            <p:style>
              <a:lnRef idx="0">
                <a:schemeClr val="dk1"/>
              </a:lnRef>
              <a:fillRef idx="3">
                <a:schemeClr val="dk1"/>
              </a:fillRef>
              <a:effectRef idx="3">
                <a:schemeClr val="dk1"/>
              </a:effectRef>
              <a:fontRef idx="minor">
                <a:schemeClr val="lt1"/>
              </a:fontRef>
            </p:style>
            <p:txBody>
              <a:bodyPr anchor="ctr"/>
              <a:lstStyle/>
              <a:p>
                <a:pPr algn="ctr">
                  <a:defRPr/>
                </a:pPr>
                <a:endParaRPr lang="id-ID"/>
              </a:p>
            </p:txBody>
          </p:sp>
          <p:sp>
            <p:nvSpPr>
              <p:cNvPr id="23" name="Oval 22">
                <a:extLst>
                  <a:ext uri="{FF2B5EF4-FFF2-40B4-BE49-F238E27FC236}">
                    <a16:creationId xmlns:a16="http://schemas.microsoft.com/office/drawing/2014/main" id="{49828106-C610-D93E-A76E-B25BE09BCC96}"/>
                  </a:ext>
                </a:extLst>
              </p:cNvPr>
              <p:cNvSpPr/>
              <p:nvPr/>
            </p:nvSpPr>
            <p:spPr>
              <a:xfrm>
                <a:off x="6758943" y="5840268"/>
                <a:ext cx="233249" cy="233249"/>
              </a:xfrm>
              <a:prstGeom prst="ellipse">
                <a:avLst/>
              </a:prstGeom>
            </p:spPr>
            <p:style>
              <a:lnRef idx="0">
                <a:schemeClr val="dk1"/>
              </a:lnRef>
              <a:fillRef idx="3">
                <a:schemeClr val="dk1"/>
              </a:fillRef>
              <a:effectRef idx="3">
                <a:schemeClr val="dk1"/>
              </a:effectRef>
              <a:fontRef idx="minor">
                <a:schemeClr val="lt1"/>
              </a:fontRef>
            </p:style>
            <p:txBody>
              <a:bodyPr anchor="ctr"/>
              <a:lstStyle/>
              <a:p>
                <a:pPr algn="ctr">
                  <a:defRPr/>
                </a:pPr>
                <a:endParaRPr lang="id-ID"/>
              </a:p>
            </p:txBody>
          </p:sp>
          <p:sp>
            <p:nvSpPr>
              <p:cNvPr id="24" name="Oval 23">
                <a:extLst>
                  <a:ext uri="{FF2B5EF4-FFF2-40B4-BE49-F238E27FC236}">
                    <a16:creationId xmlns:a16="http://schemas.microsoft.com/office/drawing/2014/main" id="{87E5CF6D-7FEF-519D-1D0D-B459A122F899}"/>
                  </a:ext>
                </a:extLst>
              </p:cNvPr>
              <p:cNvSpPr/>
              <p:nvPr/>
            </p:nvSpPr>
            <p:spPr>
              <a:xfrm>
                <a:off x="6758095" y="6257332"/>
                <a:ext cx="233249" cy="233249"/>
              </a:xfrm>
              <a:prstGeom prst="ellipse">
                <a:avLst/>
              </a:prstGeom>
            </p:spPr>
            <p:style>
              <a:lnRef idx="0">
                <a:schemeClr val="dk1"/>
              </a:lnRef>
              <a:fillRef idx="3">
                <a:schemeClr val="dk1"/>
              </a:fillRef>
              <a:effectRef idx="3">
                <a:schemeClr val="dk1"/>
              </a:effectRef>
              <a:fontRef idx="minor">
                <a:schemeClr val="lt1"/>
              </a:fontRef>
            </p:style>
            <p:txBody>
              <a:bodyPr anchor="ctr"/>
              <a:lstStyle/>
              <a:p>
                <a:pPr algn="ctr">
                  <a:defRPr/>
                </a:pPr>
                <a:endParaRPr lang="id-ID"/>
              </a:p>
            </p:txBody>
          </p:sp>
          <p:cxnSp>
            <p:nvCxnSpPr>
              <p:cNvPr id="25" name="Straight Connector 24">
                <a:extLst>
                  <a:ext uri="{FF2B5EF4-FFF2-40B4-BE49-F238E27FC236}">
                    <a16:creationId xmlns:a16="http://schemas.microsoft.com/office/drawing/2014/main" id="{3DF2DAFF-47D0-5876-B958-2E0DC36C0981}"/>
                  </a:ext>
                </a:extLst>
              </p:cNvPr>
              <p:cNvCxnSpPr>
                <a:stCxn id="0" idx="6"/>
                <a:endCxn id="0" idx="2"/>
              </p:cNvCxnSpPr>
              <p:nvPr/>
            </p:nvCxnSpPr>
            <p:spPr>
              <a:xfrm>
                <a:off x="4453421" y="5115529"/>
                <a:ext cx="406383" cy="18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81562C-29BC-AA07-6E99-5B4EFD338AD8}"/>
                  </a:ext>
                </a:extLst>
              </p:cNvPr>
              <p:cNvCxnSpPr>
                <a:stCxn id="0" idx="6"/>
                <a:endCxn id="0" idx="2"/>
              </p:cNvCxnSpPr>
              <p:nvPr/>
            </p:nvCxnSpPr>
            <p:spPr>
              <a:xfrm>
                <a:off x="4453421" y="5115529"/>
                <a:ext cx="411145" cy="60309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8E73651-7C99-9E6D-5CB6-6032A574F8ED}"/>
                  </a:ext>
                </a:extLst>
              </p:cNvPr>
              <p:cNvCxnSpPr>
                <a:stCxn id="0" idx="6"/>
                <a:endCxn id="0" idx="2"/>
              </p:cNvCxnSpPr>
              <p:nvPr/>
            </p:nvCxnSpPr>
            <p:spPr>
              <a:xfrm>
                <a:off x="4453421" y="5115529"/>
                <a:ext cx="409558" cy="1030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289501F-B59B-1A9A-69B6-370DD272CE0D}"/>
                  </a:ext>
                </a:extLst>
              </p:cNvPr>
              <p:cNvCxnSpPr>
                <a:stCxn id="0" idx="6"/>
                <a:endCxn id="0" idx="2"/>
              </p:cNvCxnSpPr>
              <p:nvPr/>
            </p:nvCxnSpPr>
            <p:spPr>
              <a:xfrm flipV="1">
                <a:off x="4453421" y="5299630"/>
                <a:ext cx="406383" cy="233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19611EF-A3BA-0B25-33AC-89C9AF63DF28}"/>
                  </a:ext>
                </a:extLst>
              </p:cNvPr>
              <p:cNvCxnSpPr>
                <a:stCxn id="0" idx="6"/>
                <a:endCxn id="0" idx="2"/>
              </p:cNvCxnSpPr>
              <p:nvPr/>
            </p:nvCxnSpPr>
            <p:spPr>
              <a:xfrm>
                <a:off x="4453421" y="5532931"/>
                <a:ext cx="411145" cy="185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8FD7E1-8BB9-8BB3-4673-CCF0F082F68C}"/>
                  </a:ext>
                </a:extLst>
              </p:cNvPr>
              <p:cNvCxnSpPr>
                <a:stCxn id="0" idx="6"/>
                <a:endCxn id="0" idx="2"/>
              </p:cNvCxnSpPr>
              <p:nvPr/>
            </p:nvCxnSpPr>
            <p:spPr>
              <a:xfrm>
                <a:off x="4453421" y="5532931"/>
                <a:ext cx="409558" cy="612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C531A34-F22D-D1E2-1847-7AD8026668FC}"/>
                  </a:ext>
                </a:extLst>
              </p:cNvPr>
              <p:cNvCxnSpPr>
                <a:stCxn id="0" idx="6"/>
                <a:endCxn id="0" idx="2"/>
              </p:cNvCxnSpPr>
              <p:nvPr/>
            </p:nvCxnSpPr>
            <p:spPr>
              <a:xfrm flipV="1">
                <a:off x="4453421" y="5299630"/>
                <a:ext cx="406383" cy="6522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9EA009B-72B4-2C22-F3E5-C4C9EF4867AB}"/>
                  </a:ext>
                </a:extLst>
              </p:cNvPr>
              <p:cNvCxnSpPr>
                <a:stCxn id="0" idx="6"/>
                <a:endCxn id="0" idx="2"/>
              </p:cNvCxnSpPr>
              <p:nvPr/>
            </p:nvCxnSpPr>
            <p:spPr>
              <a:xfrm flipV="1">
                <a:off x="4453421" y="5718619"/>
                <a:ext cx="411145" cy="233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ADD7F27-D6D5-8E90-8F6A-D2062743FF90}"/>
                  </a:ext>
                </a:extLst>
              </p:cNvPr>
              <p:cNvCxnSpPr>
                <a:stCxn id="0" idx="6"/>
                <a:endCxn id="0" idx="2"/>
              </p:cNvCxnSpPr>
              <p:nvPr/>
            </p:nvCxnSpPr>
            <p:spPr>
              <a:xfrm>
                <a:off x="4453421" y="5951920"/>
                <a:ext cx="409558" cy="1936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6E89BE-F214-9F39-9E19-FE89587A2D7E}"/>
                  </a:ext>
                </a:extLst>
              </p:cNvPr>
              <p:cNvCxnSpPr>
                <a:stCxn id="0" idx="6"/>
                <a:endCxn id="0" idx="2"/>
              </p:cNvCxnSpPr>
              <p:nvPr/>
            </p:nvCxnSpPr>
            <p:spPr>
              <a:xfrm flipV="1">
                <a:off x="4456596" y="5299630"/>
                <a:ext cx="403208" cy="1074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99AB647-33B3-69C3-5799-E1BCFE637A14}"/>
                  </a:ext>
                </a:extLst>
              </p:cNvPr>
              <p:cNvCxnSpPr>
                <a:stCxn id="0" idx="6"/>
                <a:endCxn id="0" idx="2"/>
              </p:cNvCxnSpPr>
              <p:nvPr/>
            </p:nvCxnSpPr>
            <p:spPr>
              <a:xfrm flipV="1">
                <a:off x="4456596" y="5718619"/>
                <a:ext cx="407970" cy="6554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F21D09E-DF34-A148-7764-F050A62C5E5D}"/>
                  </a:ext>
                </a:extLst>
              </p:cNvPr>
              <p:cNvCxnSpPr>
                <a:stCxn id="0" idx="6"/>
                <a:endCxn id="0" idx="2"/>
              </p:cNvCxnSpPr>
              <p:nvPr/>
            </p:nvCxnSpPr>
            <p:spPr>
              <a:xfrm flipV="1">
                <a:off x="4456596" y="6145544"/>
                <a:ext cx="406383" cy="22854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83864D-3AD2-03F0-5602-528D1CDB84D2}"/>
                  </a:ext>
                </a:extLst>
              </p:cNvPr>
              <p:cNvCxnSpPr>
                <a:stCxn id="0" idx="6"/>
                <a:endCxn id="0" idx="2"/>
              </p:cNvCxnSpPr>
              <p:nvPr/>
            </p:nvCxnSpPr>
            <p:spPr>
              <a:xfrm>
                <a:off x="5093156" y="5299630"/>
                <a:ext cx="3968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E2EC2F0-83FC-CE25-B27C-EDD843292313}"/>
                  </a:ext>
                </a:extLst>
              </p:cNvPr>
              <p:cNvCxnSpPr>
                <a:stCxn id="0" idx="6"/>
                <a:endCxn id="0" idx="2"/>
              </p:cNvCxnSpPr>
              <p:nvPr/>
            </p:nvCxnSpPr>
            <p:spPr>
              <a:xfrm>
                <a:off x="5093156" y="5299630"/>
                <a:ext cx="398446" cy="418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DBF960A-9A13-FD65-7509-A1DE69201D6F}"/>
                  </a:ext>
                </a:extLst>
              </p:cNvPr>
              <p:cNvCxnSpPr>
                <a:stCxn id="0" idx="6"/>
                <a:endCxn id="0" idx="2"/>
              </p:cNvCxnSpPr>
              <p:nvPr/>
            </p:nvCxnSpPr>
            <p:spPr>
              <a:xfrm>
                <a:off x="5093156" y="5299630"/>
                <a:ext cx="403208" cy="8475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797EE5D-A8CB-11B6-F79F-D02744C479D1}"/>
                  </a:ext>
                </a:extLst>
              </p:cNvPr>
              <p:cNvCxnSpPr>
                <a:stCxn id="0" idx="6"/>
                <a:endCxn id="0" idx="2"/>
              </p:cNvCxnSpPr>
              <p:nvPr/>
            </p:nvCxnSpPr>
            <p:spPr>
              <a:xfrm flipV="1">
                <a:off x="5097919" y="5299630"/>
                <a:ext cx="392095" cy="418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AF2053F-2B5B-4E01-67BF-DB11450CC080}"/>
                  </a:ext>
                </a:extLst>
              </p:cNvPr>
              <p:cNvCxnSpPr>
                <a:endCxn id="0" idx="2"/>
              </p:cNvCxnSpPr>
              <p:nvPr/>
            </p:nvCxnSpPr>
            <p:spPr>
              <a:xfrm>
                <a:off x="5101094" y="5718619"/>
                <a:ext cx="3905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4086877-CE7C-AA77-6F26-4AF98B174240}"/>
                  </a:ext>
                </a:extLst>
              </p:cNvPr>
              <p:cNvCxnSpPr>
                <a:stCxn id="0" idx="6"/>
                <a:endCxn id="0" idx="2"/>
              </p:cNvCxnSpPr>
              <p:nvPr/>
            </p:nvCxnSpPr>
            <p:spPr>
              <a:xfrm>
                <a:off x="5097919" y="5718619"/>
                <a:ext cx="398445" cy="4285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CE83210-CFA9-CFF5-B942-ED2FC124FCEA}"/>
                  </a:ext>
                </a:extLst>
              </p:cNvPr>
              <p:cNvCxnSpPr>
                <a:stCxn id="0" idx="6"/>
                <a:endCxn id="0" idx="2"/>
              </p:cNvCxnSpPr>
              <p:nvPr/>
            </p:nvCxnSpPr>
            <p:spPr>
              <a:xfrm flipV="1">
                <a:off x="5096331" y="5299630"/>
                <a:ext cx="393683" cy="8459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B79A35-6B73-62FF-138B-02A1751C0440}"/>
                  </a:ext>
                </a:extLst>
              </p:cNvPr>
              <p:cNvCxnSpPr>
                <a:stCxn id="0" idx="6"/>
                <a:endCxn id="0" idx="2"/>
              </p:cNvCxnSpPr>
              <p:nvPr/>
            </p:nvCxnSpPr>
            <p:spPr>
              <a:xfrm flipV="1">
                <a:off x="5096331" y="5718619"/>
                <a:ext cx="395271" cy="426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078FA27-2E47-9D41-09AC-9A7E34579311}"/>
                  </a:ext>
                </a:extLst>
              </p:cNvPr>
              <p:cNvCxnSpPr>
                <a:stCxn id="0" idx="6"/>
                <a:endCxn id="0" idx="2"/>
              </p:cNvCxnSpPr>
              <p:nvPr/>
            </p:nvCxnSpPr>
            <p:spPr>
              <a:xfrm>
                <a:off x="5096331" y="6145544"/>
                <a:ext cx="400033"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DA1DC25-B881-161F-A8A5-A2305D345827}"/>
                  </a:ext>
                </a:extLst>
              </p:cNvPr>
              <p:cNvCxnSpPr>
                <a:stCxn id="0" idx="6"/>
                <a:endCxn id="0" idx="2"/>
              </p:cNvCxnSpPr>
              <p:nvPr/>
            </p:nvCxnSpPr>
            <p:spPr>
              <a:xfrm>
                <a:off x="5723367" y="5299630"/>
                <a:ext cx="401620" cy="160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D3B3DB6-1AD8-6DF3-EBDE-AC0F89E24D95}"/>
                  </a:ext>
                </a:extLst>
              </p:cNvPr>
              <p:cNvCxnSpPr>
                <a:endCxn id="0" idx="2"/>
              </p:cNvCxnSpPr>
              <p:nvPr/>
            </p:nvCxnSpPr>
            <p:spPr>
              <a:xfrm>
                <a:off x="5729717" y="5312327"/>
                <a:ext cx="395270" cy="620549"/>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D90491A-0C31-F8E1-78CE-A69AF03AB84A}"/>
                  </a:ext>
                </a:extLst>
              </p:cNvPr>
              <p:cNvCxnSpPr>
                <a:stCxn id="0" idx="6"/>
                <a:endCxn id="0" idx="2"/>
              </p:cNvCxnSpPr>
              <p:nvPr/>
            </p:nvCxnSpPr>
            <p:spPr>
              <a:xfrm flipV="1">
                <a:off x="5724954" y="5459926"/>
                <a:ext cx="400033" cy="2586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C4E5F22-EA3D-729C-46D0-6E8309D6E079}"/>
                  </a:ext>
                </a:extLst>
              </p:cNvPr>
              <p:cNvCxnSpPr>
                <a:stCxn id="0" idx="6"/>
                <a:endCxn id="0" idx="2"/>
              </p:cNvCxnSpPr>
              <p:nvPr/>
            </p:nvCxnSpPr>
            <p:spPr>
              <a:xfrm>
                <a:off x="5724954" y="5718619"/>
                <a:ext cx="400033" cy="214256"/>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87C203E-81A6-0289-6B06-65297AD7259A}"/>
                  </a:ext>
                </a:extLst>
              </p:cNvPr>
              <p:cNvCxnSpPr>
                <a:stCxn id="0" idx="6"/>
                <a:endCxn id="0" idx="2"/>
              </p:cNvCxnSpPr>
              <p:nvPr/>
            </p:nvCxnSpPr>
            <p:spPr>
              <a:xfrm flipV="1">
                <a:off x="5729717" y="5459926"/>
                <a:ext cx="395270" cy="687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7D58B8E-0914-7D22-F3F0-5917D17C164D}"/>
                  </a:ext>
                </a:extLst>
              </p:cNvPr>
              <p:cNvCxnSpPr>
                <a:endCxn id="0" idx="2"/>
              </p:cNvCxnSpPr>
              <p:nvPr/>
            </p:nvCxnSpPr>
            <p:spPr>
              <a:xfrm flipV="1">
                <a:off x="5736067" y="5932876"/>
                <a:ext cx="388920" cy="212669"/>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4141411-3A4E-985F-36E8-24D9FA4D6BBE}"/>
                  </a:ext>
                </a:extLst>
              </p:cNvPr>
              <p:cNvCxnSpPr>
                <a:stCxn id="0" idx="6"/>
                <a:endCxn id="0" idx="2"/>
              </p:cNvCxnSpPr>
              <p:nvPr/>
            </p:nvCxnSpPr>
            <p:spPr>
              <a:xfrm flipV="1">
                <a:off x="6358340" y="5109180"/>
                <a:ext cx="401620" cy="35074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6BFE350-29E6-8DAA-68E0-18D9F17E8D93}"/>
                  </a:ext>
                </a:extLst>
              </p:cNvPr>
              <p:cNvCxnSpPr>
                <a:stCxn id="0" idx="6"/>
                <a:endCxn id="0" idx="2"/>
              </p:cNvCxnSpPr>
              <p:nvPr/>
            </p:nvCxnSpPr>
            <p:spPr>
              <a:xfrm>
                <a:off x="6358340" y="5459926"/>
                <a:ext cx="401620" cy="73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48BA85B-9119-BA56-0417-C2BDD6956E76}"/>
                  </a:ext>
                </a:extLst>
              </p:cNvPr>
              <p:cNvCxnSpPr>
                <a:stCxn id="0" idx="6"/>
                <a:endCxn id="0" idx="2"/>
              </p:cNvCxnSpPr>
              <p:nvPr/>
            </p:nvCxnSpPr>
            <p:spPr>
              <a:xfrm>
                <a:off x="6358340" y="5459926"/>
                <a:ext cx="400033" cy="496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7BB9CA1-D9DB-ECEE-6A80-58935F20480F}"/>
                  </a:ext>
                </a:extLst>
              </p:cNvPr>
              <p:cNvCxnSpPr>
                <a:stCxn id="0" idx="6"/>
                <a:endCxn id="0" idx="2"/>
              </p:cNvCxnSpPr>
              <p:nvPr/>
            </p:nvCxnSpPr>
            <p:spPr>
              <a:xfrm>
                <a:off x="6358340" y="5459926"/>
                <a:ext cx="400033" cy="9141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75E71B4-74D4-A4BA-6033-A98ACCEDEFF6}"/>
                  </a:ext>
                </a:extLst>
              </p:cNvPr>
              <p:cNvCxnSpPr>
                <a:stCxn id="0" idx="6"/>
                <a:endCxn id="0" idx="2"/>
              </p:cNvCxnSpPr>
              <p:nvPr/>
            </p:nvCxnSpPr>
            <p:spPr>
              <a:xfrm flipV="1">
                <a:off x="6358340" y="5109180"/>
                <a:ext cx="401620" cy="82369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99E0D11-F7D6-5ECD-C3BE-CBBF5EEBD8FA}"/>
                  </a:ext>
                </a:extLst>
              </p:cNvPr>
              <p:cNvCxnSpPr>
                <a:stCxn id="0" idx="6"/>
                <a:endCxn id="0" idx="2"/>
              </p:cNvCxnSpPr>
              <p:nvPr/>
            </p:nvCxnSpPr>
            <p:spPr>
              <a:xfrm flipV="1">
                <a:off x="6358340" y="5532931"/>
                <a:ext cx="401620" cy="39994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34610BA-8ED2-F889-2083-48DDE6790DF6}"/>
                  </a:ext>
                </a:extLst>
              </p:cNvPr>
              <p:cNvCxnSpPr>
                <a:stCxn id="0" idx="6"/>
                <a:endCxn id="0" idx="2"/>
              </p:cNvCxnSpPr>
              <p:nvPr/>
            </p:nvCxnSpPr>
            <p:spPr>
              <a:xfrm>
                <a:off x="6358340" y="5932876"/>
                <a:ext cx="400033" cy="2380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3955730-786A-7C91-0890-63DB85F2811F}"/>
                  </a:ext>
                </a:extLst>
              </p:cNvPr>
              <p:cNvCxnSpPr>
                <a:stCxn id="0" idx="6"/>
                <a:endCxn id="0" idx="2"/>
              </p:cNvCxnSpPr>
              <p:nvPr/>
            </p:nvCxnSpPr>
            <p:spPr>
              <a:xfrm>
                <a:off x="6358340" y="5932876"/>
                <a:ext cx="400033" cy="44120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405" name="TextBox 6">
              <a:extLst>
                <a:ext uri="{FF2B5EF4-FFF2-40B4-BE49-F238E27FC236}">
                  <a16:creationId xmlns:a16="http://schemas.microsoft.com/office/drawing/2014/main" id="{8F02DBBF-0306-E933-E6F2-721ACC16D529}"/>
                </a:ext>
              </a:extLst>
            </p:cNvPr>
            <p:cNvSpPr txBox="1">
              <a:spLocks noChangeArrowheads="1"/>
            </p:cNvSpPr>
            <p:nvPr/>
          </p:nvSpPr>
          <p:spPr bwMode="auto">
            <a:xfrm>
              <a:off x="4451950" y="2102650"/>
              <a:ext cx="22465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id-ID" altLang="en-US" sz="1400">
                  <a:latin typeface="Arial" panose="020B0604020202020204" pitchFamily="34" charset="0"/>
                </a:rPr>
                <a:t>Machine Learning</a:t>
              </a:r>
              <a:r>
                <a:rPr lang="en-US" altLang="en-US" sz="1400">
                  <a:latin typeface="Arial" panose="020B0604020202020204" pitchFamily="34" charset="0"/>
                </a:rPr>
                <a:t> Model</a:t>
              </a:r>
              <a:endParaRPr lang="id-ID" altLang="en-US" sz="1400">
                <a:latin typeface="Arial" panose="020B0604020202020204" pitchFamily="34" charset="0"/>
              </a:endParaRPr>
            </a:p>
          </p:txBody>
        </p:sp>
      </p:grpSp>
      <p:sp>
        <p:nvSpPr>
          <p:cNvPr id="60" name="Right Arrow 31">
            <a:extLst>
              <a:ext uri="{FF2B5EF4-FFF2-40B4-BE49-F238E27FC236}">
                <a16:creationId xmlns:a16="http://schemas.microsoft.com/office/drawing/2014/main" id="{4140FFD7-E958-D87B-683E-8C52B9CF7695}"/>
              </a:ext>
            </a:extLst>
          </p:cNvPr>
          <p:cNvSpPr/>
          <p:nvPr/>
        </p:nvSpPr>
        <p:spPr>
          <a:xfrm>
            <a:off x="7454925" y="3390347"/>
            <a:ext cx="412406"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61" name="Right Arrow 30">
            <a:extLst>
              <a:ext uri="{FF2B5EF4-FFF2-40B4-BE49-F238E27FC236}">
                <a16:creationId xmlns:a16="http://schemas.microsoft.com/office/drawing/2014/main" id="{EC9BAF84-5CAC-7635-67AA-147FE11F8C72}"/>
              </a:ext>
            </a:extLst>
          </p:cNvPr>
          <p:cNvSpPr/>
          <p:nvPr/>
        </p:nvSpPr>
        <p:spPr>
          <a:xfrm>
            <a:off x="3808694" y="3398594"/>
            <a:ext cx="427949"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sp>
        <p:nvSpPr>
          <p:cNvPr id="62" name="Right Arrow 29">
            <a:extLst>
              <a:ext uri="{FF2B5EF4-FFF2-40B4-BE49-F238E27FC236}">
                <a16:creationId xmlns:a16="http://schemas.microsoft.com/office/drawing/2014/main" id="{66FE8D9C-AAF5-1268-5F35-61011CD03AE3}"/>
              </a:ext>
            </a:extLst>
          </p:cNvPr>
          <p:cNvSpPr/>
          <p:nvPr/>
        </p:nvSpPr>
        <p:spPr>
          <a:xfrm>
            <a:off x="2516512" y="3398594"/>
            <a:ext cx="758506" cy="408824"/>
          </a:xfrm>
          <a:prstGeom prst="rightArrow">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grpSp>
        <p:nvGrpSpPr>
          <p:cNvPr id="15374" name="Group 62">
            <a:extLst>
              <a:ext uri="{FF2B5EF4-FFF2-40B4-BE49-F238E27FC236}">
                <a16:creationId xmlns:a16="http://schemas.microsoft.com/office/drawing/2014/main" id="{B679F1CA-FE0A-B1CC-2848-90B9FE836D18}"/>
              </a:ext>
            </a:extLst>
          </p:cNvPr>
          <p:cNvGrpSpPr>
            <a:grpSpLocks/>
          </p:cNvGrpSpPr>
          <p:nvPr/>
        </p:nvGrpSpPr>
        <p:grpSpPr bwMode="auto">
          <a:xfrm>
            <a:off x="608013" y="2476500"/>
            <a:ext cx="2228850" cy="2305050"/>
            <a:chOff x="640616" y="1548441"/>
            <a:chExt cx="2227974" cy="2305893"/>
          </a:xfrm>
        </p:grpSpPr>
        <p:pic>
          <p:nvPicPr>
            <p:cNvPr id="15398" name="Picture 63">
              <a:extLst>
                <a:ext uri="{FF2B5EF4-FFF2-40B4-BE49-F238E27FC236}">
                  <a16:creationId xmlns:a16="http://schemas.microsoft.com/office/drawing/2014/main" id="{1411F1C4-D064-B5C3-D4E7-6189C34A5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582" t="29" r="11406" b="-2"/>
            <a:stretch>
              <a:fillRect/>
            </a:stretch>
          </p:blipFill>
          <p:spPr bwMode="auto">
            <a:xfrm>
              <a:off x="640616" y="2395777"/>
              <a:ext cx="945868" cy="917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99" name="Picture 64">
              <a:extLst>
                <a:ext uri="{FF2B5EF4-FFF2-40B4-BE49-F238E27FC236}">
                  <a16:creationId xmlns:a16="http://schemas.microsoft.com/office/drawing/2014/main" id="{48424093-C299-3B76-F50C-DF00BF12B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090" t="16997" r="25893"/>
            <a:stretch>
              <a:fillRect/>
            </a:stretch>
          </p:blipFill>
          <p:spPr bwMode="auto">
            <a:xfrm>
              <a:off x="997288" y="1548441"/>
              <a:ext cx="889291" cy="111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0" name="Picture 65">
              <a:extLst>
                <a:ext uri="{FF2B5EF4-FFF2-40B4-BE49-F238E27FC236}">
                  <a16:creationId xmlns:a16="http://schemas.microsoft.com/office/drawing/2014/main" id="{7D9219CA-6493-235B-5680-C6C62FE53F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725" t="12981" r="11531" b="5939"/>
            <a:stretch>
              <a:fillRect/>
            </a:stretch>
          </p:blipFill>
          <p:spPr bwMode="auto">
            <a:xfrm>
              <a:off x="1731035" y="1690163"/>
              <a:ext cx="934193" cy="1055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1" name="Picture 66">
              <a:extLst>
                <a:ext uri="{FF2B5EF4-FFF2-40B4-BE49-F238E27FC236}">
                  <a16:creationId xmlns:a16="http://schemas.microsoft.com/office/drawing/2014/main" id="{658188C8-7327-A543-C94F-E9A4F077F7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6270" t="8736" r="12437"/>
            <a:stretch>
              <a:fillRect/>
            </a:stretch>
          </p:blipFill>
          <p:spPr bwMode="auto">
            <a:xfrm>
              <a:off x="1927998" y="2700132"/>
              <a:ext cx="940592" cy="90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2" name="Picture 67">
              <a:extLst>
                <a:ext uri="{FF2B5EF4-FFF2-40B4-BE49-F238E27FC236}">
                  <a16:creationId xmlns:a16="http://schemas.microsoft.com/office/drawing/2014/main" id="{70380A25-E525-9872-42A0-71A9A2749D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4952"/>
            <a:stretch>
              <a:fillRect/>
            </a:stretch>
          </p:blipFill>
          <p:spPr bwMode="auto">
            <a:xfrm>
              <a:off x="1361122" y="2224408"/>
              <a:ext cx="1050914" cy="80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3" name="Picture 68">
              <a:extLst>
                <a:ext uri="{FF2B5EF4-FFF2-40B4-BE49-F238E27FC236}">
                  <a16:creationId xmlns:a16="http://schemas.microsoft.com/office/drawing/2014/main" id="{11DC64F8-1195-9872-A212-DC7020B93A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5800" y="2831508"/>
              <a:ext cx="1022826" cy="102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75" name="Group 69">
            <a:extLst>
              <a:ext uri="{FF2B5EF4-FFF2-40B4-BE49-F238E27FC236}">
                <a16:creationId xmlns:a16="http://schemas.microsoft.com/office/drawing/2014/main" id="{D4B12142-274F-4956-DC72-69D5A0F3E3A8}"/>
              </a:ext>
            </a:extLst>
          </p:cNvPr>
          <p:cNvGrpSpPr>
            <a:grpSpLocks/>
          </p:cNvGrpSpPr>
          <p:nvPr/>
        </p:nvGrpSpPr>
        <p:grpSpPr bwMode="auto">
          <a:xfrm>
            <a:off x="2624138" y="2085975"/>
            <a:ext cx="1719262" cy="2506663"/>
            <a:chOff x="2367800" y="2086471"/>
            <a:chExt cx="1718581" cy="2506738"/>
          </a:xfrm>
        </p:grpSpPr>
        <p:grpSp>
          <p:nvGrpSpPr>
            <p:cNvPr id="15383" name="Group 70">
              <a:extLst>
                <a:ext uri="{FF2B5EF4-FFF2-40B4-BE49-F238E27FC236}">
                  <a16:creationId xmlns:a16="http://schemas.microsoft.com/office/drawing/2014/main" id="{46A5F901-6F76-7E88-1049-1B1BD7BF8C86}"/>
                </a:ext>
              </a:extLst>
            </p:cNvPr>
            <p:cNvGrpSpPr>
              <a:grpSpLocks/>
            </p:cNvGrpSpPr>
            <p:nvPr/>
          </p:nvGrpSpPr>
          <p:grpSpPr bwMode="auto">
            <a:xfrm>
              <a:off x="3024145" y="2600967"/>
              <a:ext cx="520903" cy="1992242"/>
              <a:chOff x="3484655" y="2005223"/>
              <a:chExt cx="520903" cy="1992242"/>
            </a:xfrm>
          </p:grpSpPr>
          <p:sp>
            <p:nvSpPr>
              <p:cNvPr id="73" name="Rectangle 72">
                <a:extLst>
                  <a:ext uri="{FF2B5EF4-FFF2-40B4-BE49-F238E27FC236}">
                    <a16:creationId xmlns:a16="http://schemas.microsoft.com/office/drawing/2014/main" id="{01BB6696-3173-2C4E-0841-D7B151E6190E}"/>
                  </a:ext>
                </a:extLst>
              </p:cNvPr>
              <p:cNvSpPr/>
              <p:nvPr/>
            </p:nvSpPr>
            <p:spPr>
              <a:xfrm>
                <a:off x="3485275" y="2005092"/>
                <a:ext cx="520494" cy="1992373"/>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a:p>
            </p:txBody>
          </p:sp>
          <p:sp>
            <p:nvSpPr>
              <p:cNvPr id="74" name="Oval 73">
                <a:extLst>
                  <a:ext uri="{FF2B5EF4-FFF2-40B4-BE49-F238E27FC236}">
                    <a16:creationId xmlns:a16="http://schemas.microsoft.com/office/drawing/2014/main" id="{0141BDAC-15FF-4951-6190-0986AF641C2A}"/>
                  </a:ext>
                </a:extLst>
              </p:cNvPr>
              <p:cNvSpPr/>
              <p:nvPr/>
            </p:nvSpPr>
            <p:spPr>
              <a:xfrm>
                <a:off x="3621223" y="2162695"/>
                <a:ext cx="233249" cy="233249"/>
              </a:xfrm>
              <a:prstGeom prst="ellipse">
                <a:avLst/>
              </a:prstGeom>
            </p:spPr>
            <p:style>
              <a:lnRef idx="0">
                <a:schemeClr val="accent4"/>
              </a:lnRef>
              <a:fillRef idx="3">
                <a:schemeClr val="accent4"/>
              </a:fillRef>
              <a:effectRef idx="3">
                <a:schemeClr val="accent4"/>
              </a:effectRef>
              <a:fontRef idx="minor">
                <a:schemeClr val="lt1"/>
              </a:fontRef>
            </p:style>
            <p:txBody>
              <a:bodyPr anchor="ctr"/>
              <a:lstStyle/>
              <a:p>
                <a:pPr algn="ctr">
                  <a:defRPr/>
                </a:pPr>
                <a:endParaRPr lang="id-ID"/>
              </a:p>
            </p:txBody>
          </p:sp>
          <p:sp>
            <p:nvSpPr>
              <p:cNvPr id="75" name="Oval 74">
                <a:extLst>
                  <a:ext uri="{FF2B5EF4-FFF2-40B4-BE49-F238E27FC236}">
                    <a16:creationId xmlns:a16="http://schemas.microsoft.com/office/drawing/2014/main" id="{D9116889-344C-7230-32A6-E8ED354F7CEB}"/>
                  </a:ext>
                </a:extLst>
              </p:cNvPr>
              <p:cNvSpPr/>
              <p:nvPr/>
            </p:nvSpPr>
            <p:spPr>
              <a:xfrm>
                <a:off x="3622256" y="2624955"/>
                <a:ext cx="233249" cy="233249"/>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id-ID"/>
              </a:p>
            </p:txBody>
          </p:sp>
          <p:sp>
            <p:nvSpPr>
              <p:cNvPr id="76" name="Oval 75">
                <a:extLst>
                  <a:ext uri="{FF2B5EF4-FFF2-40B4-BE49-F238E27FC236}">
                    <a16:creationId xmlns:a16="http://schemas.microsoft.com/office/drawing/2014/main" id="{3AC8FD27-9DA9-8721-8E8E-D4E426D430AA}"/>
                  </a:ext>
                </a:extLst>
              </p:cNvPr>
              <p:cNvSpPr/>
              <p:nvPr/>
            </p:nvSpPr>
            <p:spPr>
              <a:xfrm>
                <a:off x="3621222" y="3087215"/>
                <a:ext cx="233249" cy="233249"/>
              </a:xfrm>
              <a:prstGeom prst="ellipse">
                <a:avLst/>
              </a:prstGeom>
            </p:spPr>
            <p:style>
              <a:lnRef idx="0">
                <a:schemeClr val="accent6"/>
              </a:lnRef>
              <a:fillRef idx="3">
                <a:schemeClr val="accent6"/>
              </a:fillRef>
              <a:effectRef idx="3">
                <a:schemeClr val="accent6"/>
              </a:effectRef>
              <a:fontRef idx="minor">
                <a:schemeClr val="lt1"/>
              </a:fontRef>
            </p:style>
            <p:txBody>
              <a:bodyPr anchor="ctr"/>
              <a:lstStyle/>
              <a:p>
                <a:pPr algn="ctr">
                  <a:defRPr/>
                </a:pPr>
                <a:endParaRPr lang="id-ID"/>
              </a:p>
            </p:txBody>
          </p:sp>
          <p:sp>
            <p:nvSpPr>
              <p:cNvPr id="77" name="Oval 76">
                <a:extLst>
                  <a:ext uri="{FF2B5EF4-FFF2-40B4-BE49-F238E27FC236}">
                    <a16:creationId xmlns:a16="http://schemas.microsoft.com/office/drawing/2014/main" id="{39DD37B5-FB55-1FA6-2BB8-489724A9C28E}"/>
                  </a:ext>
                </a:extLst>
              </p:cNvPr>
              <p:cNvSpPr/>
              <p:nvPr/>
            </p:nvSpPr>
            <p:spPr>
              <a:xfrm>
                <a:off x="3614650" y="3544299"/>
                <a:ext cx="233249" cy="233249"/>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id-ID"/>
              </a:p>
            </p:txBody>
          </p:sp>
        </p:grpSp>
        <p:sp>
          <p:nvSpPr>
            <p:cNvPr id="15384" name="TextBox 71">
              <a:extLst>
                <a:ext uri="{FF2B5EF4-FFF2-40B4-BE49-F238E27FC236}">
                  <a16:creationId xmlns:a16="http://schemas.microsoft.com/office/drawing/2014/main" id="{8F74CD64-A2B2-1130-C42B-E08FD88C00CE}"/>
                </a:ext>
              </a:extLst>
            </p:cNvPr>
            <p:cNvSpPr txBox="1">
              <a:spLocks noChangeArrowheads="1"/>
            </p:cNvSpPr>
            <p:nvPr/>
          </p:nvSpPr>
          <p:spPr bwMode="auto">
            <a:xfrm>
              <a:off x="2367800" y="2086471"/>
              <a:ext cx="17185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Feature Extraction</a:t>
              </a:r>
              <a:endParaRPr lang="id-ID" altLang="en-US" sz="1400">
                <a:latin typeface="Arial" panose="020B0604020202020204" pitchFamily="34" charset="0"/>
              </a:endParaRPr>
            </a:p>
          </p:txBody>
        </p:sp>
      </p:grpSp>
      <p:grpSp>
        <p:nvGrpSpPr>
          <p:cNvPr id="15376" name="Group 77">
            <a:extLst>
              <a:ext uri="{FF2B5EF4-FFF2-40B4-BE49-F238E27FC236}">
                <a16:creationId xmlns:a16="http://schemas.microsoft.com/office/drawing/2014/main" id="{9CFB9272-821A-910F-9BAA-53FDD7D4C4AB}"/>
              </a:ext>
            </a:extLst>
          </p:cNvPr>
          <p:cNvGrpSpPr>
            <a:grpSpLocks/>
          </p:cNvGrpSpPr>
          <p:nvPr/>
        </p:nvGrpSpPr>
        <p:grpSpPr bwMode="auto">
          <a:xfrm>
            <a:off x="7975600" y="2085975"/>
            <a:ext cx="1016000" cy="2506663"/>
            <a:chOff x="7718327" y="2086470"/>
            <a:chExt cx="1016254" cy="2506056"/>
          </a:xfrm>
        </p:grpSpPr>
        <p:grpSp>
          <p:nvGrpSpPr>
            <p:cNvPr id="15377" name="Group 78">
              <a:extLst>
                <a:ext uri="{FF2B5EF4-FFF2-40B4-BE49-F238E27FC236}">
                  <a16:creationId xmlns:a16="http://schemas.microsoft.com/office/drawing/2014/main" id="{391571D7-D035-14C0-F914-82C86B3CCCE7}"/>
                </a:ext>
              </a:extLst>
            </p:cNvPr>
            <p:cNvGrpSpPr>
              <a:grpSpLocks/>
            </p:cNvGrpSpPr>
            <p:nvPr/>
          </p:nvGrpSpPr>
          <p:grpSpPr bwMode="auto">
            <a:xfrm>
              <a:off x="7718327" y="2600284"/>
              <a:ext cx="1016254" cy="1992242"/>
              <a:chOff x="7718327" y="2600284"/>
              <a:chExt cx="1016254" cy="1992242"/>
            </a:xfrm>
          </p:grpSpPr>
          <p:sp>
            <p:nvSpPr>
              <p:cNvPr id="81" name="Rectangle 80">
                <a:extLst>
                  <a:ext uri="{FF2B5EF4-FFF2-40B4-BE49-F238E27FC236}">
                    <a16:creationId xmlns:a16="http://schemas.microsoft.com/office/drawing/2014/main" id="{B8B38AD7-94C1-1582-EBB6-E62B2EE9D681}"/>
                  </a:ext>
                </a:extLst>
              </p:cNvPr>
              <p:cNvSpPr/>
              <p:nvPr/>
            </p:nvSpPr>
            <p:spPr>
              <a:xfrm>
                <a:off x="7718327" y="2600696"/>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Dog</a:t>
                </a:r>
              </a:p>
            </p:txBody>
          </p:sp>
          <p:sp>
            <p:nvSpPr>
              <p:cNvPr id="82" name="Rectangle 81">
                <a:extLst>
                  <a:ext uri="{FF2B5EF4-FFF2-40B4-BE49-F238E27FC236}">
                    <a16:creationId xmlns:a16="http://schemas.microsoft.com/office/drawing/2014/main" id="{D47D73B6-E1DE-A6E7-4DCD-09D12235F0E0}"/>
                  </a:ext>
                </a:extLst>
              </p:cNvPr>
              <p:cNvSpPr/>
              <p:nvPr/>
            </p:nvSpPr>
            <p:spPr>
              <a:xfrm>
                <a:off x="7718327" y="3114921"/>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Cat</a:t>
                </a:r>
              </a:p>
            </p:txBody>
          </p:sp>
          <p:sp>
            <p:nvSpPr>
              <p:cNvPr id="83" name="Rectangle 82">
                <a:extLst>
                  <a:ext uri="{FF2B5EF4-FFF2-40B4-BE49-F238E27FC236}">
                    <a16:creationId xmlns:a16="http://schemas.microsoft.com/office/drawing/2014/main" id="{F0672DD4-5345-1644-E06B-D6EAB928EF2F}"/>
                  </a:ext>
                </a:extLst>
              </p:cNvPr>
              <p:cNvSpPr/>
              <p:nvPr/>
            </p:nvSpPr>
            <p:spPr>
              <a:xfrm>
                <a:off x="7718327" y="3629147"/>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Bird</a:t>
                </a:r>
              </a:p>
            </p:txBody>
          </p:sp>
          <p:sp>
            <p:nvSpPr>
              <p:cNvPr id="84" name="Rectangle 83">
                <a:extLst>
                  <a:ext uri="{FF2B5EF4-FFF2-40B4-BE49-F238E27FC236}">
                    <a16:creationId xmlns:a16="http://schemas.microsoft.com/office/drawing/2014/main" id="{ABA2E2D9-6752-2AAD-53AF-2E43FDEDF706}"/>
                  </a:ext>
                </a:extLst>
              </p:cNvPr>
              <p:cNvSpPr/>
              <p:nvPr/>
            </p:nvSpPr>
            <p:spPr>
              <a:xfrm>
                <a:off x="7718327" y="4146546"/>
                <a:ext cx="1016254" cy="445980"/>
              </a:xfrm>
              <a:prstGeom prst="rect">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id-ID" sz="1600" dirty="0">
                    <a:solidFill>
                      <a:schemeClr val="tx1"/>
                    </a:solidFill>
                    <a:latin typeface="+mj-lt"/>
                    <a:cs typeface="Courier New" panose="02070309020205020404" pitchFamily="49" charset="0"/>
                  </a:rPr>
                  <a:t>Fish</a:t>
                </a:r>
              </a:p>
            </p:txBody>
          </p:sp>
        </p:grpSp>
        <p:sp>
          <p:nvSpPr>
            <p:cNvPr id="15378" name="TextBox 79">
              <a:extLst>
                <a:ext uri="{FF2B5EF4-FFF2-40B4-BE49-F238E27FC236}">
                  <a16:creationId xmlns:a16="http://schemas.microsoft.com/office/drawing/2014/main" id="{2F8DC8DD-BF82-225A-CD7F-28662C7E86DD}"/>
                </a:ext>
              </a:extLst>
            </p:cNvPr>
            <p:cNvSpPr txBox="1">
              <a:spLocks noChangeArrowheads="1"/>
            </p:cNvSpPr>
            <p:nvPr/>
          </p:nvSpPr>
          <p:spPr bwMode="auto">
            <a:xfrm>
              <a:off x="7718327" y="2086470"/>
              <a:ext cx="10162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400">
                  <a:latin typeface="Arial" panose="020B0604020202020204" pitchFamily="34" charset="0"/>
                </a:rPr>
                <a:t>Output</a:t>
              </a:r>
              <a:endParaRPr lang="id-ID" altLang="en-US" sz="1400">
                <a:latin typeface="Arial" panose="020B0604020202020204" pitchFamily="34" charset="0"/>
              </a:endParaRPr>
            </a:p>
          </p:txBody>
        </p:sp>
      </p:grpSp>
    </p:spTree>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E8A99A35-CB91-7BDA-3E84-CB443AAEC198}"/>
              </a:ext>
            </a:extLst>
          </p:cNvPr>
          <p:cNvSpPr>
            <a:spLocks noGrp="1"/>
          </p:cNvSpPr>
          <p:nvPr>
            <p:ph type="title"/>
          </p:nvPr>
        </p:nvSpPr>
        <p:spPr/>
        <p:txBody>
          <a:bodyPr/>
          <a:lstStyle/>
          <a:p>
            <a:r>
              <a:rPr lang="en-US" altLang="en-US">
                <a:latin typeface="Open Sans" pitchFamily="34" charset="0"/>
              </a:rPr>
              <a:t>What is Machine Learning?</a:t>
            </a:r>
          </a:p>
        </p:txBody>
      </p:sp>
      <p:pic>
        <p:nvPicPr>
          <p:cNvPr id="5" name="Online Media 4" title="Machine Learning Basics | What Is Machine Learning? | Introduction To Machine Learning | Simplilearn">
            <a:hlinkClick r:id="" action="ppaction://media"/>
            <a:extLst>
              <a:ext uri="{FF2B5EF4-FFF2-40B4-BE49-F238E27FC236}">
                <a16:creationId xmlns:a16="http://schemas.microsoft.com/office/drawing/2014/main" id="{340094EE-4D7E-A5F7-5FC2-206EC6CD9AD1}"/>
              </a:ext>
            </a:extLst>
          </p:cNvPr>
          <p:cNvPicPr>
            <a:picLocks noGrp="1" noRot="1" noChangeAspect="1"/>
          </p:cNvPicPr>
          <p:nvPr>
            <p:ph idx="1"/>
            <a:videoFile r:link="rId1"/>
          </p:nvPr>
        </p:nvPicPr>
        <p:blipFill>
          <a:blip r:embed="rId4"/>
          <a:stretch>
            <a:fillRect/>
          </a:stretch>
        </p:blipFill>
        <p:spPr>
          <a:xfrm>
            <a:off x="685800" y="1695450"/>
            <a:ext cx="8229600" cy="4629150"/>
          </a:xfrm>
        </p:spPr>
      </p:pic>
      <p:sp>
        <p:nvSpPr>
          <p:cNvPr id="16388" name="Slide Number Placeholder 3">
            <a:extLst>
              <a:ext uri="{FF2B5EF4-FFF2-40B4-BE49-F238E27FC236}">
                <a16:creationId xmlns:a16="http://schemas.microsoft.com/office/drawing/2014/main" id="{48248EF1-C100-265C-3767-6519DE972A7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DDB99FB-F3E4-433F-8AA0-AE3C96ECD66E}"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EF4F6D89-E225-1136-F2A0-389B29F72A60}"/>
              </a:ext>
            </a:extLst>
          </p:cNvPr>
          <p:cNvSpPr>
            <a:spLocks noGrp="1"/>
          </p:cNvSpPr>
          <p:nvPr>
            <p:ph type="title"/>
          </p:nvPr>
        </p:nvSpPr>
        <p:spPr/>
        <p:txBody>
          <a:bodyPr/>
          <a:lstStyle/>
          <a:p>
            <a:r>
              <a:rPr lang="en-US" altLang="en-US">
                <a:latin typeface="Open Sans" pitchFamily="34" charset="0"/>
              </a:rPr>
              <a:t>Quiz</a:t>
            </a:r>
          </a:p>
        </p:txBody>
      </p:sp>
      <p:sp>
        <p:nvSpPr>
          <p:cNvPr id="3" name="Content Placeholder 2">
            <a:extLst>
              <a:ext uri="{FF2B5EF4-FFF2-40B4-BE49-F238E27FC236}">
                <a16:creationId xmlns:a16="http://schemas.microsoft.com/office/drawing/2014/main" id="{E66F9C4C-995A-6432-E1F9-D1A7D341C6F7}"/>
              </a:ext>
            </a:extLst>
          </p:cNvPr>
          <p:cNvSpPr>
            <a:spLocks noGrp="1"/>
          </p:cNvSpPr>
          <p:nvPr>
            <p:ph idx="1"/>
          </p:nvPr>
        </p:nvSpPr>
        <p:spPr/>
        <p:txBody>
          <a:bodyPr>
            <a:normAutofit fontScale="92500"/>
          </a:bodyPr>
          <a:lstStyle/>
          <a:p>
            <a:pPr marL="0" indent="0">
              <a:buFont typeface="Arial" panose="020B0604020202020204" pitchFamily="34" charset="0"/>
              <a:buNone/>
              <a:defRPr/>
            </a:pPr>
            <a:r>
              <a:rPr lang="en-US" dirty="0"/>
              <a:t>Suppose Facebook program watches you tagging several photos with who are in the photos. Based on that, it learns face recognition to be able to identify whose face in your photos. What is the task T in this scenario?</a:t>
            </a:r>
          </a:p>
          <a:p>
            <a:pPr marL="514350" indent="-514350">
              <a:buFont typeface="+mj-lt"/>
              <a:buAutoNum type="alphaLcPeriod"/>
              <a:defRPr/>
            </a:pPr>
            <a:r>
              <a:rPr lang="en-US" dirty="0"/>
              <a:t>Identifying whose faces appearing in the photos </a:t>
            </a:r>
          </a:p>
          <a:p>
            <a:pPr marL="514350" indent="-514350">
              <a:buFont typeface="+mj-lt"/>
              <a:buAutoNum type="alphaLcPeriod"/>
              <a:defRPr/>
            </a:pPr>
            <a:r>
              <a:rPr lang="en-US" dirty="0"/>
              <a:t>Watching you tag the people in photos</a:t>
            </a:r>
          </a:p>
          <a:p>
            <a:pPr marL="514350" indent="-514350">
              <a:buFont typeface="+mj-lt"/>
              <a:buAutoNum type="alphaLcPeriod"/>
              <a:defRPr/>
            </a:pPr>
            <a:r>
              <a:rPr lang="en-US" dirty="0"/>
              <a:t>The number of faces in the photos that are correctly identified</a:t>
            </a:r>
          </a:p>
          <a:p>
            <a:pPr marL="514350" indent="-514350">
              <a:buFont typeface="+mj-lt"/>
              <a:buAutoNum type="alphaLcPeriod"/>
              <a:defRPr/>
            </a:pPr>
            <a:r>
              <a:rPr lang="en-US" dirty="0"/>
              <a:t>None of the above – this is not a machine learning problem.</a:t>
            </a:r>
          </a:p>
        </p:txBody>
      </p:sp>
      <p:sp>
        <p:nvSpPr>
          <p:cNvPr id="18436" name="Slide Number Placeholder 1">
            <a:extLst>
              <a:ext uri="{FF2B5EF4-FFF2-40B4-BE49-F238E27FC236}">
                <a16:creationId xmlns:a16="http://schemas.microsoft.com/office/drawing/2014/main" id="{8026601F-EB0D-5E47-3F99-D00EF5607A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584FFB-59C3-4AE0-BB9F-6528236A2F30}"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spTree>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844112B1-2545-51EC-64CC-81827782C7C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2B357FE-A3D3-4BCE-B79A-97D14729FC81}"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pic>
        <p:nvPicPr>
          <p:cNvPr id="19459" name="Picture Placeholder 5">
            <a:extLst>
              <a:ext uri="{FF2B5EF4-FFF2-40B4-BE49-F238E27FC236}">
                <a16:creationId xmlns:a16="http://schemas.microsoft.com/office/drawing/2014/main" id="{1EC2140C-FD49-96D9-F076-29B7B5EC5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02" r="1302"/>
          <a:stretch>
            <a:fillRect/>
          </a:stretch>
        </p:blipFill>
        <p:spPr bwMode="auto">
          <a:xfrm>
            <a:off x="615950" y="963613"/>
            <a:ext cx="8518525"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itle 1">
            <a:extLst>
              <a:ext uri="{FF2B5EF4-FFF2-40B4-BE49-F238E27FC236}">
                <a16:creationId xmlns:a16="http://schemas.microsoft.com/office/drawing/2014/main" id="{9848F02D-F7C8-6287-8E94-DE2DF50DD8FB}"/>
              </a:ext>
            </a:extLst>
          </p:cNvPr>
          <p:cNvSpPr>
            <a:spLocks noGrp="1"/>
          </p:cNvSpPr>
          <p:nvPr>
            <p:ph type="title"/>
          </p:nvPr>
        </p:nvSpPr>
        <p:spPr>
          <a:xfrm>
            <a:off x="2057400" y="152400"/>
            <a:ext cx="6324600" cy="1143000"/>
          </a:xfrm>
        </p:spPr>
        <p:txBody>
          <a:bodyPr/>
          <a:lstStyle/>
          <a:p>
            <a:r>
              <a:rPr lang="en-US" altLang="en-US">
                <a:latin typeface="Open Sans" pitchFamily="34" charset="0"/>
              </a:rPr>
              <a:t>AI vs ML vs DL</a:t>
            </a:r>
          </a:p>
        </p:txBody>
      </p:sp>
    </p:spTree>
  </p:cSld>
  <p:clrMapOvr>
    <a:masterClrMapping/>
  </p:clrMapOvr>
  <p:transition spd="slow">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a:extLst>
              <a:ext uri="{FF2B5EF4-FFF2-40B4-BE49-F238E27FC236}">
                <a16:creationId xmlns:a16="http://schemas.microsoft.com/office/drawing/2014/main" id="{EA48AA72-37D3-B7DC-D10F-BF69B4388C8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CC1E56F-107D-4BF2-A703-7C5FC7454A62}"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
        <p:nvSpPr>
          <p:cNvPr id="20483" name="Title 1">
            <a:extLst>
              <a:ext uri="{FF2B5EF4-FFF2-40B4-BE49-F238E27FC236}">
                <a16:creationId xmlns:a16="http://schemas.microsoft.com/office/drawing/2014/main" id="{39F76F64-184B-28AA-EAF9-81F6B87B9904}"/>
              </a:ext>
            </a:extLst>
          </p:cNvPr>
          <p:cNvSpPr>
            <a:spLocks noGrp="1"/>
          </p:cNvSpPr>
          <p:nvPr>
            <p:ph type="title"/>
          </p:nvPr>
        </p:nvSpPr>
        <p:spPr>
          <a:xfrm>
            <a:off x="2057400" y="152400"/>
            <a:ext cx="6324600" cy="1143000"/>
          </a:xfrm>
        </p:spPr>
        <p:txBody>
          <a:bodyPr/>
          <a:lstStyle/>
          <a:p>
            <a:r>
              <a:rPr lang="en-US" altLang="en-US">
                <a:latin typeface="Open Sans" pitchFamily="34" charset="0"/>
              </a:rPr>
              <a:t>AI vs ML vs DL</a:t>
            </a:r>
          </a:p>
        </p:txBody>
      </p:sp>
      <p:graphicFrame>
        <p:nvGraphicFramePr>
          <p:cNvPr id="7" name="Content Placeholder 7">
            <a:extLst>
              <a:ext uri="{FF2B5EF4-FFF2-40B4-BE49-F238E27FC236}">
                <a16:creationId xmlns:a16="http://schemas.microsoft.com/office/drawing/2014/main" id="{4CB0E13B-3B83-38DB-3274-E4A7B55D64F9}"/>
              </a:ext>
            </a:extLst>
          </p:cNvPr>
          <p:cNvGraphicFramePr>
            <a:graphicFrameLocks noGrp="1"/>
          </p:cNvGraphicFramePr>
          <p:nvPr>
            <p:ph idx="1"/>
          </p:nvPr>
        </p:nvGraphicFramePr>
        <p:xfrm>
          <a:off x="685800" y="1681163"/>
          <a:ext cx="8313738" cy="449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485" name="TextBox 1">
            <a:extLst>
              <a:ext uri="{FF2B5EF4-FFF2-40B4-BE49-F238E27FC236}">
                <a16:creationId xmlns:a16="http://schemas.microsoft.com/office/drawing/2014/main" id="{C00AFF6E-0495-F2A9-AB68-C01CF2F4E980}"/>
              </a:ext>
            </a:extLst>
          </p:cNvPr>
          <p:cNvSpPr txBox="1">
            <a:spLocks noChangeArrowheads="1"/>
          </p:cNvSpPr>
          <p:nvPr/>
        </p:nvSpPr>
        <p:spPr bwMode="auto">
          <a:xfrm>
            <a:off x="788988" y="2209800"/>
            <a:ext cx="7921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bg1"/>
                </a:solidFill>
              </a:rPr>
              <a:t>Techniques that make computers have knowledge like humans.</a:t>
            </a:r>
          </a:p>
        </p:txBody>
      </p:sp>
      <p:sp>
        <p:nvSpPr>
          <p:cNvPr id="20486" name="TextBox 2">
            <a:extLst>
              <a:ext uri="{FF2B5EF4-FFF2-40B4-BE49-F238E27FC236}">
                <a16:creationId xmlns:a16="http://schemas.microsoft.com/office/drawing/2014/main" id="{32864F71-6356-0F84-8C87-1DDA688E9EF5}"/>
              </a:ext>
            </a:extLst>
          </p:cNvPr>
          <p:cNvSpPr txBox="1">
            <a:spLocks noChangeArrowheads="1"/>
          </p:cNvSpPr>
          <p:nvPr/>
        </p:nvSpPr>
        <p:spPr bwMode="auto">
          <a:xfrm>
            <a:off x="974725" y="3336925"/>
            <a:ext cx="7735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bg1"/>
                </a:solidFill>
              </a:rPr>
              <a:t>Techniques to teach computers without being explicitly programmed.</a:t>
            </a:r>
          </a:p>
        </p:txBody>
      </p:sp>
      <p:sp>
        <p:nvSpPr>
          <p:cNvPr id="20487" name="TextBox 11">
            <a:extLst>
              <a:ext uri="{FF2B5EF4-FFF2-40B4-BE49-F238E27FC236}">
                <a16:creationId xmlns:a16="http://schemas.microsoft.com/office/drawing/2014/main" id="{ECD7C7B6-5D08-91A8-884C-721AA9EE9261}"/>
              </a:ext>
            </a:extLst>
          </p:cNvPr>
          <p:cNvSpPr txBox="1">
            <a:spLocks noChangeArrowheads="1"/>
          </p:cNvSpPr>
          <p:nvPr/>
        </p:nvSpPr>
        <p:spPr bwMode="auto">
          <a:xfrm>
            <a:off x="1143000" y="4397375"/>
            <a:ext cx="7734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chemeClr val="bg1"/>
                </a:solidFill>
              </a:rPr>
              <a:t>Learning to understand features from data using artificial neural networks.</a:t>
            </a:r>
          </a:p>
        </p:txBody>
      </p:sp>
    </p:spTree>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432A7-CBBB-76A9-373E-1FD72B2F7BB9}"/>
              </a:ext>
            </a:extLst>
          </p:cNvPr>
          <p:cNvSpPr>
            <a:spLocks noGrp="1"/>
          </p:cNvSpPr>
          <p:nvPr>
            <p:ph type="title"/>
          </p:nvPr>
        </p:nvSpPr>
        <p:spPr/>
        <p:txBody>
          <a:bodyPr>
            <a:normAutofit fontScale="90000"/>
          </a:bodyPr>
          <a:lstStyle/>
          <a:p>
            <a:pPr>
              <a:defRPr/>
            </a:pPr>
            <a:r>
              <a:rPr lang="en-US" dirty="0"/>
              <a:t>Some of Machine Learning Techniques</a:t>
            </a:r>
          </a:p>
        </p:txBody>
      </p:sp>
      <p:sp>
        <p:nvSpPr>
          <p:cNvPr id="3" name="Content Placeholder 2">
            <a:extLst>
              <a:ext uri="{FF2B5EF4-FFF2-40B4-BE49-F238E27FC236}">
                <a16:creationId xmlns:a16="http://schemas.microsoft.com/office/drawing/2014/main" id="{2D5435E4-AB4F-7BEC-EB9E-15F6185BB342}"/>
              </a:ext>
            </a:extLst>
          </p:cNvPr>
          <p:cNvSpPr>
            <a:spLocks noGrp="1"/>
          </p:cNvSpPr>
          <p:nvPr>
            <p:ph idx="1"/>
          </p:nvPr>
        </p:nvSpPr>
        <p:spPr/>
        <p:txBody>
          <a:bodyPr>
            <a:normAutofit fontScale="92500" lnSpcReduction="10000"/>
          </a:bodyPr>
          <a:lstStyle/>
          <a:p>
            <a:pPr>
              <a:defRPr/>
            </a:pPr>
            <a:r>
              <a:rPr lang="en-US" dirty="0">
                <a:solidFill>
                  <a:srgbClr val="0070C0"/>
                </a:solidFill>
              </a:rPr>
              <a:t>Regression</a:t>
            </a:r>
          </a:p>
          <a:p>
            <a:pPr lvl="1">
              <a:defRPr/>
            </a:pPr>
            <a:r>
              <a:rPr lang="en-US" dirty="0"/>
              <a:t>Predicting a continuous number</a:t>
            </a:r>
          </a:p>
          <a:p>
            <a:pPr>
              <a:defRPr/>
            </a:pPr>
            <a:r>
              <a:rPr lang="en-US" dirty="0">
                <a:solidFill>
                  <a:srgbClr val="0070C0"/>
                </a:solidFill>
              </a:rPr>
              <a:t>Classification</a:t>
            </a:r>
          </a:p>
          <a:p>
            <a:pPr lvl="1">
              <a:defRPr/>
            </a:pPr>
            <a:r>
              <a:rPr lang="en-US" dirty="0"/>
              <a:t>Predicting a class/label/category</a:t>
            </a:r>
          </a:p>
          <a:p>
            <a:pPr>
              <a:defRPr/>
            </a:pPr>
            <a:r>
              <a:rPr lang="en-US" dirty="0">
                <a:solidFill>
                  <a:srgbClr val="0070C0"/>
                </a:solidFill>
              </a:rPr>
              <a:t>Clustering</a:t>
            </a:r>
          </a:p>
          <a:p>
            <a:pPr lvl="1">
              <a:defRPr/>
            </a:pPr>
            <a:r>
              <a:rPr lang="en-US" dirty="0"/>
              <a:t>Grouping data into several clusters</a:t>
            </a:r>
          </a:p>
          <a:p>
            <a:pPr>
              <a:defRPr/>
            </a:pPr>
            <a:r>
              <a:rPr lang="en-US" dirty="0">
                <a:solidFill>
                  <a:srgbClr val="0070C0"/>
                </a:solidFill>
              </a:rPr>
              <a:t>Association Analysis</a:t>
            </a:r>
          </a:p>
          <a:p>
            <a:pPr lvl="1">
              <a:defRPr/>
            </a:pPr>
            <a:r>
              <a:rPr lang="en-US" dirty="0"/>
              <a:t>Analyzing relationship or association among items.</a:t>
            </a:r>
          </a:p>
          <a:p>
            <a:pPr>
              <a:defRPr/>
            </a:pPr>
            <a:r>
              <a:rPr lang="en-US" dirty="0">
                <a:solidFill>
                  <a:srgbClr val="0070C0"/>
                </a:solidFill>
              </a:rPr>
              <a:t>Recommender System</a:t>
            </a:r>
          </a:p>
          <a:p>
            <a:pPr>
              <a:defRPr/>
            </a:pPr>
            <a:r>
              <a:rPr lang="en-US" dirty="0" err="1">
                <a:solidFill>
                  <a:srgbClr val="0070C0"/>
                </a:solidFill>
              </a:rPr>
              <a:t>etc</a:t>
            </a:r>
            <a:endParaRPr lang="en-US" dirty="0">
              <a:solidFill>
                <a:srgbClr val="0070C0"/>
              </a:solidFill>
            </a:endParaRPr>
          </a:p>
        </p:txBody>
      </p:sp>
      <p:sp>
        <p:nvSpPr>
          <p:cNvPr id="21508" name="Slide Number Placeholder 3">
            <a:extLst>
              <a:ext uri="{FF2B5EF4-FFF2-40B4-BE49-F238E27FC236}">
                <a16:creationId xmlns:a16="http://schemas.microsoft.com/office/drawing/2014/main" id="{52687EB9-8281-279D-FE94-C867323167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60E821-3C13-4523-8661-667C0ABF19EF}"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6A658E9-1EBB-7347-CC29-CEAC07C3CC81}"/>
              </a:ext>
            </a:extLst>
          </p:cNvPr>
          <p:cNvSpPr>
            <a:spLocks noGrp="1"/>
          </p:cNvSpPr>
          <p:nvPr>
            <p:ph type="title"/>
          </p:nvPr>
        </p:nvSpPr>
        <p:spPr/>
        <p:txBody>
          <a:bodyPr/>
          <a:lstStyle/>
          <a:p>
            <a:r>
              <a:rPr lang="en-US" altLang="en-US">
                <a:latin typeface="Open Sans" pitchFamily="34" charset="0"/>
              </a:rPr>
              <a:t>Types of Machine Learning</a:t>
            </a:r>
          </a:p>
        </p:txBody>
      </p:sp>
      <p:sp>
        <p:nvSpPr>
          <p:cNvPr id="22531" name="Slide Number Placeholder 3">
            <a:extLst>
              <a:ext uri="{FF2B5EF4-FFF2-40B4-BE49-F238E27FC236}">
                <a16:creationId xmlns:a16="http://schemas.microsoft.com/office/drawing/2014/main" id="{0EF02DBD-BEE8-FFDA-6CC2-F9685C395B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3B73FF6-B114-4478-B44D-EEF4D0FB0696}"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pic>
        <p:nvPicPr>
          <p:cNvPr id="22532" name="Picture 5">
            <a:extLst>
              <a:ext uri="{FF2B5EF4-FFF2-40B4-BE49-F238E27FC236}">
                <a16:creationId xmlns:a16="http://schemas.microsoft.com/office/drawing/2014/main" id="{ED1F2817-FB1C-4053-2074-0ECAEFE1EE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321"/>
          <a:stretch>
            <a:fillRect/>
          </a:stretch>
        </p:blipFill>
        <p:spPr bwMode="auto">
          <a:xfrm>
            <a:off x="4724400" y="1547813"/>
            <a:ext cx="3132138" cy="454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29A75770-A7E8-6051-3CD9-370FE51CB4EB}"/>
              </a:ext>
            </a:extLst>
          </p:cNvPr>
          <p:cNvSpPr/>
          <p:nvPr/>
        </p:nvSpPr>
        <p:spPr>
          <a:xfrm>
            <a:off x="1371600" y="1571625"/>
            <a:ext cx="3352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Human</a:t>
            </a:r>
          </a:p>
        </p:txBody>
      </p:sp>
      <p:sp>
        <p:nvSpPr>
          <p:cNvPr id="9" name="Rectangle 8">
            <a:extLst>
              <a:ext uri="{FF2B5EF4-FFF2-40B4-BE49-F238E27FC236}">
                <a16:creationId xmlns:a16="http://schemas.microsoft.com/office/drawing/2014/main" id="{FED538BD-7DC4-D1BD-5C5C-AFA70752669E}"/>
              </a:ext>
            </a:extLst>
          </p:cNvPr>
          <p:cNvSpPr/>
          <p:nvPr/>
        </p:nvSpPr>
        <p:spPr>
          <a:xfrm>
            <a:off x="1373188" y="2152650"/>
            <a:ext cx="3352800" cy="457200"/>
          </a:xfrm>
          <a:prstGeom prst="rect">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Machine</a:t>
            </a:r>
          </a:p>
        </p:txBody>
      </p:sp>
      <p:sp>
        <p:nvSpPr>
          <p:cNvPr id="11" name="Rectangle 10">
            <a:extLst>
              <a:ext uri="{FF2B5EF4-FFF2-40B4-BE49-F238E27FC236}">
                <a16:creationId xmlns:a16="http://schemas.microsoft.com/office/drawing/2014/main" id="{53601DB8-285C-FA86-AD65-E5E6DAF7A65C}"/>
              </a:ext>
            </a:extLst>
          </p:cNvPr>
          <p:cNvSpPr/>
          <p:nvPr/>
        </p:nvSpPr>
        <p:spPr>
          <a:xfrm>
            <a:off x="2438400" y="2960688"/>
            <a:ext cx="2271713" cy="468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Human</a:t>
            </a:r>
          </a:p>
        </p:txBody>
      </p:sp>
      <p:sp>
        <p:nvSpPr>
          <p:cNvPr id="13" name="Rectangle 12">
            <a:extLst>
              <a:ext uri="{FF2B5EF4-FFF2-40B4-BE49-F238E27FC236}">
                <a16:creationId xmlns:a16="http://schemas.microsoft.com/office/drawing/2014/main" id="{45220648-7C03-EF6A-742F-C83B82AA4BB2}"/>
              </a:ext>
            </a:extLst>
          </p:cNvPr>
          <p:cNvSpPr/>
          <p:nvPr/>
        </p:nvSpPr>
        <p:spPr>
          <a:xfrm>
            <a:off x="1371600" y="3543300"/>
            <a:ext cx="3338513" cy="457200"/>
          </a:xfrm>
          <a:prstGeom prst="rect">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Machine</a:t>
            </a:r>
          </a:p>
        </p:txBody>
      </p:sp>
      <p:sp>
        <p:nvSpPr>
          <p:cNvPr id="15" name="Rectangle 14">
            <a:extLst>
              <a:ext uri="{FF2B5EF4-FFF2-40B4-BE49-F238E27FC236}">
                <a16:creationId xmlns:a16="http://schemas.microsoft.com/office/drawing/2014/main" id="{2143C32E-0361-FB83-648A-1F815EC97586}"/>
              </a:ext>
            </a:extLst>
          </p:cNvPr>
          <p:cNvSpPr/>
          <p:nvPr/>
        </p:nvSpPr>
        <p:spPr>
          <a:xfrm>
            <a:off x="3352800" y="4248150"/>
            <a:ext cx="1320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Human</a:t>
            </a:r>
          </a:p>
        </p:txBody>
      </p:sp>
      <p:sp>
        <p:nvSpPr>
          <p:cNvPr id="17" name="Rectangle 16">
            <a:extLst>
              <a:ext uri="{FF2B5EF4-FFF2-40B4-BE49-F238E27FC236}">
                <a16:creationId xmlns:a16="http://schemas.microsoft.com/office/drawing/2014/main" id="{973BCAAC-12C9-1A98-E87C-4EF8EA18CCB1}"/>
              </a:ext>
            </a:extLst>
          </p:cNvPr>
          <p:cNvSpPr/>
          <p:nvPr/>
        </p:nvSpPr>
        <p:spPr>
          <a:xfrm>
            <a:off x="1335088" y="4829175"/>
            <a:ext cx="3338512" cy="457200"/>
          </a:xfrm>
          <a:prstGeom prst="rect">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Machine</a:t>
            </a:r>
          </a:p>
        </p:txBody>
      </p:sp>
      <p:sp>
        <p:nvSpPr>
          <p:cNvPr id="19" name="Rectangle 18">
            <a:extLst>
              <a:ext uri="{FF2B5EF4-FFF2-40B4-BE49-F238E27FC236}">
                <a16:creationId xmlns:a16="http://schemas.microsoft.com/office/drawing/2014/main" id="{92D8EF60-4870-3C7F-94DA-2D049921A9B3}"/>
              </a:ext>
            </a:extLst>
          </p:cNvPr>
          <p:cNvSpPr/>
          <p:nvPr/>
        </p:nvSpPr>
        <p:spPr>
          <a:xfrm>
            <a:off x="1335088" y="5514975"/>
            <a:ext cx="3338512" cy="457200"/>
          </a:xfrm>
          <a:prstGeom prst="rect">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Machine</a:t>
            </a:r>
          </a:p>
        </p:txBody>
      </p:sp>
    </p:spTree>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96AAD-696A-10EA-C2AE-A6F924E198DD}"/>
              </a:ext>
            </a:extLst>
          </p:cNvPr>
          <p:cNvSpPr>
            <a:spLocks noGrp="1"/>
          </p:cNvSpPr>
          <p:nvPr>
            <p:ph type="title"/>
          </p:nvPr>
        </p:nvSpPr>
        <p:spPr/>
        <p:txBody>
          <a:bodyPr>
            <a:normAutofit/>
          </a:bodyPr>
          <a:lstStyle/>
          <a:p>
            <a:pPr>
              <a:defRPr/>
            </a:pPr>
            <a:br>
              <a:rPr lang="en-US" dirty="0"/>
            </a:br>
            <a:endParaRPr lang="en-US" dirty="0"/>
          </a:p>
        </p:txBody>
      </p:sp>
      <p:sp>
        <p:nvSpPr>
          <p:cNvPr id="4" name="Text Placeholder 3">
            <a:extLst>
              <a:ext uri="{FF2B5EF4-FFF2-40B4-BE49-F238E27FC236}">
                <a16:creationId xmlns:a16="http://schemas.microsoft.com/office/drawing/2014/main" id="{107C0555-60EC-C923-4627-F98C5658484B}"/>
              </a:ext>
            </a:extLst>
          </p:cNvPr>
          <p:cNvSpPr>
            <a:spLocks noGrp="1"/>
          </p:cNvSpPr>
          <p:nvPr>
            <p:ph type="body" idx="1"/>
          </p:nvPr>
        </p:nvSpPr>
        <p:spPr>
          <a:xfrm>
            <a:off x="838200" y="2439988"/>
            <a:ext cx="7772400" cy="1500187"/>
          </a:xfrm>
        </p:spPr>
        <p:txBody>
          <a:bodyPr/>
          <a:lstStyle/>
          <a:p>
            <a:pPr algn="ctr">
              <a:defRPr/>
            </a:pPr>
            <a:r>
              <a:rPr lang="en-US" sz="6600" dirty="0"/>
              <a:t>Supervised Learning</a:t>
            </a:r>
          </a:p>
        </p:txBody>
      </p:sp>
      <p:sp>
        <p:nvSpPr>
          <p:cNvPr id="23556" name="Slide Number Placeholder 4">
            <a:extLst>
              <a:ext uri="{FF2B5EF4-FFF2-40B4-BE49-F238E27FC236}">
                <a16:creationId xmlns:a16="http://schemas.microsoft.com/office/drawing/2014/main" id="{3370CE0F-90A6-AE5D-7209-137A8408AFE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4F6C6C-5A64-4410-BFFE-FE4D0C07B3B2}"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spTree>
  </p:cSld>
  <p:clrMapOvr>
    <a:masterClrMapping/>
  </p:clrMapOvr>
  <p:transition spd="slow">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4">
            <a:extLst>
              <a:ext uri="{FF2B5EF4-FFF2-40B4-BE49-F238E27FC236}">
                <a16:creationId xmlns:a16="http://schemas.microsoft.com/office/drawing/2014/main" id="{6A0D83EF-81B7-DE6E-34D4-C2B812812FFC}"/>
              </a:ext>
            </a:extLst>
          </p:cNvPr>
          <p:cNvSpPr>
            <a:spLocks noGrp="1"/>
          </p:cNvSpPr>
          <p:nvPr>
            <p:ph type="title"/>
          </p:nvPr>
        </p:nvSpPr>
        <p:spPr/>
        <p:txBody>
          <a:bodyPr/>
          <a:lstStyle/>
          <a:p>
            <a:r>
              <a:rPr lang="en-US" altLang="en-US">
                <a:latin typeface="Open Sans" pitchFamily="34" charset="0"/>
              </a:rPr>
              <a:t>Supervised Learning</a:t>
            </a:r>
          </a:p>
        </p:txBody>
      </p:sp>
      <p:sp>
        <p:nvSpPr>
          <p:cNvPr id="6" name="Content Placeholder 5">
            <a:extLst>
              <a:ext uri="{FF2B5EF4-FFF2-40B4-BE49-F238E27FC236}">
                <a16:creationId xmlns:a16="http://schemas.microsoft.com/office/drawing/2014/main" id="{92363875-9DFF-028C-18EC-39557898EA35}"/>
              </a:ext>
            </a:extLst>
          </p:cNvPr>
          <p:cNvSpPr>
            <a:spLocks noGrp="1"/>
          </p:cNvSpPr>
          <p:nvPr>
            <p:ph idx="1"/>
          </p:nvPr>
        </p:nvSpPr>
        <p:spPr/>
        <p:txBody>
          <a:bodyPr/>
          <a:lstStyle/>
          <a:p>
            <a:pPr marL="0" indent="0">
              <a:buFont typeface="Arial" panose="020B0604020202020204" pitchFamily="34" charset="0"/>
              <a:buNone/>
              <a:defRPr/>
            </a:pPr>
            <a:r>
              <a:rPr lang="en-US" dirty="0"/>
              <a:t>Humans teach the computer how to do something</a:t>
            </a:r>
          </a:p>
          <a:p>
            <a:pPr>
              <a:defRPr/>
            </a:pPr>
            <a:endParaRPr lang="en-US" dirty="0"/>
          </a:p>
        </p:txBody>
      </p:sp>
      <p:sp>
        <p:nvSpPr>
          <p:cNvPr id="24580" name="Slide Number Placeholder 3">
            <a:extLst>
              <a:ext uri="{FF2B5EF4-FFF2-40B4-BE49-F238E27FC236}">
                <a16:creationId xmlns:a16="http://schemas.microsoft.com/office/drawing/2014/main" id="{CAD36CE2-695E-3F9C-A43A-CAB3FAA3EA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074D84-7399-4F6C-9FBB-D09C041BF438}"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sp>
        <p:nvSpPr>
          <p:cNvPr id="8" name="Rectangle 7">
            <a:extLst>
              <a:ext uri="{FF2B5EF4-FFF2-40B4-BE49-F238E27FC236}">
                <a16:creationId xmlns:a16="http://schemas.microsoft.com/office/drawing/2014/main" id="{0E92E5A9-6B97-3AB6-BE86-5796CF64E1FF}"/>
              </a:ext>
            </a:extLst>
          </p:cNvPr>
          <p:cNvSpPr/>
          <p:nvPr/>
        </p:nvSpPr>
        <p:spPr>
          <a:xfrm>
            <a:off x="3962400" y="3505200"/>
            <a:ext cx="2335213" cy="20574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sz="2400" dirty="0">
                <a:solidFill>
                  <a:schemeClr val="tx1"/>
                </a:solidFill>
              </a:rPr>
              <a:t>Machine Learning Algorithms</a:t>
            </a:r>
          </a:p>
        </p:txBody>
      </p:sp>
      <p:sp>
        <p:nvSpPr>
          <p:cNvPr id="10" name="Oval 9">
            <a:extLst>
              <a:ext uri="{FF2B5EF4-FFF2-40B4-BE49-F238E27FC236}">
                <a16:creationId xmlns:a16="http://schemas.microsoft.com/office/drawing/2014/main" id="{DCE2610B-CDA4-E5F5-96EA-1B3A403EC1C0}"/>
              </a:ext>
            </a:extLst>
          </p:cNvPr>
          <p:cNvSpPr/>
          <p:nvPr/>
        </p:nvSpPr>
        <p:spPr>
          <a:xfrm>
            <a:off x="1044575" y="3998913"/>
            <a:ext cx="1698625" cy="1258887"/>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solidFill>
                  <a:schemeClr val="tx1"/>
                </a:solidFill>
              </a:rPr>
              <a:t>Input Data</a:t>
            </a:r>
          </a:p>
        </p:txBody>
      </p:sp>
      <p:sp>
        <p:nvSpPr>
          <p:cNvPr id="12" name="Hexagon 11">
            <a:extLst>
              <a:ext uri="{FF2B5EF4-FFF2-40B4-BE49-F238E27FC236}">
                <a16:creationId xmlns:a16="http://schemas.microsoft.com/office/drawing/2014/main" id="{E3C7ACAC-04C8-0EA4-009D-982C4BFBB3AF}"/>
              </a:ext>
            </a:extLst>
          </p:cNvPr>
          <p:cNvSpPr/>
          <p:nvPr/>
        </p:nvSpPr>
        <p:spPr>
          <a:xfrm>
            <a:off x="7377113" y="4144963"/>
            <a:ext cx="1422400" cy="906462"/>
          </a:xfrm>
          <a:prstGeom prst="hexagon">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solidFill>
                  <a:schemeClr val="tx1"/>
                </a:solidFill>
              </a:rPr>
              <a:t>Output Data</a:t>
            </a:r>
          </a:p>
        </p:txBody>
      </p:sp>
      <p:sp>
        <p:nvSpPr>
          <p:cNvPr id="14" name="Right Arrow 9">
            <a:extLst>
              <a:ext uri="{FF2B5EF4-FFF2-40B4-BE49-F238E27FC236}">
                <a16:creationId xmlns:a16="http://schemas.microsoft.com/office/drawing/2014/main" id="{534EB5FE-651D-D70F-8040-86C842566A07}"/>
              </a:ext>
            </a:extLst>
          </p:cNvPr>
          <p:cNvSpPr/>
          <p:nvPr/>
        </p:nvSpPr>
        <p:spPr>
          <a:xfrm>
            <a:off x="2973388" y="4281488"/>
            <a:ext cx="846137" cy="6334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6" name="Right Arrow 10">
            <a:extLst>
              <a:ext uri="{FF2B5EF4-FFF2-40B4-BE49-F238E27FC236}">
                <a16:creationId xmlns:a16="http://schemas.microsoft.com/office/drawing/2014/main" id="{886BD586-3FCC-86E4-53F5-FCEA6DA77E63}"/>
              </a:ext>
            </a:extLst>
          </p:cNvPr>
          <p:cNvSpPr/>
          <p:nvPr/>
        </p:nvSpPr>
        <p:spPr>
          <a:xfrm>
            <a:off x="6388100" y="4262438"/>
            <a:ext cx="846138" cy="6334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8" name="Left-Right Arrow 11">
            <a:extLst>
              <a:ext uri="{FF2B5EF4-FFF2-40B4-BE49-F238E27FC236}">
                <a16:creationId xmlns:a16="http://schemas.microsoft.com/office/drawing/2014/main" id="{EB14F0B6-08E9-8406-F4DD-E93F4B3E9321}"/>
              </a:ext>
            </a:extLst>
          </p:cNvPr>
          <p:cNvSpPr/>
          <p:nvPr/>
        </p:nvSpPr>
        <p:spPr>
          <a:xfrm>
            <a:off x="838200" y="2819400"/>
            <a:ext cx="2074863" cy="7556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t>Available</a:t>
            </a:r>
          </a:p>
        </p:txBody>
      </p:sp>
      <p:sp>
        <p:nvSpPr>
          <p:cNvPr id="22" name="Left-Right Arrow 11">
            <a:extLst>
              <a:ext uri="{FF2B5EF4-FFF2-40B4-BE49-F238E27FC236}">
                <a16:creationId xmlns:a16="http://schemas.microsoft.com/office/drawing/2014/main" id="{21902CD9-29FE-7868-57BD-793E5EA6CE2F}"/>
              </a:ext>
            </a:extLst>
          </p:cNvPr>
          <p:cNvSpPr/>
          <p:nvPr/>
        </p:nvSpPr>
        <p:spPr>
          <a:xfrm>
            <a:off x="7010400" y="2749550"/>
            <a:ext cx="1884363" cy="7556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t>Available</a:t>
            </a:r>
          </a:p>
        </p:txBody>
      </p:sp>
    </p:spTree>
  </p:cSld>
  <p:clrMapOvr>
    <a:masterClrMapping/>
  </p:clrMapOvr>
  <p:transition spd="slow">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B457695-95F3-83D8-8624-0E5717709667}"/>
              </a:ext>
            </a:extLst>
          </p:cNvPr>
          <p:cNvSpPr>
            <a:spLocks noGrp="1"/>
          </p:cNvSpPr>
          <p:nvPr>
            <p:ph type="title"/>
          </p:nvPr>
        </p:nvSpPr>
        <p:spPr/>
        <p:txBody>
          <a:bodyPr/>
          <a:lstStyle/>
          <a:p>
            <a:r>
              <a:rPr lang="en-US" altLang="en-US">
                <a:latin typeface="Open Sans" pitchFamily="34" charset="0"/>
              </a:rPr>
              <a:t>Regression Analysis</a:t>
            </a:r>
          </a:p>
        </p:txBody>
      </p:sp>
      <p:sp>
        <p:nvSpPr>
          <p:cNvPr id="25603" name="Content Placeholder 2">
            <a:extLst>
              <a:ext uri="{FF2B5EF4-FFF2-40B4-BE49-F238E27FC236}">
                <a16:creationId xmlns:a16="http://schemas.microsoft.com/office/drawing/2014/main" id="{F26D17BB-FEEF-3C17-0D5D-AA464821158F}"/>
              </a:ext>
            </a:extLst>
          </p:cNvPr>
          <p:cNvSpPr>
            <a:spLocks noGrp="1"/>
          </p:cNvSpPr>
          <p:nvPr>
            <p:ph idx="1"/>
          </p:nvPr>
        </p:nvSpPr>
        <p:spPr/>
        <p:txBody>
          <a:bodyPr/>
          <a:lstStyle/>
          <a:p>
            <a:r>
              <a:rPr lang="en-US" altLang="id-ID" dirty="0">
                <a:latin typeface="Arial" panose="020B0604020202020204" pitchFamily="34" charset="0"/>
                <a:cs typeface="Arial" panose="020B0604020202020204" pitchFamily="34" charset="0"/>
              </a:rPr>
              <a:t>Predict a value of a given </a:t>
            </a:r>
            <a:r>
              <a:rPr lang="en-US" altLang="id-ID" dirty="0">
                <a:solidFill>
                  <a:schemeClr val="accent1"/>
                </a:solidFill>
                <a:latin typeface="Arial" panose="020B0604020202020204" pitchFamily="34" charset="0"/>
                <a:cs typeface="Arial" panose="020B0604020202020204" pitchFamily="34" charset="0"/>
              </a:rPr>
              <a:t>continuous valued variable</a:t>
            </a:r>
            <a:r>
              <a:rPr lang="en-US" altLang="id-ID" dirty="0">
                <a:latin typeface="Arial" panose="020B0604020202020204" pitchFamily="34" charset="0"/>
                <a:cs typeface="Arial" panose="020B0604020202020204" pitchFamily="34" charset="0"/>
              </a:rPr>
              <a:t> based on the values of other variables, assuming a linear or nonlinear model of dependency.</a:t>
            </a:r>
          </a:p>
          <a:p>
            <a:r>
              <a:rPr lang="en-US" altLang="id-ID" dirty="0">
                <a:latin typeface="Arial" panose="020B0604020202020204" pitchFamily="34" charset="0"/>
                <a:cs typeface="Arial" panose="020B0604020202020204" pitchFamily="34" charset="0"/>
              </a:rPr>
              <a:t>Greatly studied in statistics</a:t>
            </a:r>
          </a:p>
          <a:p>
            <a:r>
              <a:rPr lang="en-US" altLang="id-ID" dirty="0">
                <a:latin typeface="Arial" panose="020B0604020202020204" pitchFamily="34" charset="0"/>
                <a:cs typeface="Arial" panose="020B0604020202020204" pitchFamily="34" charset="0"/>
              </a:rPr>
              <a:t>Examples:</a:t>
            </a:r>
          </a:p>
          <a:p>
            <a:pPr lvl="1"/>
            <a:r>
              <a:rPr lang="en-US" altLang="id-ID" sz="2400" dirty="0">
                <a:latin typeface="Arial" panose="020B0604020202020204" pitchFamily="34" charset="0"/>
                <a:cs typeface="Arial" panose="020B0604020202020204" pitchFamily="34" charset="0"/>
              </a:rPr>
              <a:t>Predicting </a:t>
            </a:r>
            <a:r>
              <a:rPr lang="en-US" altLang="id-ID" sz="2400" i="1" dirty="0">
                <a:latin typeface="Arial" panose="020B0604020202020204" pitchFamily="34" charset="0"/>
                <a:cs typeface="Arial" panose="020B0604020202020204" pitchFamily="34" charset="0"/>
              </a:rPr>
              <a:t>sales amounts </a:t>
            </a:r>
            <a:r>
              <a:rPr lang="en-US" altLang="id-ID" sz="2400" dirty="0">
                <a:latin typeface="Arial" panose="020B0604020202020204" pitchFamily="34" charset="0"/>
                <a:cs typeface="Arial" panose="020B0604020202020204" pitchFamily="34" charset="0"/>
              </a:rPr>
              <a:t>of new product based on </a:t>
            </a:r>
            <a:r>
              <a:rPr lang="en-US" altLang="id-ID" sz="2400" i="1" dirty="0">
                <a:latin typeface="Arial" panose="020B0604020202020204" pitchFamily="34" charset="0"/>
                <a:cs typeface="Arial" panose="020B0604020202020204" pitchFamily="34" charset="0"/>
              </a:rPr>
              <a:t>advertising expenditure</a:t>
            </a:r>
            <a:r>
              <a:rPr lang="en-US" altLang="id-ID" sz="2400" dirty="0">
                <a:latin typeface="Arial" panose="020B0604020202020204" pitchFamily="34" charset="0"/>
                <a:cs typeface="Arial" panose="020B0604020202020204" pitchFamily="34" charset="0"/>
              </a:rPr>
              <a:t>.</a:t>
            </a:r>
          </a:p>
          <a:p>
            <a:pPr lvl="1"/>
            <a:r>
              <a:rPr lang="en-US" altLang="id-ID" sz="2400" dirty="0">
                <a:latin typeface="Arial" panose="020B0604020202020204" pitchFamily="34" charset="0"/>
                <a:cs typeface="Arial" panose="020B0604020202020204" pitchFamily="34" charset="0"/>
              </a:rPr>
              <a:t>Predicting </a:t>
            </a:r>
            <a:r>
              <a:rPr lang="en-US" altLang="id-ID" sz="2400" i="1" dirty="0">
                <a:latin typeface="Arial" panose="020B0604020202020204" pitchFamily="34" charset="0"/>
                <a:cs typeface="Arial" panose="020B0604020202020204" pitchFamily="34" charset="0"/>
              </a:rPr>
              <a:t>wind velocities </a:t>
            </a:r>
            <a:r>
              <a:rPr lang="en-US" altLang="id-ID" sz="2400" dirty="0">
                <a:latin typeface="Arial" panose="020B0604020202020204" pitchFamily="34" charset="0"/>
                <a:cs typeface="Arial" panose="020B0604020202020204" pitchFamily="34" charset="0"/>
              </a:rPr>
              <a:t>as a function of </a:t>
            </a:r>
            <a:r>
              <a:rPr lang="en-US" altLang="id-ID" sz="2400" i="1" dirty="0">
                <a:latin typeface="Arial" panose="020B0604020202020204" pitchFamily="34" charset="0"/>
                <a:cs typeface="Arial" panose="020B0604020202020204" pitchFamily="34" charset="0"/>
              </a:rPr>
              <a:t>temperature</a:t>
            </a:r>
            <a:r>
              <a:rPr lang="en-US" altLang="id-ID" sz="2400" dirty="0">
                <a:latin typeface="Arial" panose="020B0604020202020204" pitchFamily="34" charset="0"/>
                <a:cs typeface="Arial" panose="020B0604020202020204" pitchFamily="34" charset="0"/>
              </a:rPr>
              <a:t>, </a:t>
            </a:r>
            <a:r>
              <a:rPr lang="en-US" altLang="id-ID" sz="2400" i="1" dirty="0">
                <a:latin typeface="Arial" panose="020B0604020202020204" pitchFamily="34" charset="0"/>
                <a:cs typeface="Arial" panose="020B0604020202020204" pitchFamily="34" charset="0"/>
              </a:rPr>
              <a:t>humidity</a:t>
            </a:r>
            <a:r>
              <a:rPr lang="en-US" altLang="id-ID" sz="2400" dirty="0">
                <a:latin typeface="Arial" panose="020B0604020202020204" pitchFamily="34" charset="0"/>
                <a:cs typeface="Arial" panose="020B0604020202020204" pitchFamily="34" charset="0"/>
              </a:rPr>
              <a:t>, </a:t>
            </a:r>
            <a:r>
              <a:rPr lang="en-US" altLang="id-ID" sz="2400" i="1" dirty="0">
                <a:latin typeface="Arial" panose="020B0604020202020204" pitchFamily="34" charset="0"/>
                <a:cs typeface="Arial" panose="020B0604020202020204" pitchFamily="34" charset="0"/>
              </a:rPr>
              <a:t>air</a:t>
            </a:r>
            <a:r>
              <a:rPr lang="en-US" altLang="id-ID" sz="2400" dirty="0">
                <a:latin typeface="Arial" panose="020B0604020202020204" pitchFamily="34" charset="0"/>
                <a:cs typeface="Arial" panose="020B0604020202020204" pitchFamily="34" charset="0"/>
              </a:rPr>
              <a:t> </a:t>
            </a:r>
            <a:r>
              <a:rPr lang="en-US" altLang="id-ID" sz="2400" i="1" dirty="0">
                <a:latin typeface="Arial" panose="020B0604020202020204" pitchFamily="34" charset="0"/>
                <a:cs typeface="Arial" panose="020B0604020202020204" pitchFamily="34" charset="0"/>
              </a:rPr>
              <a:t>pressure</a:t>
            </a:r>
            <a:r>
              <a:rPr lang="en-US" altLang="id-ID" sz="2400" dirty="0">
                <a:latin typeface="Arial" panose="020B0604020202020204" pitchFamily="34" charset="0"/>
                <a:cs typeface="Arial" panose="020B0604020202020204" pitchFamily="34" charset="0"/>
              </a:rPr>
              <a:t>, etc.</a:t>
            </a:r>
          </a:p>
        </p:txBody>
      </p:sp>
      <p:sp>
        <p:nvSpPr>
          <p:cNvPr id="25604" name="Slide Number Placeholder 3">
            <a:extLst>
              <a:ext uri="{FF2B5EF4-FFF2-40B4-BE49-F238E27FC236}">
                <a16:creationId xmlns:a16="http://schemas.microsoft.com/office/drawing/2014/main" id="{F8568214-E65F-CF0C-C868-BBA46889E1D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826178-E584-45CB-A49C-0577B8D3571B}"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spTree>
  </p:cSld>
  <p:clrMapOvr>
    <a:masterClrMapping/>
  </p:clrMapOvr>
  <p:transition spd="slow">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9">
            <a:extLst>
              <a:ext uri="{FF2B5EF4-FFF2-40B4-BE49-F238E27FC236}">
                <a16:creationId xmlns:a16="http://schemas.microsoft.com/office/drawing/2014/main" id="{4C90D528-1850-DF12-37EC-A3D4EB612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744663"/>
            <a:ext cx="7162800"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itle 1">
            <a:extLst>
              <a:ext uri="{FF2B5EF4-FFF2-40B4-BE49-F238E27FC236}">
                <a16:creationId xmlns:a16="http://schemas.microsoft.com/office/drawing/2014/main" id="{7B57E197-E733-2BEF-0FEF-0929F8A9D753}"/>
              </a:ext>
            </a:extLst>
          </p:cNvPr>
          <p:cNvSpPr>
            <a:spLocks noGrp="1"/>
          </p:cNvSpPr>
          <p:nvPr>
            <p:ph type="title"/>
          </p:nvPr>
        </p:nvSpPr>
        <p:spPr/>
        <p:txBody>
          <a:bodyPr>
            <a:normAutofit fontScale="90000"/>
          </a:bodyPr>
          <a:lstStyle/>
          <a:p>
            <a:pPr>
              <a:defRPr/>
            </a:pPr>
            <a:r>
              <a:rPr lang="en-US" altLang="en-US" dirty="0">
                <a:latin typeface="Open Sans" pitchFamily="34" charset="0"/>
              </a:rPr>
              <a:t>Regression Example 1:</a:t>
            </a:r>
            <a:br>
              <a:rPr lang="en-US" altLang="en-US" dirty="0">
                <a:latin typeface="Open Sans" pitchFamily="34" charset="0"/>
              </a:rPr>
            </a:br>
            <a:r>
              <a:rPr lang="en-US" altLang="en-US" dirty="0">
                <a:latin typeface="Open Sans" pitchFamily="34" charset="0"/>
              </a:rPr>
              <a:t>House Price Prediction</a:t>
            </a:r>
          </a:p>
        </p:txBody>
      </p:sp>
      <p:cxnSp>
        <p:nvCxnSpPr>
          <p:cNvPr id="9" name="Straight Connector 8">
            <a:extLst>
              <a:ext uri="{FF2B5EF4-FFF2-40B4-BE49-F238E27FC236}">
                <a16:creationId xmlns:a16="http://schemas.microsoft.com/office/drawing/2014/main" id="{701BB0CF-298F-C5D7-3CE1-D7B88D1F1601}"/>
              </a:ext>
            </a:extLst>
          </p:cNvPr>
          <p:cNvCxnSpPr/>
          <p:nvPr/>
        </p:nvCxnSpPr>
        <p:spPr>
          <a:xfrm flipV="1">
            <a:off x="2362200" y="2895600"/>
            <a:ext cx="5181600" cy="20113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8FE12CE-105C-60A1-659F-A42CE4DE8A31}"/>
              </a:ext>
            </a:extLst>
          </p:cNvPr>
          <p:cNvSpPr txBox="1">
            <a:spLocks noChangeArrowheads="1"/>
          </p:cNvSpPr>
          <p:nvPr/>
        </p:nvSpPr>
        <p:spPr bwMode="auto">
          <a:xfrm>
            <a:off x="4899025" y="4895850"/>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solidFill>
                  <a:srgbClr val="FF0000"/>
                </a:solidFill>
                <a:latin typeface="Arial" panose="020B0604020202020204" pitchFamily="34" charset="0"/>
              </a:rPr>
              <a:t>x</a:t>
            </a:r>
          </a:p>
        </p:txBody>
      </p:sp>
      <p:cxnSp>
        <p:nvCxnSpPr>
          <p:cNvPr id="14" name="Straight Connector 13">
            <a:extLst>
              <a:ext uri="{FF2B5EF4-FFF2-40B4-BE49-F238E27FC236}">
                <a16:creationId xmlns:a16="http://schemas.microsoft.com/office/drawing/2014/main" id="{A005088B-CAB8-56D3-EC24-39C7CCD5FD22}"/>
              </a:ext>
            </a:extLst>
          </p:cNvPr>
          <p:cNvCxnSpPr/>
          <p:nvPr/>
        </p:nvCxnSpPr>
        <p:spPr>
          <a:xfrm flipV="1">
            <a:off x="5076825" y="3870325"/>
            <a:ext cx="0" cy="12350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FE4FD2-E8B6-341D-1197-E06D366CBA31}"/>
              </a:ext>
            </a:extLst>
          </p:cNvPr>
          <p:cNvCxnSpPr>
            <a:cxnSpLocks/>
          </p:cNvCxnSpPr>
          <p:nvPr/>
        </p:nvCxnSpPr>
        <p:spPr>
          <a:xfrm rot="16200000" flipV="1">
            <a:off x="3452813" y="2206625"/>
            <a:ext cx="0" cy="329247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8D796D92-221C-6090-3EB5-7F52A84018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514600"/>
            <a:ext cx="7281863"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Straight Connector 20">
            <a:extLst>
              <a:ext uri="{FF2B5EF4-FFF2-40B4-BE49-F238E27FC236}">
                <a16:creationId xmlns:a16="http://schemas.microsoft.com/office/drawing/2014/main" id="{137C3131-96F0-7599-96E2-AAE093618E88}"/>
              </a:ext>
            </a:extLst>
          </p:cNvPr>
          <p:cNvCxnSpPr/>
          <p:nvPr/>
        </p:nvCxnSpPr>
        <p:spPr>
          <a:xfrm flipV="1">
            <a:off x="5076825" y="3657600"/>
            <a:ext cx="0" cy="1470025"/>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DD1CE83-AF33-8563-8EBC-1782BAC4EA43}"/>
              </a:ext>
            </a:extLst>
          </p:cNvPr>
          <p:cNvCxnSpPr>
            <a:cxnSpLocks/>
          </p:cNvCxnSpPr>
          <p:nvPr/>
        </p:nvCxnSpPr>
        <p:spPr>
          <a:xfrm rot="16200000" flipV="1">
            <a:off x="3429000" y="2100263"/>
            <a:ext cx="0" cy="3200400"/>
          </a:xfrm>
          <a:prstGeom prst="line">
            <a:avLst/>
          </a:prstGeom>
          <a:ln w="19050">
            <a:solidFill>
              <a:srgbClr val="00B050"/>
            </a:solidFill>
            <a:prstDash val="lgDas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BA283A6-2AF0-2F5B-11B8-59C19C93E422}"/>
              </a:ext>
            </a:extLst>
          </p:cNvPr>
          <p:cNvSpPr txBox="1">
            <a:spLocks noChangeArrowheads="1"/>
          </p:cNvSpPr>
          <p:nvPr/>
        </p:nvSpPr>
        <p:spPr bwMode="auto">
          <a:xfrm>
            <a:off x="4648200" y="6216650"/>
            <a:ext cx="4111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7030A0"/>
                </a:solidFill>
                <a:latin typeface="Arial" panose="020B0604020202020204" pitchFamily="34" charset="0"/>
              </a:rPr>
              <a:t>regression</a:t>
            </a:r>
            <a:r>
              <a:rPr lang="en-US" altLang="en-US" sz="1800">
                <a:latin typeface="Arial" panose="020B0604020202020204" pitchFamily="34" charset="0"/>
              </a:rPr>
              <a:t>: predict </a:t>
            </a:r>
            <a:r>
              <a:rPr lang="en-US" altLang="en-US" sz="1800" u="sng">
                <a:latin typeface="Arial" panose="020B0604020202020204" pitchFamily="34" charset="0"/>
              </a:rPr>
              <a:t>continuous</a:t>
            </a:r>
            <a:r>
              <a:rPr lang="en-US" altLang="en-US" sz="1800">
                <a:latin typeface="Arial" panose="020B0604020202020204" pitchFamily="34" charset="0"/>
              </a:rPr>
              <a:t> value</a:t>
            </a:r>
          </a:p>
        </p:txBody>
      </p:sp>
      <p:sp>
        <p:nvSpPr>
          <p:cNvPr id="24" name="TextBox 23">
            <a:extLst>
              <a:ext uri="{FF2B5EF4-FFF2-40B4-BE49-F238E27FC236}">
                <a16:creationId xmlns:a16="http://schemas.microsoft.com/office/drawing/2014/main" id="{BC64FAC6-3CED-1E18-4D8B-599E744EC3F9}"/>
              </a:ext>
            </a:extLst>
          </p:cNvPr>
          <p:cNvSpPr txBox="1">
            <a:spLocks noChangeArrowheads="1"/>
          </p:cNvSpPr>
          <p:nvPr/>
        </p:nvSpPr>
        <p:spPr bwMode="auto">
          <a:xfrm>
            <a:off x="479425" y="6223000"/>
            <a:ext cx="2698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“correct answer” is given</a:t>
            </a:r>
          </a:p>
        </p:txBody>
      </p:sp>
      <p:sp>
        <p:nvSpPr>
          <p:cNvPr id="26637" name="Slide Number Placeholder 24">
            <a:extLst>
              <a:ext uri="{FF2B5EF4-FFF2-40B4-BE49-F238E27FC236}">
                <a16:creationId xmlns:a16="http://schemas.microsoft.com/office/drawing/2014/main" id="{6B61376E-1CAB-9031-646C-9DD8B244CD7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F40DC57-6796-4830-8211-40E3AA1EFC50}"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nodeType="afterGroup">
                            <p:stCondLst>
                              <p:cond delay="500"/>
                            </p:stCondLst>
                            <p:childTnLst>
                              <p:par>
                                <p:cTn id="17" presetID="10"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xit" presetSubtype="10" fill="hold" nodeType="clickEffect">
                                  <p:stCondLst>
                                    <p:cond delay="0"/>
                                  </p:stCondLst>
                                  <p:childTnLst>
                                    <p:animEffect transition="out" filter="blinds(horizontal)">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par>
                          <p:cTn id="33" fill="hold" nodeType="afterGroup">
                            <p:stCondLst>
                              <p:cond delay="0"/>
                            </p:stCondLst>
                            <p:childTnLst>
                              <p:par>
                                <p:cTn id="34" presetID="1" presetClass="entr" presetSubtype="0" fill="hold" nodeType="after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childTnLst>
                                </p:cTn>
                              </p:par>
                            </p:childTnLst>
                          </p:cTn>
                        </p:par>
                        <p:par>
                          <p:cTn id="40" fill="hold" nodeType="afterGroup">
                            <p:stCondLst>
                              <p:cond delay="0"/>
                            </p:stCondLst>
                            <p:childTnLst>
                              <p:par>
                                <p:cTn id="41" presetID="1" presetClass="entr" presetSubtype="0"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p:bldP spid="2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F4140-D8BD-4ED1-6752-23981E439D74}"/>
              </a:ext>
            </a:extLst>
          </p:cNvPr>
          <p:cNvSpPr>
            <a:spLocks noGrp="1"/>
          </p:cNvSpPr>
          <p:nvPr>
            <p:ph type="title"/>
          </p:nvPr>
        </p:nvSpPr>
        <p:spPr/>
        <p:txBody>
          <a:bodyPr>
            <a:normAutofit fontScale="90000"/>
          </a:bodyPr>
          <a:lstStyle/>
          <a:p>
            <a:pPr>
              <a:defRPr/>
            </a:pPr>
            <a:r>
              <a:rPr lang="en-US" dirty="0"/>
              <a:t>Regression Example 2:</a:t>
            </a:r>
            <a:br>
              <a:rPr lang="en-US" dirty="0"/>
            </a:br>
            <a:r>
              <a:rPr lang="en-US" dirty="0"/>
              <a:t>Precision Farming</a:t>
            </a:r>
          </a:p>
        </p:txBody>
      </p:sp>
      <p:sp>
        <p:nvSpPr>
          <p:cNvPr id="27651" name="Content Placeholder 2">
            <a:extLst>
              <a:ext uri="{FF2B5EF4-FFF2-40B4-BE49-F238E27FC236}">
                <a16:creationId xmlns:a16="http://schemas.microsoft.com/office/drawing/2014/main" id="{465035B6-DB36-ADA5-871B-1510F68CFC99}"/>
              </a:ext>
            </a:extLst>
          </p:cNvPr>
          <p:cNvSpPr>
            <a:spLocks noGrp="1"/>
          </p:cNvSpPr>
          <p:nvPr>
            <p:ph idx="1"/>
          </p:nvPr>
        </p:nvSpPr>
        <p:spPr/>
        <p:txBody>
          <a:bodyPr/>
          <a:lstStyle/>
          <a:p>
            <a:r>
              <a:rPr lang="en-US" altLang="en-US">
                <a:latin typeface="Arial" panose="020B0604020202020204" pitchFamily="34" charset="0"/>
                <a:cs typeface="Arial" panose="020B0604020202020204" pitchFamily="34" charset="0"/>
              </a:rPr>
              <a:t>Create a production curve depending on parameters like </a:t>
            </a:r>
            <a:r>
              <a:rPr lang="en-US" altLang="en-US" i="1">
                <a:latin typeface="Arial" panose="020B0604020202020204" pitchFamily="34" charset="0"/>
                <a:cs typeface="Arial" panose="020B0604020202020204" pitchFamily="34" charset="0"/>
              </a:rPr>
              <a:t>soil characteristics</a:t>
            </a:r>
            <a:r>
              <a:rPr lang="en-US" altLang="en-US">
                <a:latin typeface="Arial" panose="020B0604020202020204" pitchFamily="34" charset="0"/>
                <a:cs typeface="Arial" panose="020B0604020202020204" pitchFamily="34" charset="0"/>
              </a:rPr>
              <a:t>, </a:t>
            </a:r>
            <a:r>
              <a:rPr lang="en-US" altLang="en-US" i="1">
                <a:latin typeface="Arial" panose="020B0604020202020204" pitchFamily="34" charset="0"/>
                <a:cs typeface="Arial" panose="020B0604020202020204" pitchFamily="34" charset="0"/>
              </a:rPr>
              <a:t>weather</a:t>
            </a:r>
            <a:r>
              <a:rPr lang="en-US" altLang="en-US">
                <a:latin typeface="Arial" panose="020B0604020202020204" pitchFamily="34" charset="0"/>
                <a:cs typeface="Arial" panose="020B0604020202020204" pitchFamily="34" charset="0"/>
              </a:rPr>
              <a:t>, and </a:t>
            </a:r>
            <a:r>
              <a:rPr lang="en-US" altLang="en-US" i="1">
                <a:latin typeface="Arial" panose="020B0604020202020204" pitchFamily="34" charset="0"/>
                <a:cs typeface="Arial" panose="020B0604020202020204" pitchFamily="34" charset="0"/>
              </a:rPr>
              <a:t>used fertilizers</a:t>
            </a:r>
            <a:r>
              <a:rPr lang="en-US" altLang="en-US">
                <a:latin typeface="Arial" panose="020B0604020202020204" pitchFamily="34" charset="0"/>
                <a:cs typeface="Arial" panose="020B0604020202020204" pitchFamily="34" charset="0"/>
              </a:rPr>
              <a:t>. </a:t>
            </a:r>
          </a:p>
          <a:p>
            <a:endParaRPr lang="en-US" altLang="en-US">
              <a:latin typeface="Open Sans" pitchFamily="34" charset="0"/>
            </a:endParaRPr>
          </a:p>
        </p:txBody>
      </p:sp>
      <p:sp>
        <p:nvSpPr>
          <p:cNvPr id="27652" name="Slide Number Placeholder 3">
            <a:extLst>
              <a:ext uri="{FF2B5EF4-FFF2-40B4-BE49-F238E27FC236}">
                <a16:creationId xmlns:a16="http://schemas.microsoft.com/office/drawing/2014/main" id="{28753C1D-7DD2-2DF1-1949-08194CC04B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590BC85-8DC2-43E0-A934-3A5EDB209EA8}"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pic>
        <p:nvPicPr>
          <p:cNvPr id="5" name="Picture 2">
            <a:extLst>
              <a:ext uri="{FF2B5EF4-FFF2-40B4-BE49-F238E27FC236}">
                <a16:creationId xmlns:a16="http://schemas.microsoft.com/office/drawing/2014/main" id="{C12EF2C9-0A2D-2309-8E09-1935877DA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048000"/>
            <a:ext cx="8534400"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ACE04D6-3A28-D961-1678-3FD6A611B2C7}"/>
              </a:ext>
            </a:extLst>
          </p:cNvPr>
          <p:cNvSpPr>
            <a:spLocks noGrp="1"/>
          </p:cNvSpPr>
          <p:nvPr>
            <p:ph type="title"/>
          </p:nvPr>
        </p:nvSpPr>
        <p:spPr/>
        <p:txBody>
          <a:bodyPr/>
          <a:lstStyle/>
          <a:p>
            <a:r>
              <a:rPr lang="en-US" altLang="en-US">
                <a:latin typeface="Open Sans" pitchFamily="34" charset="0"/>
              </a:rPr>
              <a:t>Classification</a:t>
            </a:r>
          </a:p>
        </p:txBody>
      </p:sp>
      <p:sp>
        <p:nvSpPr>
          <p:cNvPr id="28675" name="Content Placeholder 2">
            <a:extLst>
              <a:ext uri="{FF2B5EF4-FFF2-40B4-BE49-F238E27FC236}">
                <a16:creationId xmlns:a16="http://schemas.microsoft.com/office/drawing/2014/main" id="{9F4A5D59-B9E5-9ACF-BCD5-B1B037DE29F5}"/>
              </a:ext>
            </a:extLst>
          </p:cNvPr>
          <p:cNvSpPr>
            <a:spLocks noGrp="1"/>
          </p:cNvSpPr>
          <p:nvPr>
            <p:ph idx="1"/>
          </p:nvPr>
        </p:nvSpPr>
        <p:spPr/>
        <p:txBody>
          <a:bodyPr/>
          <a:lstStyle/>
          <a:p>
            <a:r>
              <a:rPr lang="en-US" altLang="id-ID" dirty="0">
                <a:latin typeface="Arial" panose="020B0604020202020204" pitchFamily="34" charset="0"/>
                <a:cs typeface="Arial" panose="020B0604020202020204" pitchFamily="34" charset="0"/>
              </a:rPr>
              <a:t>Given a collection of records (as training set)</a:t>
            </a:r>
            <a:r>
              <a:rPr lang="id-ID" altLang="id-ID" dirty="0">
                <a:latin typeface="Arial" panose="020B0604020202020204" pitchFamily="34" charset="0"/>
                <a:cs typeface="Arial" panose="020B0604020202020204" pitchFamily="34" charset="0"/>
              </a:rPr>
              <a:t>, e</a:t>
            </a:r>
            <a:r>
              <a:rPr lang="en-US" altLang="id-ID" dirty="0">
                <a:latin typeface="Arial" panose="020B0604020202020204" pitchFamily="34" charset="0"/>
                <a:cs typeface="Arial" panose="020B0604020202020204" pitchFamily="34" charset="0"/>
              </a:rPr>
              <a:t>ach record contains a set of attributes, one of the attributes is the </a:t>
            </a:r>
            <a:r>
              <a:rPr lang="en-US" altLang="id-ID" dirty="0">
                <a:solidFill>
                  <a:schemeClr val="accent1"/>
                </a:solidFill>
                <a:latin typeface="Arial" panose="020B0604020202020204" pitchFamily="34" charset="0"/>
                <a:cs typeface="Arial" panose="020B0604020202020204" pitchFamily="34" charset="0"/>
              </a:rPr>
              <a:t>class</a:t>
            </a:r>
            <a:r>
              <a:rPr lang="en-US" altLang="id-ID" dirty="0">
                <a:latin typeface="Arial" panose="020B0604020202020204" pitchFamily="34" charset="0"/>
                <a:cs typeface="Arial" panose="020B0604020202020204" pitchFamily="34" charset="0"/>
              </a:rPr>
              <a:t>.</a:t>
            </a:r>
          </a:p>
          <a:p>
            <a:r>
              <a:rPr lang="en-US" altLang="id-ID" dirty="0">
                <a:latin typeface="Arial" panose="020B0604020202020204" pitchFamily="34" charset="0"/>
                <a:cs typeface="Arial" panose="020B0604020202020204" pitchFamily="34" charset="0"/>
              </a:rPr>
              <a:t>Find a model for class attribute as a function of the values of other attributes.</a:t>
            </a:r>
          </a:p>
          <a:p>
            <a:r>
              <a:rPr lang="en-US" altLang="id-ID" i="1" dirty="0">
                <a:latin typeface="Arial" panose="020B0604020202020204" pitchFamily="34" charset="0"/>
                <a:cs typeface="Arial" panose="020B0604020202020204" pitchFamily="34" charset="0"/>
              </a:rPr>
              <a:t>Goal</a:t>
            </a:r>
            <a:r>
              <a:rPr lang="en-US" altLang="id-ID" dirty="0">
                <a:latin typeface="Arial" panose="020B0604020202020204" pitchFamily="34" charset="0"/>
                <a:cs typeface="Arial" panose="020B0604020202020204" pitchFamily="34" charset="0"/>
              </a:rPr>
              <a:t>: previously unseen records should be assigned a class as accurately as possible.</a:t>
            </a:r>
          </a:p>
          <a:p>
            <a:pPr lvl="1"/>
            <a:r>
              <a:rPr lang="en-US" altLang="id-ID" sz="2400" dirty="0">
                <a:latin typeface="Arial" panose="020B0604020202020204" pitchFamily="34" charset="0"/>
                <a:cs typeface="Arial" panose="020B0604020202020204" pitchFamily="34" charset="0"/>
              </a:rPr>
              <a:t>A test set is used to determine the accuracy of the model. Usually, the given data set is divided into training and test sets, with training set used to build the model and test set used to validate it.</a:t>
            </a:r>
          </a:p>
          <a:p>
            <a:endParaRPr lang="en-US" altLang="en-US" dirty="0">
              <a:latin typeface="Open Sans" pitchFamily="34" charset="0"/>
            </a:endParaRPr>
          </a:p>
        </p:txBody>
      </p:sp>
      <p:sp>
        <p:nvSpPr>
          <p:cNvPr id="28676" name="Slide Number Placeholder 3">
            <a:extLst>
              <a:ext uri="{FF2B5EF4-FFF2-40B4-BE49-F238E27FC236}">
                <a16:creationId xmlns:a16="http://schemas.microsoft.com/office/drawing/2014/main" id="{16D3E1D9-C514-FA4E-23D1-93F2F99592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16B0BE6-002E-4981-8F71-DD8723309A9E}"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spTree>
  </p:cSld>
  <p:clrMapOvr>
    <a:masterClrMapping/>
  </p:clrMapOvr>
  <p:transition spd="slow">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42AE1274-6BE1-EA8E-641C-61A2A3D4A6D5}"/>
              </a:ext>
            </a:extLst>
          </p:cNvPr>
          <p:cNvSpPr>
            <a:spLocks noGrp="1"/>
          </p:cNvSpPr>
          <p:nvPr>
            <p:ph type="title"/>
          </p:nvPr>
        </p:nvSpPr>
        <p:spPr/>
        <p:txBody>
          <a:bodyPr/>
          <a:lstStyle/>
          <a:p>
            <a:r>
              <a:rPr lang="en-US" altLang="en-US">
                <a:latin typeface="Open Sans" pitchFamily="34" charset="0"/>
              </a:rPr>
              <a:t>Classification - Illustration</a:t>
            </a:r>
          </a:p>
        </p:txBody>
      </p:sp>
      <p:sp>
        <p:nvSpPr>
          <p:cNvPr id="29699" name="Slide Number Placeholder 3">
            <a:extLst>
              <a:ext uri="{FF2B5EF4-FFF2-40B4-BE49-F238E27FC236}">
                <a16:creationId xmlns:a16="http://schemas.microsoft.com/office/drawing/2014/main" id="{75155AA3-0DB3-76A5-04AF-1F322B86C8B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F9F951C-1F0E-432E-9DE2-B6D23A419403}"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pic>
        <p:nvPicPr>
          <p:cNvPr id="5" name="Picture 4">
            <a:extLst>
              <a:ext uri="{FF2B5EF4-FFF2-40B4-BE49-F238E27FC236}">
                <a16:creationId xmlns:a16="http://schemas.microsoft.com/office/drawing/2014/main" id="{8661E28C-815D-D1AA-1AF3-DD9927162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6938963"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3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DFFC8B40-F51C-A2A9-4E15-16F97FFD5E12}"/>
              </a:ext>
            </a:extLst>
          </p:cNvPr>
          <p:cNvSpPr>
            <a:spLocks noGrp="1"/>
          </p:cNvSpPr>
          <p:nvPr>
            <p:ph type="title"/>
          </p:nvPr>
        </p:nvSpPr>
        <p:spPr>
          <a:xfrm>
            <a:off x="2057400" y="381000"/>
            <a:ext cx="7077075" cy="1143000"/>
          </a:xfrm>
        </p:spPr>
        <p:txBody>
          <a:bodyPr/>
          <a:lstStyle/>
          <a:p>
            <a:r>
              <a:rPr lang="en-US" altLang="en-US" sz="2800">
                <a:latin typeface="Open Sans" pitchFamily="34" charset="0"/>
              </a:rPr>
              <a:t>Classification Example 1:</a:t>
            </a:r>
            <a:br>
              <a:rPr lang="en-US" altLang="en-US" sz="2800">
                <a:latin typeface="Open Sans" pitchFamily="34" charset="0"/>
              </a:rPr>
            </a:br>
            <a:r>
              <a:rPr lang="en-US" altLang="en-US" sz="2800">
                <a:latin typeface="Open Sans" pitchFamily="34" charset="0"/>
              </a:rPr>
              <a:t>Tumor Prediction: Benign/Malignant</a:t>
            </a:r>
          </a:p>
        </p:txBody>
      </p:sp>
      <p:sp>
        <p:nvSpPr>
          <p:cNvPr id="30723" name="Slide Number Placeholder 3">
            <a:extLst>
              <a:ext uri="{FF2B5EF4-FFF2-40B4-BE49-F238E27FC236}">
                <a16:creationId xmlns:a16="http://schemas.microsoft.com/office/drawing/2014/main" id="{9B81C7CE-BCFC-8E47-F56C-C23E2258F4F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FF30C25-1AF2-4F3E-A1E4-03FD39855A9F}" type="slidenum">
              <a:rPr lang="en-US" altLang="en-US" sz="1200" smtClean="0">
                <a:solidFill>
                  <a:srgbClr val="898989"/>
                </a:solidFill>
              </a:rPr>
              <a:pPr>
                <a:spcBef>
                  <a:spcPct val="0"/>
                </a:spcBef>
                <a:buFontTx/>
                <a:buNone/>
              </a:pPr>
              <a:t>22</a:t>
            </a:fld>
            <a:endParaRPr lang="en-US" altLang="en-US" sz="1200">
              <a:solidFill>
                <a:srgbClr val="898989"/>
              </a:solidFill>
            </a:endParaRPr>
          </a:p>
        </p:txBody>
      </p:sp>
      <p:graphicFrame>
        <p:nvGraphicFramePr>
          <p:cNvPr id="2" name="Table 2">
            <a:extLst>
              <a:ext uri="{FF2B5EF4-FFF2-40B4-BE49-F238E27FC236}">
                <a16:creationId xmlns:a16="http://schemas.microsoft.com/office/drawing/2014/main" id="{BD178C62-7ED7-7E6F-B2C5-02B34D872094}"/>
              </a:ext>
            </a:extLst>
          </p:cNvPr>
          <p:cNvGraphicFramePr>
            <a:graphicFrameLocks noGrp="1"/>
          </p:cNvGraphicFramePr>
          <p:nvPr/>
        </p:nvGraphicFramePr>
        <p:xfrm>
          <a:off x="1228725" y="2286000"/>
          <a:ext cx="5772150" cy="3235324"/>
        </p:xfrm>
        <a:graphic>
          <a:graphicData uri="http://schemas.openxmlformats.org/drawingml/2006/table">
            <a:tbl>
              <a:tblPr firstRow="1" bandRow="1">
                <a:tableStyleId>{5C22544A-7EE6-4342-B048-85BDC9FD1C3A}</a:tableStyleId>
              </a:tblPr>
              <a:tblGrid>
                <a:gridCol w="1924050">
                  <a:extLst>
                    <a:ext uri="{9D8B030D-6E8A-4147-A177-3AD203B41FA5}">
                      <a16:colId xmlns:a16="http://schemas.microsoft.com/office/drawing/2014/main" val="20000"/>
                    </a:ext>
                  </a:extLst>
                </a:gridCol>
                <a:gridCol w="1924050">
                  <a:extLst>
                    <a:ext uri="{9D8B030D-6E8A-4147-A177-3AD203B41FA5}">
                      <a16:colId xmlns:a16="http://schemas.microsoft.com/office/drawing/2014/main" val="20001"/>
                    </a:ext>
                  </a:extLst>
                </a:gridCol>
                <a:gridCol w="1924050">
                  <a:extLst>
                    <a:ext uri="{9D8B030D-6E8A-4147-A177-3AD203B41FA5}">
                      <a16:colId xmlns:a16="http://schemas.microsoft.com/office/drawing/2014/main" val="20002"/>
                    </a:ext>
                  </a:extLst>
                </a:gridCol>
              </a:tblGrid>
              <a:tr h="640060">
                <a:tc>
                  <a:txBody>
                    <a:bodyPr/>
                    <a:lstStyle/>
                    <a:p>
                      <a:pPr algn="ctr"/>
                      <a:r>
                        <a:rPr lang="en-US" sz="1800" dirty="0"/>
                        <a:t>tumor size (diameter in mm)</a:t>
                      </a:r>
                    </a:p>
                  </a:txBody>
                  <a:tcPr marL="91428" marR="91428" marT="45710" marB="45710" anchor="ctr"/>
                </a:tc>
                <a:tc>
                  <a:txBody>
                    <a:bodyPr/>
                    <a:lstStyle/>
                    <a:p>
                      <a:pPr algn="ctr"/>
                      <a:r>
                        <a:rPr lang="en-US" sz="1800" dirty="0"/>
                        <a:t>age (year)</a:t>
                      </a:r>
                    </a:p>
                  </a:txBody>
                  <a:tcPr marL="91428" marR="91428" marT="45710" marB="45710" anchor="ctr"/>
                </a:tc>
                <a:tc>
                  <a:txBody>
                    <a:bodyPr/>
                    <a:lstStyle/>
                    <a:p>
                      <a:pPr algn="ctr"/>
                      <a:r>
                        <a:rPr lang="en-US" sz="1800" dirty="0"/>
                        <a:t>benign/malignant</a:t>
                      </a:r>
                    </a:p>
                  </a:txBody>
                  <a:tcPr marL="91428" marR="91428" marT="45710" marB="45710" anchor="ctr"/>
                </a:tc>
                <a:extLst>
                  <a:ext uri="{0D108BD9-81ED-4DB2-BD59-A6C34878D82A}">
                    <a16:rowId xmlns:a16="http://schemas.microsoft.com/office/drawing/2014/main" val="10000"/>
                  </a:ext>
                </a:extLst>
              </a:tr>
              <a:tr h="370752">
                <a:tc>
                  <a:txBody>
                    <a:bodyPr/>
                    <a:lstStyle/>
                    <a:p>
                      <a:pPr algn="ctr" rtl="0" fontAlgn="ctr"/>
                      <a:r>
                        <a:rPr lang="en-US" sz="1800" b="0" i="0" u="none" strike="noStrike">
                          <a:solidFill>
                            <a:srgbClr val="000000"/>
                          </a:solidFill>
                          <a:effectLst/>
                          <a:latin typeface="Calibri" panose="020F0502020204030204" pitchFamily="34" charset="0"/>
                        </a:rPr>
                        <a:t>15</a:t>
                      </a:r>
                    </a:p>
                  </a:txBody>
                  <a:tcPr marL="6349" marR="6349" marT="6349" marB="0" anchor="ctr"/>
                </a:tc>
                <a:tc>
                  <a:txBody>
                    <a:bodyPr/>
                    <a:lstStyle/>
                    <a:p>
                      <a:pPr algn="ctr" rtl="0" fontAlgn="ctr"/>
                      <a:r>
                        <a:rPr lang="en-US" sz="1800" b="0" i="0" u="none" strike="noStrike">
                          <a:solidFill>
                            <a:srgbClr val="000000"/>
                          </a:solidFill>
                          <a:effectLst/>
                          <a:latin typeface="Calibri" panose="020F0502020204030204" pitchFamily="34" charset="0"/>
                        </a:rPr>
                        <a:t>45</a:t>
                      </a:r>
                    </a:p>
                  </a:txBody>
                  <a:tcPr marL="6349" marR="6349" marT="6349" marB="0" anchor="ctr"/>
                </a:tc>
                <a:tc>
                  <a:txBody>
                    <a:bodyPr/>
                    <a:lstStyle/>
                    <a:p>
                      <a:pPr algn="ctr"/>
                      <a:r>
                        <a:rPr lang="en-US" sz="1800" b="1" dirty="0">
                          <a:solidFill>
                            <a:srgbClr val="0070C0"/>
                          </a:solidFill>
                        </a:rPr>
                        <a:t>benign</a:t>
                      </a:r>
                    </a:p>
                  </a:txBody>
                  <a:tcPr marL="91428" marR="91428" marT="45710" marB="45710"/>
                </a:tc>
                <a:extLst>
                  <a:ext uri="{0D108BD9-81ED-4DB2-BD59-A6C34878D82A}">
                    <a16:rowId xmlns:a16="http://schemas.microsoft.com/office/drawing/2014/main" val="10001"/>
                  </a:ext>
                </a:extLst>
              </a:tr>
              <a:tr h="370752">
                <a:tc>
                  <a:txBody>
                    <a:bodyPr/>
                    <a:lstStyle/>
                    <a:p>
                      <a:pPr algn="ctr" rtl="0" fontAlgn="ctr"/>
                      <a:r>
                        <a:rPr lang="en-US" sz="1800" b="0" i="0" u="none" strike="noStrike">
                          <a:solidFill>
                            <a:srgbClr val="000000"/>
                          </a:solidFill>
                          <a:effectLst/>
                          <a:latin typeface="Calibri" panose="020F0502020204030204" pitchFamily="34" charset="0"/>
                        </a:rPr>
                        <a:t>55</a:t>
                      </a:r>
                    </a:p>
                  </a:txBody>
                  <a:tcPr marL="6349" marR="6349" marT="6349" marB="0" anchor="ctr"/>
                </a:tc>
                <a:tc>
                  <a:txBody>
                    <a:bodyPr/>
                    <a:lstStyle/>
                    <a:p>
                      <a:pPr algn="ctr" rtl="0" fontAlgn="ctr"/>
                      <a:r>
                        <a:rPr lang="en-US" sz="1800" b="0" i="0" u="none" strike="noStrike">
                          <a:solidFill>
                            <a:srgbClr val="000000"/>
                          </a:solidFill>
                          <a:effectLst/>
                          <a:latin typeface="Calibri" panose="020F0502020204030204" pitchFamily="34" charset="0"/>
                        </a:rPr>
                        <a:t>60</a:t>
                      </a:r>
                    </a:p>
                  </a:txBody>
                  <a:tcPr marL="6349" marR="6349" marT="6349" marB="0" anchor="ctr"/>
                </a:tc>
                <a:tc>
                  <a:txBody>
                    <a:bodyPr/>
                    <a:lstStyle/>
                    <a:p>
                      <a:pPr algn="ctr"/>
                      <a:r>
                        <a:rPr lang="en-US" sz="1800" b="1" dirty="0">
                          <a:solidFill>
                            <a:srgbClr val="0070C0"/>
                          </a:solidFill>
                        </a:rPr>
                        <a:t>malignant</a:t>
                      </a:r>
                    </a:p>
                  </a:txBody>
                  <a:tcPr marL="91428" marR="91428" marT="45710" marB="45710"/>
                </a:tc>
                <a:extLst>
                  <a:ext uri="{0D108BD9-81ED-4DB2-BD59-A6C34878D82A}">
                    <a16:rowId xmlns:a16="http://schemas.microsoft.com/office/drawing/2014/main" val="10002"/>
                  </a:ext>
                </a:extLst>
              </a:tr>
              <a:tr h="370752">
                <a:tc>
                  <a:txBody>
                    <a:bodyPr/>
                    <a:lstStyle/>
                    <a:p>
                      <a:pPr algn="ctr" rtl="0" fontAlgn="ctr"/>
                      <a:r>
                        <a:rPr lang="en-US" sz="1800" b="0" i="0" u="none" strike="noStrike">
                          <a:solidFill>
                            <a:srgbClr val="000000"/>
                          </a:solidFill>
                          <a:effectLst/>
                          <a:latin typeface="Calibri" panose="020F0502020204030204" pitchFamily="34" charset="0"/>
                        </a:rPr>
                        <a:t>17</a:t>
                      </a:r>
                    </a:p>
                  </a:txBody>
                  <a:tcPr marL="6349" marR="6349" marT="6349" marB="0" anchor="ctr"/>
                </a:tc>
                <a:tc>
                  <a:txBody>
                    <a:bodyPr/>
                    <a:lstStyle/>
                    <a:p>
                      <a:pPr algn="ctr" rtl="0" fontAlgn="ctr"/>
                      <a:r>
                        <a:rPr lang="en-US" sz="1800" b="0" i="0" u="none" strike="noStrike">
                          <a:solidFill>
                            <a:srgbClr val="000000"/>
                          </a:solidFill>
                          <a:effectLst/>
                          <a:latin typeface="Calibri" panose="020F0502020204030204" pitchFamily="34" charset="0"/>
                        </a:rPr>
                        <a:t>53</a:t>
                      </a:r>
                    </a:p>
                  </a:txBody>
                  <a:tcPr marL="6349" marR="6349" marT="6349" marB="0" anchor="ctr"/>
                </a:tc>
                <a:tc>
                  <a:txBody>
                    <a:bodyPr/>
                    <a:lstStyle/>
                    <a:p>
                      <a:pPr algn="ctr"/>
                      <a:r>
                        <a:rPr lang="en-US" sz="1800" b="1" dirty="0">
                          <a:solidFill>
                            <a:srgbClr val="0070C0"/>
                          </a:solidFill>
                        </a:rPr>
                        <a:t>benign</a:t>
                      </a:r>
                    </a:p>
                  </a:txBody>
                  <a:tcPr marL="91428" marR="91428" marT="45710" marB="45710"/>
                </a:tc>
                <a:extLst>
                  <a:ext uri="{0D108BD9-81ED-4DB2-BD59-A6C34878D82A}">
                    <a16:rowId xmlns:a16="http://schemas.microsoft.com/office/drawing/2014/main" val="10003"/>
                  </a:ext>
                </a:extLst>
              </a:tr>
              <a:tr h="370752">
                <a:tc>
                  <a:txBody>
                    <a:bodyPr/>
                    <a:lstStyle/>
                    <a:p>
                      <a:pPr algn="ctr" rtl="0" fontAlgn="ctr"/>
                      <a:r>
                        <a:rPr lang="en-US" sz="1800" b="0" i="0" u="none" strike="noStrike">
                          <a:solidFill>
                            <a:srgbClr val="000000"/>
                          </a:solidFill>
                          <a:effectLst/>
                          <a:latin typeface="Calibri" panose="020F0502020204030204" pitchFamily="34" charset="0"/>
                        </a:rPr>
                        <a:t>27</a:t>
                      </a:r>
                    </a:p>
                  </a:txBody>
                  <a:tcPr marL="6349" marR="6349" marT="6349" marB="0" anchor="ctr"/>
                </a:tc>
                <a:tc>
                  <a:txBody>
                    <a:bodyPr/>
                    <a:lstStyle/>
                    <a:p>
                      <a:pPr algn="ctr" rtl="0" fontAlgn="ctr"/>
                      <a:r>
                        <a:rPr lang="en-US" sz="1800" b="0" i="0" u="none" strike="noStrike">
                          <a:solidFill>
                            <a:srgbClr val="000000"/>
                          </a:solidFill>
                          <a:effectLst/>
                          <a:latin typeface="Calibri" panose="020F0502020204030204" pitchFamily="34" charset="0"/>
                        </a:rPr>
                        <a:t>36</a:t>
                      </a:r>
                    </a:p>
                  </a:txBody>
                  <a:tcPr marL="6349" marR="6349" marT="6349" marB="0" anchor="ctr"/>
                </a:tc>
                <a:tc>
                  <a:txBody>
                    <a:bodyPr/>
                    <a:lstStyle/>
                    <a:p>
                      <a:pPr algn="ctr"/>
                      <a:r>
                        <a:rPr lang="en-US" sz="1800" b="1" dirty="0">
                          <a:solidFill>
                            <a:srgbClr val="0070C0"/>
                          </a:solidFill>
                        </a:rPr>
                        <a:t>benign</a:t>
                      </a:r>
                    </a:p>
                  </a:txBody>
                  <a:tcPr marL="91428" marR="91428" marT="45710" marB="45710"/>
                </a:tc>
                <a:extLst>
                  <a:ext uri="{0D108BD9-81ED-4DB2-BD59-A6C34878D82A}">
                    <a16:rowId xmlns:a16="http://schemas.microsoft.com/office/drawing/2014/main" val="10004"/>
                  </a:ext>
                </a:extLst>
              </a:tr>
              <a:tr h="370752">
                <a:tc>
                  <a:txBody>
                    <a:bodyPr/>
                    <a:lstStyle/>
                    <a:p>
                      <a:pPr algn="ctr" rtl="0" fontAlgn="ctr"/>
                      <a:r>
                        <a:rPr lang="en-US" sz="1800" b="0" i="0" u="none" strike="noStrike" dirty="0">
                          <a:solidFill>
                            <a:srgbClr val="000000"/>
                          </a:solidFill>
                          <a:effectLst/>
                          <a:latin typeface="Calibri" panose="020F0502020204030204" pitchFamily="34" charset="0"/>
                        </a:rPr>
                        <a:t>60</a:t>
                      </a:r>
                    </a:p>
                  </a:txBody>
                  <a:tcPr marL="6349" marR="6349" marT="6349" marB="0" anchor="ctr"/>
                </a:tc>
                <a:tc>
                  <a:txBody>
                    <a:bodyPr/>
                    <a:lstStyle/>
                    <a:p>
                      <a:pPr algn="ctr" rtl="0" fontAlgn="ctr"/>
                      <a:r>
                        <a:rPr lang="en-US" sz="1800" b="0" i="0" u="none" strike="noStrike" dirty="0">
                          <a:solidFill>
                            <a:srgbClr val="000000"/>
                          </a:solidFill>
                          <a:effectLst/>
                          <a:latin typeface="Calibri" panose="020F0502020204030204" pitchFamily="34" charset="0"/>
                        </a:rPr>
                        <a:t>25</a:t>
                      </a:r>
                    </a:p>
                  </a:txBody>
                  <a:tcPr marL="6349" marR="6349" marT="6349" marB="0" anchor="ctr"/>
                </a:tc>
                <a:tc>
                  <a:txBody>
                    <a:bodyPr/>
                    <a:lstStyle/>
                    <a:p>
                      <a:pPr algn="ctr"/>
                      <a:r>
                        <a:rPr lang="en-US" sz="1800" b="1" dirty="0">
                          <a:solidFill>
                            <a:srgbClr val="0070C0"/>
                          </a:solidFill>
                        </a:rPr>
                        <a:t>benign</a:t>
                      </a:r>
                    </a:p>
                  </a:txBody>
                  <a:tcPr marL="91428" marR="91428" marT="45710" marB="45710"/>
                </a:tc>
                <a:extLst>
                  <a:ext uri="{0D108BD9-81ED-4DB2-BD59-A6C34878D82A}">
                    <a16:rowId xmlns:a16="http://schemas.microsoft.com/office/drawing/2014/main" val="10005"/>
                  </a:ext>
                </a:extLst>
              </a:tr>
              <a:tr h="370752">
                <a:tc>
                  <a:txBody>
                    <a:bodyPr/>
                    <a:lstStyle/>
                    <a:p>
                      <a:pPr algn="ctr" rtl="0" fontAlgn="ctr"/>
                      <a:r>
                        <a:rPr lang="en-US" sz="1800" b="0" i="0" u="none" strike="noStrike">
                          <a:solidFill>
                            <a:srgbClr val="000000"/>
                          </a:solidFill>
                          <a:effectLst/>
                          <a:latin typeface="Calibri" panose="020F0502020204030204" pitchFamily="34" charset="0"/>
                        </a:rPr>
                        <a:t>58</a:t>
                      </a:r>
                    </a:p>
                  </a:txBody>
                  <a:tcPr marL="6349" marR="6349" marT="6349" marB="0" anchor="ctr"/>
                </a:tc>
                <a:tc>
                  <a:txBody>
                    <a:bodyPr/>
                    <a:lstStyle/>
                    <a:p>
                      <a:pPr algn="ctr" rtl="0" fontAlgn="ctr"/>
                      <a:r>
                        <a:rPr lang="en-US" sz="1800" b="0" i="0" u="none" strike="noStrike">
                          <a:solidFill>
                            <a:srgbClr val="000000"/>
                          </a:solidFill>
                          <a:effectLst/>
                          <a:latin typeface="Calibri" panose="020F0502020204030204" pitchFamily="34" charset="0"/>
                        </a:rPr>
                        <a:t>51</a:t>
                      </a:r>
                    </a:p>
                  </a:txBody>
                  <a:tcPr marL="6349" marR="6349" marT="6349" marB="0" anchor="ctr"/>
                </a:tc>
                <a:tc>
                  <a:txBody>
                    <a:bodyPr/>
                    <a:lstStyle/>
                    <a:p>
                      <a:pPr algn="ctr"/>
                      <a:r>
                        <a:rPr lang="en-US" sz="1800" b="1" dirty="0">
                          <a:solidFill>
                            <a:srgbClr val="0070C0"/>
                          </a:solidFill>
                        </a:rPr>
                        <a:t>malignant</a:t>
                      </a:r>
                    </a:p>
                  </a:txBody>
                  <a:tcPr marL="91428" marR="91428" marT="45710" marB="45710"/>
                </a:tc>
                <a:extLst>
                  <a:ext uri="{0D108BD9-81ED-4DB2-BD59-A6C34878D82A}">
                    <a16:rowId xmlns:a16="http://schemas.microsoft.com/office/drawing/2014/main" val="10006"/>
                  </a:ext>
                </a:extLst>
              </a:tr>
              <a:tr h="370752">
                <a:tc>
                  <a:txBody>
                    <a:bodyPr/>
                    <a:lstStyle/>
                    <a:p>
                      <a:pPr algn="ctr" rtl="0" fontAlgn="ctr"/>
                      <a:r>
                        <a:rPr lang="en-US" sz="1800" b="0" i="0" u="none" strike="noStrike" dirty="0">
                          <a:solidFill>
                            <a:srgbClr val="000000"/>
                          </a:solidFill>
                          <a:effectLst/>
                          <a:latin typeface="Calibri" panose="020F0502020204030204" pitchFamily="34" charset="0"/>
                        </a:rPr>
                        <a:t>72</a:t>
                      </a:r>
                    </a:p>
                  </a:txBody>
                  <a:tcPr marL="6349" marR="6349" marT="6349" marB="0" anchor="ctr"/>
                </a:tc>
                <a:tc>
                  <a:txBody>
                    <a:bodyPr/>
                    <a:lstStyle/>
                    <a:p>
                      <a:pPr algn="ctr" rtl="0" fontAlgn="ctr"/>
                      <a:r>
                        <a:rPr lang="en-US" sz="1800" b="0" i="0" u="none" strike="noStrike" dirty="0">
                          <a:solidFill>
                            <a:srgbClr val="000000"/>
                          </a:solidFill>
                          <a:effectLst/>
                          <a:latin typeface="Calibri" panose="020F0502020204030204" pitchFamily="34" charset="0"/>
                        </a:rPr>
                        <a:t>46</a:t>
                      </a:r>
                    </a:p>
                  </a:txBody>
                  <a:tcPr marL="6349" marR="6349" marT="6349" marB="0" anchor="ctr"/>
                </a:tc>
                <a:tc>
                  <a:txBody>
                    <a:bodyPr/>
                    <a:lstStyle/>
                    <a:p>
                      <a:pPr algn="ctr"/>
                      <a:r>
                        <a:rPr lang="en-US" sz="1800" b="1" dirty="0">
                          <a:solidFill>
                            <a:srgbClr val="0070C0"/>
                          </a:solidFill>
                        </a:rPr>
                        <a:t>malignant</a:t>
                      </a:r>
                    </a:p>
                  </a:txBody>
                  <a:tcPr marL="91428" marR="91428" marT="45710" marB="45710"/>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2D3BA760-D97C-E7B0-D41B-BCDBFFE052FD}"/>
              </a:ext>
            </a:extLst>
          </p:cNvPr>
          <p:cNvSpPr txBox="1">
            <a:spLocks noChangeArrowheads="1"/>
          </p:cNvSpPr>
          <p:nvPr/>
        </p:nvSpPr>
        <p:spPr bwMode="auto">
          <a:xfrm>
            <a:off x="3962400" y="5867400"/>
            <a:ext cx="5218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7030A0"/>
                </a:solidFill>
                <a:latin typeface="Arial" panose="020B0604020202020204" pitchFamily="34" charset="0"/>
              </a:rPr>
              <a:t>classification</a:t>
            </a:r>
            <a:r>
              <a:rPr lang="en-US" altLang="en-US" sz="1800">
                <a:latin typeface="Arial" panose="020B0604020202020204" pitchFamily="34" charset="0"/>
              </a:rPr>
              <a:t>: predict </a:t>
            </a:r>
            <a:r>
              <a:rPr lang="en-US" altLang="en-US" sz="1800" u="sng">
                <a:latin typeface="Arial" panose="020B0604020202020204" pitchFamily="34" charset="0"/>
              </a:rPr>
              <a:t>discrete</a:t>
            </a:r>
            <a:r>
              <a:rPr lang="en-US" altLang="en-US" sz="1800">
                <a:latin typeface="Arial" panose="020B0604020202020204" pitchFamily="34" charset="0"/>
              </a:rPr>
              <a:t> value (category)</a:t>
            </a:r>
          </a:p>
        </p:txBody>
      </p:sp>
      <p:sp>
        <p:nvSpPr>
          <p:cNvPr id="8" name="TextBox 7">
            <a:extLst>
              <a:ext uri="{FF2B5EF4-FFF2-40B4-BE49-F238E27FC236}">
                <a16:creationId xmlns:a16="http://schemas.microsoft.com/office/drawing/2014/main" id="{72D66058-3762-A0B8-6708-21DEDBCF934A}"/>
              </a:ext>
            </a:extLst>
          </p:cNvPr>
          <p:cNvSpPr txBox="1">
            <a:spLocks noChangeArrowheads="1"/>
          </p:cNvSpPr>
          <p:nvPr/>
        </p:nvSpPr>
        <p:spPr bwMode="auto">
          <a:xfrm>
            <a:off x="479425" y="5873750"/>
            <a:ext cx="26987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“correct answer” is given</a:t>
            </a:r>
          </a:p>
        </p:txBody>
      </p:sp>
      <p:grpSp>
        <p:nvGrpSpPr>
          <p:cNvPr id="10" name="Group 9">
            <a:extLst>
              <a:ext uri="{FF2B5EF4-FFF2-40B4-BE49-F238E27FC236}">
                <a16:creationId xmlns:a16="http://schemas.microsoft.com/office/drawing/2014/main" id="{D5E16386-34C0-87C8-686A-DC05C4224284}"/>
              </a:ext>
            </a:extLst>
          </p:cNvPr>
          <p:cNvGrpSpPr>
            <a:grpSpLocks/>
          </p:cNvGrpSpPr>
          <p:nvPr/>
        </p:nvGrpSpPr>
        <p:grpSpPr bwMode="auto">
          <a:xfrm>
            <a:off x="5086350" y="1655763"/>
            <a:ext cx="1847850" cy="593725"/>
            <a:chOff x="5009404" y="1655412"/>
            <a:chExt cx="1333500" cy="593667"/>
          </a:xfrm>
        </p:grpSpPr>
        <p:sp>
          <p:nvSpPr>
            <p:cNvPr id="30768" name="TextBox 3">
              <a:extLst>
                <a:ext uri="{FF2B5EF4-FFF2-40B4-BE49-F238E27FC236}">
                  <a16:creationId xmlns:a16="http://schemas.microsoft.com/office/drawing/2014/main" id="{071235D8-5BD3-688E-BC27-7B4CC0EC216A}"/>
                </a:ext>
              </a:extLst>
            </p:cNvPr>
            <p:cNvSpPr txBox="1">
              <a:spLocks noChangeArrowheads="1"/>
            </p:cNvSpPr>
            <p:nvPr/>
          </p:nvSpPr>
          <p:spPr bwMode="auto">
            <a:xfrm>
              <a:off x="5408457" y="1655412"/>
              <a:ext cx="5494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solidFill>
                    <a:srgbClr val="FF0000"/>
                  </a:solidFill>
                  <a:latin typeface="Arial" panose="020B0604020202020204" pitchFamily="34" charset="0"/>
                </a:rPr>
                <a:t>class</a:t>
              </a:r>
            </a:p>
          </p:txBody>
        </p:sp>
        <p:sp>
          <p:nvSpPr>
            <p:cNvPr id="5" name="Right Brace 4">
              <a:extLst>
                <a:ext uri="{FF2B5EF4-FFF2-40B4-BE49-F238E27FC236}">
                  <a16:creationId xmlns:a16="http://schemas.microsoft.com/office/drawing/2014/main" id="{1B211534-D2B9-332B-EC50-811D93E3D4F8}"/>
                </a:ext>
              </a:extLst>
            </p:cNvPr>
            <p:cNvSpPr/>
            <p:nvPr/>
          </p:nvSpPr>
          <p:spPr>
            <a:xfrm rot="16200000">
              <a:off x="5529324" y="1435499"/>
              <a:ext cx="293659" cy="1333500"/>
            </a:xfrm>
            <a:prstGeom prst="rightBrace">
              <a:avLst/>
            </a:prstGeom>
            <a:ln w="28575"/>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grpSp>
        <p:nvGrpSpPr>
          <p:cNvPr id="11" name="Group 10">
            <a:extLst>
              <a:ext uri="{FF2B5EF4-FFF2-40B4-BE49-F238E27FC236}">
                <a16:creationId xmlns:a16="http://schemas.microsoft.com/office/drawing/2014/main" id="{77DD6FBF-9DCF-9BD7-5A92-729DA8B939B2}"/>
              </a:ext>
            </a:extLst>
          </p:cNvPr>
          <p:cNvGrpSpPr>
            <a:grpSpLocks/>
          </p:cNvGrpSpPr>
          <p:nvPr/>
        </p:nvGrpSpPr>
        <p:grpSpPr bwMode="auto">
          <a:xfrm>
            <a:off x="7029450" y="2935288"/>
            <a:ext cx="1809750" cy="2586037"/>
            <a:chOff x="6495304" y="2895599"/>
            <a:chExt cx="1810496" cy="2587081"/>
          </a:xfrm>
        </p:grpSpPr>
        <p:sp>
          <p:nvSpPr>
            <p:cNvPr id="6" name="Right Brace 5">
              <a:extLst>
                <a:ext uri="{FF2B5EF4-FFF2-40B4-BE49-F238E27FC236}">
                  <a16:creationId xmlns:a16="http://schemas.microsoft.com/office/drawing/2014/main" id="{98713626-A6A9-7E78-D56C-97E89574ED42}"/>
                </a:ext>
              </a:extLst>
            </p:cNvPr>
            <p:cNvSpPr/>
            <p:nvPr/>
          </p:nvSpPr>
          <p:spPr>
            <a:xfrm>
              <a:off x="6495304" y="2895599"/>
              <a:ext cx="686083" cy="2587081"/>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0767" name="TextBox 8">
              <a:extLst>
                <a:ext uri="{FF2B5EF4-FFF2-40B4-BE49-F238E27FC236}">
                  <a16:creationId xmlns:a16="http://schemas.microsoft.com/office/drawing/2014/main" id="{E3AA12D4-46BE-9015-962C-E12EADA5D825}"/>
                </a:ext>
              </a:extLst>
            </p:cNvPr>
            <p:cNvSpPr txBox="1">
              <a:spLocks noChangeArrowheads="1"/>
            </p:cNvSpPr>
            <p:nvPr/>
          </p:nvSpPr>
          <p:spPr bwMode="auto">
            <a:xfrm>
              <a:off x="7159332" y="3989216"/>
              <a:ext cx="11464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B050"/>
                  </a:solidFill>
                  <a:latin typeface="Arial" panose="020B0604020202020204" pitchFamily="34" charset="0"/>
                </a:rPr>
                <a:t>category</a:t>
              </a:r>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067D159-B2CE-3328-F461-6D5883C0E263}"/>
              </a:ext>
            </a:extLst>
          </p:cNvPr>
          <p:cNvSpPr>
            <a:spLocks noGrp="1"/>
          </p:cNvSpPr>
          <p:nvPr>
            <p:ph type="title"/>
          </p:nvPr>
        </p:nvSpPr>
        <p:spPr>
          <a:xfrm>
            <a:off x="2057400" y="381000"/>
            <a:ext cx="7077075" cy="1143000"/>
          </a:xfrm>
        </p:spPr>
        <p:txBody>
          <a:bodyPr/>
          <a:lstStyle/>
          <a:p>
            <a:r>
              <a:rPr lang="en-US" altLang="en-US" sz="2800">
                <a:latin typeface="Open Sans" pitchFamily="34" charset="0"/>
              </a:rPr>
              <a:t>Classification Example 1:</a:t>
            </a:r>
            <a:br>
              <a:rPr lang="en-US" altLang="en-US" sz="2800">
                <a:latin typeface="Open Sans" pitchFamily="34" charset="0"/>
              </a:rPr>
            </a:br>
            <a:r>
              <a:rPr lang="en-US" altLang="en-US" sz="2800">
                <a:latin typeface="Open Sans" pitchFamily="34" charset="0"/>
              </a:rPr>
              <a:t>Tumor Prediction: Benign/Malignant</a:t>
            </a:r>
          </a:p>
        </p:txBody>
      </p:sp>
      <p:sp>
        <p:nvSpPr>
          <p:cNvPr id="31747" name="Slide Number Placeholder 3">
            <a:extLst>
              <a:ext uri="{FF2B5EF4-FFF2-40B4-BE49-F238E27FC236}">
                <a16:creationId xmlns:a16="http://schemas.microsoft.com/office/drawing/2014/main" id="{81510B66-2324-874F-1F1B-A706F931FC9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C83E0E4-F892-46B1-A5D3-1AC3521C882B}"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graphicFrame>
        <p:nvGraphicFramePr>
          <p:cNvPr id="13" name="Chart 12">
            <a:extLst>
              <a:ext uri="{FF2B5EF4-FFF2-40B4-BE49-F238E27FC236}">
                <a16:creationId xmlns:a16="http://schemas.microsoft.com/office/drawing/2014/main" id="{8FBC2C02-A906-05A9-2D55-0B4A6D5F5E15}"/>
              </a:ext>
            </a:extLst>
          </p:cNvPr>
          <p:cNvGraphicFramePr>
            <a:graphicFrameLocks/>
          </p:cNvGraphicFramePr>
          <p:nvPr/>
        </p:nvGraphicFramePr>
        <p:xfrm>
          <a:off x="699978" y="1600200"/>
          <a:ext cx="6539022" cy="4267200"/>
        </p:xfrm>
        <a:graphic>
          <a:graphicData uri="http://schemas.openxmlformats.org/drawingml/2006/chart">
            <c:chart xmlns:c="http://schemas.openxmlformats.org/drawingml/2006/chart" xmlns:r="http://schemas.openxmlformats.org/officeDocument/2006/relationships" r:id="rId2"/>
          </a:graphicData>
        </a:graphic>
      </p:graphicFrame>
      <p:sp>
        <p:nvSpPr>
          <p:cNvPr id="3" name="Oval 2">
            <a:extLst>
              <a:ext uri="{FF2B5EF4-FFF2-40B4-BE49-F238E27FC236}">
                <a16:creationId xmlns:a16="http://schemas.microsoft.com/office/drawing/2014/main" id="{3CCCA696-1DAF-A276-E4F5-174CA5E29B4F}"/>
              </a:ext>
            </a:extLst>
          </p:cNvPr>
          <p:cNvSpPr/>
          <p:nvPr/>
        </p:nvSpPr>
        <p:spPr>
          <a:xfrm>
            <a:off x="7348538" y="2786063"/>
            <a:ext cx="182562" cy="18415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EED7DF91-14BA-D6FF-5FF7-239E569C77AB}"/>
              </a:ext>
            </a:extLst>
          </p:cNvPr>
          <p:cNvSpPr/>
          <p:nvPr/>
        </p:nvSpPr>
        <p:spPr>
          <a:xfrm>
            <a:off x="7346950" y="2395538"/>
            <a:ext cx="182563" cy="18415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TextBox 11">
            <a:extLst>
              <a:ext uri="{FF2B5EF4-FFF2-40B4-BE49-F238E27FC236}">
                <a16:creationId xmlns:a16="http://schemas.microsoft.com/office/drawing/2014/main" id="{2712E84F-4ED5-3EC1-7C6B-29E73B585175}"/>
              </a:ext>
            </a:extLst>
          </p:cNvPr>
          <p:cNvSpPr txBox="1"/>
          <p:nvPr/>
        </p:nvSpPr>
        <p:spPr>
          <a:xfrm>
            <a:off x="7591425" y="2189163"/>
            <a:ext cx="1123950" cy="879475"/>
          </a:xfrm>
          <a:prstGeom prst="rect">
            <a:avLst/>
          </a:prstGeom>
          <a:noFill/>
        </p:spPr>
        <p:txBody>
          <a:bodyPr wrap="none">
            <a:spAutoFit/>
          </a:bodyPr>
          <a:lstStyle/>
          <a:p>
            <a:pPr>
              <a:lnSpc>
                <a:spcPct val="150000"/>
              </a:lnSpc>
              <a:defRPr/>
            </a:pPr>
            <a:r>
              <a:rPr lang="en-US" dirty="0">
                <a:latin typeface="+mj-lt"/>
              </a:rPr>
              <a:t>benign</a:t>
            </a:r>
          </a:p>
          <a:p>
            <a:pPr>
              <a:lnSpc>
                <a:spcPct val="150000"/>
              </a:lnSpc>
              <a:defRPr/>
            </a:pPr>
            <a:r>
              <a:rPr lang="en-US" dirty="0">
                <a:latin typeface="+mj-lt"/>
              </a:rPr>
              <a:t>malignant</a:t>
            </a:r>
          </a:p>
        </p:txBody>
      </p:sp>
      <p:cxnSp>
        <p:nvCxnSpPr>
          <p:cNvPr id="16" name="Straight Connector 15">
            <a:extLst>
              <a:ext uri="{FF2B5EF4-FFF2-40B4-BE49-F238E27FC236}">
                <a16:creationId xmlns:a16="http://schemas.microsoft.com/office/drawing/2014/main" id="{646EA377-6CE1-A73B-F74D-C02D47025188}"/>
              </a:ext>
            </a:extLst>
          </p:cNvPr>
          <p:cNvCxnSpPr/>
          <p:nvPr/>
        </p:nvCxnSpPr>
        <p:spPr>
          <a:xfrm>
            <a:off x="2590800" y="2232025"/>
            <a:ext cx="4333875" cy="184943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A8A5AD9-859C-2C9A-CBA6-692529745D9C}"/>
              </a:ext>
            </a:extLst>
          </p:cNvPr>
          <p:cNvSpPr/>
          <p:nvPr/>
        </p:nvSpPr>
        <p:spPr>
          <a:xfrm rot="832625">
            <a:off x="4608513" y="2457450"/>
            <a:ext cx="2174875" cy="889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Oval 20">
            <a:extLst>
              <a:ext uri="{FF2B5EF4-FFF2-40B4-BE49-F238E27FC236}">
                <a16:creationId xmlns:a16="http://schemas.microsoft.com/office/drawing/2014/main" id="{6C448193-1EB1-B003-70F9-BE9204B1AB3D}"/>
              </a:ext>
            </a:extLst>
          </p:cNvPr>
          <p:cNvSpPr/>
          <p:nvPr/>
        </p:nvSpPr>
        <p:spPr>
          <a:xfrm rot="1393798">
            <a:off x="1657350" y="2968625"/>
            <a:ext cx="4302125" cy="11445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TextBox 17">
            <a:extLst>
              <a:ext uri="{FF2B5EF4-FFF2-40B4-BE49-F238E27FC236}">
                <a16:creationId xmlns:a16="http://schemas.microsoft.com/office/drawing/2014/main" id="{B6E252CF-46DA-1CDD-2842-CB8FAAC5E871}"/>
              </a:ext>
            </a:extLst>
          </p:cNvPr>
          <p:cNvSpPr txBox="1"/>
          <p:nvPr/>
        </p:nvSpPr>
        <p:spPr>
          <a:xfrm>
            <a:off x="5710238" y="2146300"/>
            <a:ext cx="1146175" cy="368300"/>
          </a:xfrm>
          <a:prstGeom prst="rect">
            <a:avLst/>
          </a:prstGeom>
          <a:noFill/>
        </p:spPr>
        <p:txBody>
          <a:bodyPr wrap="none">
            <a:spAutoFit/>
          </a:bodyPr>
          <a:lstStyle/>
          <a:p>
            <a:pPr>
              <a:defRPr/>
            </a:pPr>
            <a:r>
              <a:rPr lang="en-US" b="1" dirty="0">
                <a:solidFill>
                  <a:srgbClr val="FF0000"/>
                </a:solidFill>
                <a:latin typeface="+mj-lt"/>
              </a:rPr>
              <a:t>malignant</a:t>
            </a:r>
          </a:p>
        </p:txBody>
      </p:sp>
      <p:sp>
        <p:nvSpPr>
          <p:cNvPr id="23" name="TextBox 22">
            <a:extLst>
              <a:ext uri="{FF2B5EF4-FFF2-40B4-BE49-F238E27FC236}">
                <a16:creationId xmlns:a16="http://schemas.microsoft.com/office/drawing/2014/main" id="{C99704E1-2642-7023-278A-944432727FD6}"/>
              </a:ext>
            </a:extLst>
          </p:cNvPr>
          <p:cNvSpPr txBox="1"/>
          <p:nvPr/>
        </p:nvSpPr>
        <p:spPr>
          <a:xfrm>
            <a:off x="2136775" y="3657600"/>
            <a:ext cx="835025" cy="369888"/>
          </a:xfrm>
          <a:prstGeom prst="rect">
            <a:avLst/>
          </a:prstGeom>
          <a:noFill/>
        </p:spPr>
        <p:txBody>
          <a:bodyPr wrap="none">
            <a:spAutoFit/>
          </a:bodyPr>
          <a:lstStyle/>
          <a:p>
            <a:pPr>
              <a:defRPr/>
            </a:pPr>
            <a:r>
              <a:rPr lang="en-US" b="1" dirty="0">
                <a:solidFill>
                  <a:srgbClr val="0070C0"/>
                </a:solidFill>
                <a:latin typeface="+mj-lt"/>
              </a:rPr>
              <a:t>benign</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1" grpId="0" animBg="1"/>
      <p:bldP spid="18"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03C85-0FB5-45C5-9CC0-6DEC2CA301DC}"/>
              </a:ext>
            </a:extLst>
          </p:cNvPr>
          <p:cNvSpPr>
            <a:spLocks noGrp="1"/>
          </p:cNvSpPr>
          <p:nvPr>
            <p:ph type="title"/>
          </p:nvPr>
        </p:nvSpPr>
        <p:spPr/>
        <p:txBody>
          <a:bodyPr>
            <a:normAutofit fontScale="90000"/>
          </a:bodyPr>
          <a:lstStyle/>
          <a:p>
            <a:pPr>
              <a:defRPr/>
            </a:pPr>
            <a:r>
              <a:rPr lang="en-US" dirty="0"/>
              <a:t>Classification Example 2:</a:t>
            </a:r>
            <a:br>
              <a:rPr lang="en-US" dirty="0"/>
            </a:br>
            <a:r>
              <a:rPr lang="en-US" dirty="0"/>
              <a:t>Fraud Detection</a:t>
            </a:r>
          </a:p>
        </p:txBody>
      </p:sp>
      <p:sp>
        <p:nvSpPr>
          <p:cNvPr id="32771" name="Content Placeholder 2">
            <a:extLst>
              <a:ext uri="{FF2B5EF4-FFF2-40B4-BE49-F238E27FC236}">
                <a16:creationId xmlns:a16="http://schemas.microsoft.com/office/drawing/2014/main" id="{3105A448-E895-5CCE-C2A6-890CE8A50918}"/>
              </a:ext>
            </a:extLst>
          </p:cNvPr>
          <p:cNvSpPr>
            <a:spLocks noGrp="1"/>
          </p:cNvSpPr>
          <p:nvPr>
            <p:ph idx="1"/>
          </p:nvPr>
        </p:nvSpPr>
        <p:spPr/>
        <p:txBody>
          <a:bodyPr/>
          <a:lstStyle/>
          <a:p>
            <a:r>
              <a:rPr lang="en-US" altLang="id-ID" sz="2600" i="1">
                <a:latin typeface="Arial" panose="020B0604020202020204" pitchFamily="34" charset="0"/>
                <a:cs typeface="Arial" panose="020B0604020202020204" pitchFamily="34" charset="0"/>
              </a:rPr>
              <a:t>Goal</a:t>
            </a:r>
            <a:r>
              <a:rPr lang="en-US" altLang="id-ID" sz="2600">
                <a:latin typeface="Arial" panose="020B0604020202020204" pitchFamily="34" charset="0"/>
                <a:cs typeface="Arial" panose="020B0604020202020204" pitchFamily="34" charset="0"/>
              </a:rPr>
              <a:t>: Predict fraudulent cases in credit card transactions.</a:t>
            </a:r>
          </a:p>
          <a:p>
            <a:r>
              <a:rPr lang="en-US" altLang="id-ID" sz="2600" i="1">
                <a:latin typeface="Arial" panose="020B0604020202020204" pitchFamily="34" charset="0"/>
                <a:cs typeface="Arial" panose="020B0604020202020204" pitchFamily="34" charset="0"/>
              </a:rPr>
              <a:t>Approach</a:t>
            </a:r>
            <a:r>
              <a:rPr lang="en-US" altLang="id-ID" sz="2600">
                <a:latin typeface="Arial" panose="020B0604020202020204" pitchFamily="34" charset="0"/>
                <a:cs typeface="Arial" panose="020B0604020202020204" pitchFamily="34" charset="0"/>
              </a:rPr>
              <a:t>:</a:t>
            </a:r>
          </a:p>
          <a:p>
            <a:pPr lvl="1"/>
            <a:r>
              <a:rPr lang="en-US" altLang="id-ID" sz="2200">
                <a:latin typeface="Arial" panose="020B0604020202020204" pitchFamily="34" charset="0"/>
                <a:cs typeface="Arial" panose="020B0604020202020204" pitchFamily="34" charset="0"/>
              </a:rPr>
              <a:t>Use credit card transactions and the information on its account-holder as attributes.</a:t>
            </a:r>
          </a:p>
          <a:p>
            <a:pPr lvl="2"/>
            <a:r>
              <a:rPr lang="en-US" altLang="id-ID" sz="2200">
                <a:latin typeface="Arial" panose="020B0604020202020204" pitchFamily="34" charset="0"/>
                <a:cs typeface="Arial" panose="020B0604020202020204" pitchFamily="34" charset="0"/>
              </a:rPr>
              <a:t>When does a customer buy, what does he buy, how often he pays on time, </a:t>
            </a:r>
            <a:r>
              <a:rPr lang="en-US" altLang="id-ID" sz="2200" i="1">
                <a:latin typeface="Arial" panose="020B0604020202020204" pitchFamily="34" charset="0"/>
                <a:cs typeface="Arial" panose="020B0604020202020204" pitchFamily="34" charset="0"/>
              </a:rPr>
              <a:t>etc.</a:t>
            </a:r>
          </a:p>
          <a:p>
            <a:pPr lvl="1"/>
            <a:r>
              <a:rPr lang="en-US" altLang="id-ID" sz="2200">
                <a:latin typeface="Arial" panose="020B0604020202020204" pitchFamily="34" charset="0"/>
                <a:cs typeface="Arial" panose="020B0604020202020204" pitchFamily="34" charset="0"/>
              </a:rPr>
              <a:t>Label past transactions as </a:t>
            </a:r>
            <a:r>
              <a:rPr lang="en-US" altLang="id-ID" sz="2200" b="1">
                <a:solidFill>
                  <a:srgbClr val="FF0066"/>
                </a:solidFill>
                <a:latin typeface="Arial" panose="020B0604020202020204" pitchFamily="34" charset="0"/>
                <a:cs typeface="Arial" panose="020B0604020202020204" pitchFamily="34" charset="0"/>
              </a:rPr>
              <a:t>fraud</a:t>
            </a:r>
            <a:r>
              <a:rPr lang="en-US" altLang="id-ID" sz="2200">
                <a:latin typeface="Arial" panose="020B0604020202020204" pitchFamily="34" charset="0"/>
                <a:cs typeface="Arial" panose="020B0604020202020204" pitchFamily="34" charset="0"/>
              </a:rPr>
              <a:t> or </a:t>
            </a:r>
            <a:r>
              <a:rPr lang="en-US" altLang="id-ID" sz="2200" b="1">
                <a:solidFill>
                  <a:srgbClr val="FF9900"/>
                </a:solidFill>
                <a:latin typeface="Arial" panose="020B0604020202020204" pitchFamily="34" charset="0"/>
                <a:cs typeface="Arial" panose="020B0604020202020204" pitchFamily="34" charset="0"/>
              </a:rPr>
              <a:t>fair</a:t>
            </a:r>
            <a:r>
              <a:rPr lang="en-US" altLang="id-ID" sz="2200">
                <a:latin typeface="Arial" panose="020B0604020202020204" pitchFamily="34" charset="0"/>
                <a:cs typeface="Arial" panose="020B0604020202020204" pitchFamily="34" charset="0"/>
              </a:rPr>
              <a:t> transactions. This forms the class attribute.</a:t>
            </a:r>
          </a:p>
          <a:p>
            <a:pPr lvl="1"/>
            <a:r>
              <a:rPr lang="en-US" altLang="id-ID" sz="2200">
                <a:latin typeface="Arial" panose="020B0604020202020204" pitchFamily="34" charset="0"/>
                <a:cs typeface="Arial" panose="020B0604020202020204" pitchFamily="34" charset="0"/>
              </a:rPr>
              <a:t>Learn a model for the class of the transactions.</a:t>
            </a:r>
          </a:p>
          <a:p>
            <a:pPr lvl="1"/>
            <a:r>
              <a:rPr lang="en-US" altLang="id-ID" sz="2200">
                <a:latin typeface="Arial" panose="020B0604020202020204" pitchFamily="34" charset="0"/>
                <a:cs typeface="Arial" panose="020B0604020202020204" pitchFamily="34" charset="0"/>
              </a:rPr>
              <a:t>Use this model to detect fraud by observing credit card transactions on an account.</a:t>
            </a:r>
          </a:p>
        </p:txBody>
      </p:sp>
      <p:sp>
        <p:nvSpPr>
          <p:cNvPr id="32772" name="Slide Number Placeholder 3">
            <a:extLst>
              <a:ext uri="{FF2B5EF4-FFF2-40B4-BE49-F238E27FC236}">
                <a16:creationId xmlns:a16="http://schemas.microsoft.com/office/drawing/2014/main" id="{2D1FD90F-77F4-4EE0-C645-692AD4110FA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CCB66A5-5A08-45EF-8B20-1D4F7BF80EB3}"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Tree>
  </p:cSld>
  <p:clrMapOvr>
    <a:masterClrMapping/>
  </p:clrMapOvr>
  <p:transition spd="slow">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DD555-E248-7F26-C555-67849BA34DE3}"/>
              </a:ext>
            </a:extLst>
          </p:cNvPr>
          <p:cNvSpPr>
            <a:spLocks noGrp="1"/>
          </p:cNvSpPr>
          <p:nvPr>
            <p:ph type="title"/>
          </p:nvPr>
        </p:nvSpPr>
        <p:spPr/>
        <p:txBody>
          <a:bodyPr>
            <a:normAutofit fontScale="90000"/>
          </a:bodyPr>
          <a:lstStyle/>
          <a:p>
            <a:pPr>
              <a:defRPr/>
            </a:pPr>
            <a:r>
              <a:rPr lang="en-US" dirty="0"/>
              <a:t>Classification Example 3:</a:t>
            </a:r>
            <a:br>
              <a:rPr lang="en-US" dirty="0"/>
            </a:br>
            <a:r>
              <a:rPr lang="en-US" dirty="0"/>
              <a:t>Customer Attrition/Churn</a:t>
            </a:r>
          </a:p>
        </p:txBody>
      </p:sp>
      <p:sp>
        <p:nvSpPr>
          <p:cNvPr id="33795" name="Content Placeholder 2">
            <a:extLst>
              <a:ext uri="{FF2B5EF4-FFF2-40B4-BE49-F238E27FC236}">
                <a16:creationId xmlns:a16="http://schemas.microsoft.com/office/drawing/2014/main" id="{A15AE06A-CA76-4EA8-53FD-CE4DC3D51B3A}"/>
              </a:ext>
            </a:extLst>
          </p:cNvPr>
          <p:cNvSpPr>
            <a:spLocks noGrp="1"/>
          </p:cNvSpPr>
          <p:nvPr>
            <p:ph idx="1"/>
          </p:nvPr>
        </p:nvSpPr>
        <p:spPr>
          <a:xfrm>
            <a:off x="685800" y="1981200"/>
            <a:ext cx="8229600" cy="4648200"/>
          </a:xfrm>
        </p:spPr>
        <p:txBody>
          <a:bodyPr/>
          <a:lstStyle/>
          <a:p>
            <a:r>
              <a:rPr lang="en-US" altLang="id-ID" sz="2600" i="1">
                <a:latin typeface="Arial" panose="020B0604020202020204" pitchFamily="34" charset="0"/>
                <a:cs typeface="Arial" panose="020B0604020202020204" pitchFamily="34" charset="0"/>
              </a:rPr>
              <a:t>Goal</a:t>
            </a:r>
            <a:r>
              <a:rPr lang="en-US" altLang="id-ID" sz="2600">
                <a:latin typeface="Arial" panose="020B0604020202020204" pitchFamily="34" charset="0"/>
                <a:cs typeface="Arial" panose="020B0604020202020204" pitchFamily="34" charset="0"/>
              </a:rPr>
              <a:t>: To predict whether a customer is likely to be lost to a competitor.</a:t>
            </a:r>
          </a:p>
          <a:p>
            <a:r>
              <a:rPr lang="en-US" altLang="id-ID" sz="2600" i="1">
                <a:latin typeface="Arial" panose="020B0604020202020204" pitchFamily="34" charset="0"/>
                <a:cs typeface="Arial" panose="020B0604020202020204" pitchFamily="34" charset="0"/>
              </a:rPr>
              <a:t>Approach</a:t>
            </a:r>
            <a:r>
              <a:rPr lang="en-US" altLang="id-ID" sz="2600">
                <a:latin typeface="Arial" panose="020B0604020202020204" pitchFamily="34" charset="0"/>
                <a:cs typeface="Arial" panose="020B0604020202020204" pitchFamily="34" charset="0"/>
              </a:rPr>
              <a:t>:</a:t>
            </a:r>
          </a:p>
          <a:p>
            <a:pPr lvl="1"/>
            <a:r>
              <a:rPr lang="en-US" altLang="id-ID" sz="2200">
                <a:latin typeface="Arial" panose="020B0604020202020204" pitchFamily="34" charset="0"/>
                <a:cs typeface="Arial" panose="020B0604020202020204" pitchFamily="34" charset="0"/>
              </a:rPr>
              <a:t>Use detailed record of transactions with each of the past and present customers, to find attributes.</a:t>
            </a:r>
          </a:p>
          <a:p>
            <a:pPr lvl="2"/>
            <a:r>
              <a:rPr lang="en-US" altLang="id-ID" sz="2200">
                <a:latin typeface="Arial" panose="020B0604020202020204" pitchFamily="34" charset="0"/>
                <a:cs typeface="Arial" panose="020B0604020202020204" pitchFamily="34" charset="0"/>
              </a:rPr>
              <a:t>How often the customer calls, where he calls, what time-of-the day he calls most, his financial status, marital status, etc. </a:t>
            </a:r>
          </a:p>
          <a:p>
            <a:pPr lvl="1"/>
            <a:r>
              <a:rPr lang="en-US" altLang="id-ID" sz="2200">
                <a:latin typeface="Arial" panose="020B0604020202020204" pitchFamily="34" charset="0"/>
                <a:cs typeface="Arial" panose="020B0604020202020204" pitchFamily="34" charset="0"/>
              </a:rPr>
              <a:t>Label the customers as </a:t>
            </a:r>
            <a:r>
              <a:rPr lang="en-US" altLang="id-ID" sz="2200" b="1">
                <a:solidFill>
                  <a:srgbClr val="FF0066"/>
                </a:solidFill>
                <a:latin typeface="Arial" panose="020B0604020202020204" pitchFamily="34" charset="0"/>
                <a:cs typeface="Arial" panose="020B0604020202020204" pitchFamily="34" charset="0"/>
              </a:rPr>
              <a:t>loyal</a:t>
            </a:r>
            <a:r>
              <a:rPr lang="en-US" altLang="id-ID" sz="2200">
                <a:latin typeface="Arial" panose="020B0604020202020204" pitchFamily="34" charset="0"/>
                <a:cs typeface="Arial" panose="020B0604020202020204" pitchFamily="34" charset="0"/>
              </a:rPr>
              <a:t> or </a:t>
            </a:r>
            <a:r>
              <a:rPr lang="en-US" altLang="id-ID" sz="2200" b="1">
                <a:solidFill>
                  <a:srgbClr val="FF9900"/>
                </a:solidFill>
                <a:latin typeface="Arial" panose="020B0604020202020204" pitchFamily="34" charset="0"/>
                <a:cs typeface="Arial" panose="020B0604020202020204" pitchFamily="34" charset="0"/>
              </a:rPr>
              <a:t>disloyal</a:t>
            </a:r>
            <a:r>
              <a:rPr lang="en-US" altLang="id-ID" sz="2200">
                <a:latin typeface="Arial" panose="020B0604020202020204" pitchFamily="34" charset="0"/>
                <a:cs typeface="Arial" panose="020B0604020202020204" pitchFamily="34" charset="0"/>
              </a:rPr>
              <a:t>.</a:t>
            </a:r>
          </a:p>
          <a:p>
            <a:pPr lvl="1"/>
            <a:r>
              <a:rPr lang="en-US" altLang="id-ID" sz="2200">
                <a:latin typeface="Arial" panose="020B0604020202020204" pitchFamily="34" charset="0"/>
                <a:cs typeface="Arial" panose="020B0604020202020204" pitchFamily="34" charset="0"/>
              </a:rPr>
              <a:t>Find a model for loyalty.</a:t>
            </a:r>
          </a:p>
        </p:txBody>
      </p:sp>
      <p:sp>
        <p:nvSpPr>
          <p:cNvPr id="33796" name="Slide Number Placeholder 3">
            <a:extLst>
              <a:ext uri="{FF2B5EF4-FFF2-40B4-BE49-F238E27FC236}">
                <a16:creationId xmlns:a16="http://schemas.microsoft.com/office/drawing/2014/main" id="{29F2E617-B36C-D861-BC06-6147D4C704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73FCA5-F35C-4A93-9EDA-6B7D256BD491}"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transition spd="slow">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DAE4EE12-6B7B-58C9-65D2-9C19A1D613BC}"/>
              </a:ext>
            </a:extLst>
          </p:cNvPr>
          <p:cNvSpPr>
            <a:spLocks noGrp="1"/>
          </p:cNvSpPr>
          <p:nvPr>
            <p:ph type="title"/>
          </p:nvPr>
        </p:nvSpPr>
        <p:spPr/>
        <p:txBody>
          <a:bodyPr>
            <a:normAutofit fontScale="90000"/>
          </a:bodyPr>
          <a:lstStyle/>
          <a:p>
            <a:r>
              <a:rPr lang="en-US" altLang="en-US">
                <a:latin typeface="Open Sans" pitchFamily="34" charset="0"/>
              </a:rPr>
              <a:t>Regression vs Classification</a:t>
            </a:r>
          </a:p>
        </p:txBody>
      </p:sp>
      <p:sp>
        <p:nvSpPr>
          <p:cNvPr id="34819" name="Slide Number Placeholder 3">
            <a:extLst>
              <a:ext uri="{FF2B5EF4-FFF2-40B4-BE49-F238E27FC236}">
                <a16:creationId xmlns:a16="http://schemas.microsoft.com/office/drawing/2014/main" id="{E6BF88F7-A677-7117-DF26-B51C0E4F2EA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981F17C-9F68-4F9B-A21F-15C93CD0F766}"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pic>
        <p:nvPicPr>
          <p:cNvPr id="34820" name="Picture 2">
            <a:extLst>
              <a:ext uri="{FF2B5EF4-FFF2-40B4-BE49-F238E27FC236}">
                <a16:creationId xmlns:a16="http://schemas.microsoft.com/office/drawing/2014/main" id="{53E18167-779E-2734-330A-38F3FC7FF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965" t="38304" r="19843" b="19810"/>
          <a:stretch>
            <a:fillRect/>
          </a:stretch>
        </p:blipFill>
        <p:spPr bwMode="auto">
          <a:xfrm>
            <a:off x="949325" y="1676400"/>
            <a:ext cx="3733800" cy="414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21" name="Picture 2">
            <a:extLst>
              <a:ext uri="{FF2B5EF4-FFF2-40B4-BE49-F238E27FC236}">
                <a16:creationId xmlns:a16="http://schemas.microsoft.com/office/drawing/2014/main" id="{1F9C5450-1711-6791-CE29-611C8041B3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5609" t="38304" r="40466" b="19810"/>
          <a:stretch>
            <a:fillRect/>
          </a:stretch>
        </p:blipFill>
        <p:spPr>
          <a:xfrm>
            <a:off x="4700588" y="1647825"/>
            <a:ext cx="4214812" cy="4149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F77CB78-805F-62B8-3488-3BA003B7AB5A}"/>
              </a:ext>
            </a:extLst>
          </p:cNvPr>
          <p:cNvSpPr>
            <a:spLocks noGrp="1"/>
          </p:cNvSpPr>
          <p:nvPr>
            <p:ph type="title"/>
          </p:nvPr>
        </p:nvSpPr>
        <p:spPr>
          <a:xfrm>
            <a:off x="2057400" y="152400"/>
            <a:ext cx="6324600" cy="1143000"/>
          </a:xfrm>
        </p:spPr>
        <p:txBody>
          <a:bodyPr/>
          <a:lstStyle/>
          <a:p>
            <a:r>
              <a:rPr lang="en-US" altLang="en-US">
                <a:latin typeface="Open Sans" pitchFamily="34" charset="0"/>
              </a:rPr>
              <a:t>Quiz</a:t>
            </a:r>
          </a:p>
        </p:txBody>
      </p:sp>
      <p:sp>
        <p:nvSpPr>
          <p:cNvPr id="18435" name="Content Placeholder 2">
            <a:extLst>
              <a:ext uri="{FF2B5EF4-FFF2-40B4-BE49-F238E27FC236}">
                <a16:creationId xmlns:a16="http://schemas.microsoft.com/office/drawing/2014/main" id="{B5E3A3B6-7381-76AA-A0B3-8EF155FA9F83}"/>
              </a:ext>
            </a:extLst>
          </p:cNvPr>
          <p:cNvSpPr>
            <a:spLocks noGrp="1"/>
          </p:cNvSpPr>
          <p:nvPr>
            <p:ph idx="1"/>
          </p:nvPr>
        </p:nvSpPr>
        <p:spPr>
          <a:xfrm>
            <a:off x="762000" y="1455738"/>
            <a:ext cx="8229600" cy="4953000"/>
          </a:xfrm>
        </p:spPr>
        <p:txBody>
          <a:bodyPr>
            <a:normAutofit fontScale="70000" lnSpcReduction="20000"/>
          </a:bodyPr>
          <a:lstStyle/>
          <a:p>
            <a:pPr marL="0" indent="0">
              <a:buFont typeface="Arial" panose="020B0604020202020204" pitchFamily="34" charset="0"/>
              <a:buNone/>
              <a:defRPr/>
            </a:pPr>
            <a:r>
              <a:rPr lang="en-US" altLang="en-US" dirty="0"/>
              <a:t>You’re running a company, and you want to develop learning algorithms to address each of the following two problems:</a:t>
            </a:r>
          </a:p>
          <a:p>
            <a:pPr>
              <a:defRPr/>
            </a:pPr>
            <a:endParaRPr lang="en-US" altLang="en-US" dirty="0"/>
          </a:p>
          <a:p>
            <a:pPr>
              <a:defRPr/>
            </a:pPr>
            <a:r>
              <a:rPr lang="en-US" altLang="en-US" b="1" dirty="0"/>
              <a:t>Problem 1</a:t>
            </a:r>
            <a:r>
              <a:rPr lang="en-US" altLang="en-US" dirty="0"/>
              <a:t>: Your company is going to launch a new product soon. You want to predict how many of them will be sold over the next 3 months.</a:t>
            </a:r>
          </a:p>
          <a:p>
            <a:pPr>
              <a:defRPr/>
            </a:pPr>
            <a:r>
              <a:rPr lang="en-US" altLang="en-US" b="1" dirty="0"/>
              <a:t>Problem 2</a:t>
            </a:r>
            <a:r>
              <a:rPr lang="en-US" altLang="en-US" dirty="0"/>
              <a:t>: You observe social media activities related to the launch of the new product and try to identify whether people have positive/ negative opinions about it.</a:t>
            </a:r>
          </a:p>
          <a:p>
            <a:pPr marL="0" indent="0">
              <a:buFont typeface="Arial" panose="020B0604020202020204" pitchFamily="34" charset="0"/>
              <a:buNone/>
              <a:defRPr/>
            </a:pPr>
            <a:endParaRPr lang="en-US" altLang="en-US" dirty="0"/>
          </a:p>
          <a:p>
            <a:pPr marL="0" indent="0">
              <a:buFont typeface="Arial" panose="020B0604020202020204" pitchFamily="34" charset="0"/>
              <a:buNone/>
              <a:defRPr/>
            </a:pPr>
            <a:r>
              <a:rPr lang="en-US" altLang="en-US" dirty="0"/>
              <a:t>Should you threat these as classification or regression problems?</a:t>
            </a:r>
          </a:p>
          <a:p>
            <a:pPr marL="514350" indent="-514350">
              <a:buFont typeface="Arial" panose="020B0604020202020204" pitchFamily="34" charset="0"/>
              <a:buAutoNum type="alphaLcPeriod"/>
              <a:defRPr/>
            </a:pPr>
            <a:r>
              <a:rPr lang="en-US" altLang="en-US" dirty="0"/>
              <a:t>Treat both as classification problems.</a:t>
            </a:r>
          </a:p>
          <a:p>
            <a:pPr marL="514350" indent="-514350">
              <a:buFont typeface="Arial" panose="020B0604020202020204" pitchFamily="34" charset="0"/>
              <a:buAutoNum type="alphaLcPeriod"/>
              <a:defRPr/>
            </a:pPr>
            <a:r>
              <a:rPr lang="en-US" altLang="en-US" dirty="0"/>
              <a:t>Treat problem 1 as a classification problem; problem 2 as a regression problem.</a:t>
            </a:r>
          </a:p>
          <a:p>
            <a:pPr marL="514350" indent="-514350">
              <a:buFont typeface="Arial" panose="020B0604020202020204" pitchFamily="34" charset="0"/>
              <a:buAutoNum type="alphaLcPeriod"/>
              <a:defRPr/>
            </a:pPr>
            <a:r>
              <a:rPr lang="en-US" altLang="en-US" dirty="0"/>
              <a:t>Treat problem 1 as a regression problem; problem 2 as a classification problem.</a:t>
            </a:r>
          </a:p>
          <a:p>
            <a:pPr marL="514350" indent="-514350">
              <a:buFont typeface="Arial" panose="020B0604020202020204" pitchFamily="34" charset="0"/>
              <a:buAutoNum type="alphaLcPeriod"/>
              <a:defRPr/>
            </a:pPr>
            <a:r>
              <a:rPr lang="en-US" altLang="en-US" dirty="0"/>
              <a:t>Treat both as regression problems.</a:t>
            </a:r>
          </a:p>
          <a:p>
            <a:pPr marL="514350" indent="-514350">
              <a:buFont typeface="Arial" panose="020B0604020202020204" pitchFamily="34" charset="0"/>
              <a:buAutoNum type="alphaLcPeriod"/>
              <a:defRPr/>
            </a:pPr>
            <a:endParaRPr lang="en-US" altLang="en-US" dirty="0"/>
          </a:p>
        </p:txBody>
      </p:sp>
      <p:sp>
        <p:nvSpPr>
          <p:cNvPr id="35844" name="Slide Number Placeholder 3">
            <a:extLst>
              <a:ext uri="{FF2B5EF4-FFF2-40B4-BE49-F238E27FC236}">
                <a16:creationId xmlns:a16="http://schemas.microsoft.com/office/drawing/2014/main" id="{AAE7BB4C-4F59-30D7-80BE-C4B9273D52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B6DA74-2DE4-4143-999C-17A0B430F801}"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Tree>
  </p:cSld>
  <p:clrMapOvr>
    <a:masterClrMapping/>
  </p:clrMapOvr>
  <p:transition spd="slow">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2FEDB-A9BA-7A99-49E9-6AE4BCE3081E}"/>
              </a:ext>
            </a:extLst>
          </p:cNvPr>
          <p:cNvSpPr>
            <a:spLocks noGrp="1"/>
          </p:cNvSpPr>
          <p:nvPr>
            <p:ph type="title"/>
          </p:nvPr>
        </p:nvSpPr>
        <p:spPr/>
        <p:txBody>
          <a:bodyPr>
            <a:normAutofit/>
          </a:bodyPr>
          <a:lstStyle/>
          <a:p>
            <a:pPr>
              <a:defRPr/>
            </a:pPr>
            <a:br>
              <a:rPr lang="en-US" dirty="0"/>
            </a:br>
            <a:endParaRPr lang="en-US" dirty="0"/>
          </a:p>
        </p:txBody>
      </p:sp>
      <p:sp>
        <p:nvSpPr>
          <p:cNvPr id="4" name="Text Placeholder 3">
            <a:extLst>
              <a:ext uri="{FF2B5EF4-FFF2-40B4-BE49-F238E27FC236}">
                <a16:creationId xmlns:a16="http://schemas.microsoft.com/office/drawing/2014/main" id="{0FDF47E2-F24B-01C4-703A-7A0E584FAE1F}"/>
              </a:ext>
            </a:extLst>
          </p:cNvPr>
          <p:cNvSpPr>
            <a:spLocks noGrp="1"/>
          </p:cNvSpPr>
          <p:nvPr>
            <p:ph type="body" idx="1"/>
          </p:nvPr>
        </p:nvSpPr>
        <p:spPr>
          <a:xfrm>
            <a:off x="838200" y="2439988"/>
            <a:ext cx="8077200" cy="1500187"/>
          </a:xfrm>
        </p:spPr>
        <p:txBody>
          <a:bodyPr/>
          <a:lstStyle/>
          <a:p>
            <a:pPr algn="ctr">
              <a:defRPr/>
            </a:pPr>
            <a:r>
              <a:rPr lang="en-US" sz="6600" dirty="0"/>
              <a:t>Unsupervised Learning</a:t>
            </a:r>
          </a:p>
        </p:txBody>
      </p:sp>
      <p:sp>
        <p:nvSpPr>
          <p:cNvPr id="37892" name="Slide Number Placeholder 4">
            <a:extLst>
              <a:ext uri="{FF2B5EF4-FFF2-40B4-BE49-F238E27FC236}">
                <a16:creationId xmlns:a16="http://schemas.microsoft.com/office/drawing/2014/main" id="{1648A412-26E8-9A56-E755-3BC57F0B9D2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4F1287-9533-494F-B8D0-28D8E65D032F}"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Tree>
  </p:cSld>
  <p:clrMapOvr>
    <a:masterClrMapping/>
  </p:clrMapOvr>
  <p:transition spd="slow">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4">
            <a:extLst>
              <a:ext uri="{FF2B5EF4-FFF2-40B4-BE49-F238E27FC236}">
                <a16:creationId xmlns:a16="http://schemas.microsoft.com/office/drawing/2014/main" id="{BF75C36D-F4CB-8717-D71C-99FB783BE285}"/>
              </a:ext>
            </a:extLst>
          </p:cNvPr>
          <p:cNvSpPr>
            <a:spLocks noGrp="1"/>
          </p:cNvSpPr>
          <p:nvPr>
            <p:ph type="title"/>
          </p:nvPr>
        </p:nvSpPr>
        <p:spPr/>
        <p:txBody>
          <a:bodyPr/>
          <a:lstStyle/>
          <a:p>
            <a:r>
              <a:rPr lang="en-US" altLang="en-US">
                <a:latin typeface="Open Sans" pitchFamily="34" charset="0"/>
              </a:rPr>
              <a:t>Unsupervised Learning</a:t>
            </a:r>
          </a:p>
        </p:txBody>
      </p:sp>
      <p:sp>
        <p:nvSpPr>
          <p:cNvPr id="6" name="Content Placeholder 5">
            <a:extLst>
              <a:ext uri="{FF2B5EF4-FFF2-40B4-BE49-F238E27FC236}">
                <a16:creationId xmlns:a16="http://schemas.microsoft.com/office/drawing/2014/main" id="{13F3E14A-1EAC-6D15-895D-3C2ACFA8ED11}"/>
              </a:ext>
            </a:extLst>
          </p:cNvPr>
          <p:cNvSpPr>
            <a:spLocks noGrp="1"/>
          </p:cNvSpPr>
          <p:nvPr>
            <p:ph idx="1"/>
          </p:nvPr>
        </p:nvSpPr>
        <p:spPr/>
        <p:txBody>
          <a:bodyPr/>
          <a:lstStyle/>
          <a:p>
            <a:pPr marL="0" indent="0">
              <a:buFont typeface="Arial" panose="020B0604020202020204" pitchFamily="34" charset="0"/>
              <a:buNone/>
              <a:defRPr/>
            </a:pPr>
            <a:r>
              <a:rPr lang="en-US" dirty="0"/>
              <a:t>Let the computer learn by itself!</a:t>
            </a:r>
          </a:p>
          <a:p>
            <a:pPr>
              <a:defRPr/>
            </a:pPr>
            <a:endParaRPr lang="en-US" dirty="0"/>
          </a:p>
        </p:txBody>
      </p:sp>
      <p:sp>
        <p:nvSpPr>
          <p:cNvPr id="38916" name="Slide Number Placeholder 3">
            <a:extLst>
              <a:ext uri="{FF2B5EF4-FFF2-40B4-BE49-F238E27FC236}">
                <a16:creationId xmlns:a16="http://schemas.microsoft.com/office/drawing/2014/main" id="{CA7423D8-5484-72E7-15A2-4B88758781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79234CA-6DBA-4E62-B78C-E6C13D3C1D97}"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
        <p:nvSpPr>
          <p:cNvPr id="8" name="Rectangle 7">
            <a:extLst>
              <a:ext uri="{FF2B5EF4-FFF2-40B4-BE49-F238E27FC236}">
                <a16:creationId xmlns:a16="http://schemas.microsoft.com/office/drawing/2014/main" id="{BDAD0450-DDC7-0B48-BE9E-F5D9C986099C}"/>
              </a:ext>
            </a:extLst>
          </p:cNvPr>
          <p:cNvSpPr/>
          <p:nvPr/>
        </p:nvSpPr>
        <p:spPr>
          <a:xfrm>
            <a:off x="3962400" y="3505200"/>
            <a:ext cx="2335213" cy="205740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sz="2400" dirty="0">
                <a:solidFill>
                  <a:schemeClr val="tx1"/>
                </a:solidFill>
              </a:rPr>
              <a:t>Machine Learning Algorithms</a:t>
            </a:r>
          </a:p>
        </p:txBody>
      </p:sp>
      <p:sp>
        <p:nvSpPr>
          <p:cNvPr id="9" name="Oval 8">
            <a:extLst>
              <a:ext uri="{FF2B5EF4-FFF2-40B4-BE49-F238E27FC236}">
                <a16:creationId xmlns:a16="http://schemas.microsoft.com/office/drawing/2014/main" id="{6877A319-6FBB-6616-E8DC-4A43FA3E0D3E}"/>
              </a:ext>
            </a:extLst>
          </p:cNvPr>
          <p:cNvSpPr/>
          <p:nvPr/>
        </p:nvSpPr>
        <p:spPr>
          <a:xfrm>
            <a:off x="1044575" y="3998913"/>
            <a:ext cx="1698625" cy="1258887"/>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solidFill>
                  <a:schemeClr val="tx1"/>
                </a:solidFill>
              </a:rPr>
              <a:t>Input Data</a:t>
            </a:r>
          </a:p>
        </p:txBody>
      </p:sp>
      <p:sp>
        <p:nvSpPr>
          <p:cNvPr id="10" name="Hexagon 9">
            <a:extLst>
              <a:ext uri="{FF2B5EF4-FFF2-40B4-BE49-F238E27FC236}">
                <a16:creationId xmlns:a16="http://schemas.microsoft.com/office/drawing/2014/main" id="{86BFA94F-B794-355A-ED7C-951403E7A5D7}"/>
              </a:ext>
            </a:extLst>
          </p:cNvPr>
          <p:cNvSpPr/>
          <p:nvPr/>
        </p:nvSpPr>
        <p:spPr>
          <a:xfrm>
            <a:off x="7377113" y="4144963"/>
            <a:ext cx="1422400" cy="906462"/>
          </a:xfrm>
          <a:prstGeom prst="hexagon">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solidFill>
                  <a:schemeClr val="tx1"/>
                </a:solidFill>
              </a:rPr>
              <a:t>Output Data</a:t>
            </a:r>
          </a:p>
        </p:txBody>
      </p:sp>
      <p:sp>
        <p:nvSpPr>
          <p:cNvPr id="11" name="Right Arrow 9">
            <a:extLst>
              <a:ext uri="{FF2B5EF4-FFF2-40B4-BE49-F238E27FC236}">
                <a16:creationId xmlns:a16="http://schemas.microsoft.com/office/drawing/2014/main" id="{2F0921C6-1740-A2BF-5B36-E07CEF02F289}"/>
              </a:ext>
            </a:extLst>
          </p:cNvPr>
          <p:cNvSpPr/>
          <p:nvPr/>
        </p:nvSpPr>
        <p:spPr>
          <a:xfrm>
            <a:off x="2973388" y="4281488"/>
            <a:ext cx="846137" cy="6334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2" name="Right Arrow 10">
            <a:extLst>
              <a:ext uri="{FF2B5EF4-FFF2-40B4-BE49-F238E27FC236}">
                <a16:creationId xmlns:a16="http://schemas.microsoft.com/office/drawing/2014/main" id="{5BF45FE0-458A-3072-64EB-92718E8E2FB9}"/>
              </a:ext>
            </a:extLst>
          </p:cNvPr>
          <p:cNvSpPr/>
          <p:nvPr/>
        </p:nvSpPr>
        <p:spPr>
          <a:xfrm>
            <a:off x="6388100" y="4262438"/>
            <a:ext cx="846138" cy="6334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p>
        </p:txBody>
      </p:sp>
      <p:sp>
        <p:nvSpPr>
          <p:cNvPr id="13" name="Left-Right Arrow 11">
            <a:extLst>
              <a:ext uri="{FF2B5EF4-FFF2-40B4-BE49-F238E27FC236}">
                <a16:creationId xmlns:a16="http://schemas.microsoft.com/office/drawing/2014/main" id="{420211A5-B0C1-FAB1-4DD9-59E1E5A6AAEE}"/>
              </a:ext>
            </a:extLst>
          </p:cNvPr>
          <p:cNvSpPr/>
          <p:nvPr/>
        </p:nvSpPr>
        <p:spPr>
          <a:xfrm>
            <a:off x="838200" y="2819400"/>
            <a:ext cx="2074863" cy="75565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t>Available</a:t>
            </a:r>
          </a:p>
        </p:txBody>
      </p:sp>
      <p:sp>
        <p:nvSpPr>
          <p:cNvPr id="14" name="Left-Right Arrow 11">
            <a:extLst>
              <a:ext uri="{FF2B5EF4-FFF2-40B4-BE49-F238E27FC236}">
                <a16:creationId xmlns:a16="http://schemas.microsoft.com/office/drawing/2014/main" id="{FCB0F4B8-72C3-CA34-1289-5072220B6B14}"/>
              </a:ext>
            </a:extLst>
          </p:cNvPr>
          <p:cNvSpPr/>
          <p:nvPr/>
        </p:nvSpPr>
        <p:spPr>
          <a:xfrm>
            <a:off x="7010400" y="2749550"/>
            <a:ext cx="1884363" cy="755650"/>
          </a:xfrm>
          <a:prstGeom prst="lef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dirty="0">
                <a:solidFill>
                  <a:srgbClr val="FF0000"/>
                </a:solidFill>
              </a:rPr>
              <a:t>Unavailable</a:t>
            </a:r>
          </a:p>
        </p:txBody>
      </p:sp>
      <p:cxnSp>
        <p:nvCxnSpPr>
          <p:cNvPr id="15" name="Straight Connector 14">
            <a:extLst>
              <a:ext uri="{FF2B5EF4-FFF2-40B4-BE49-F238E27FC236}">
                <a16:creationId xmlns:a16="http://schemas.microsoft.com/office/drawing/2014/main" id="{C06609F6-9417-64E1-671C-FE7B5E51F7A3}"/>
              </a:ext>
            </a:extLst>
          </p:cNvPr>
          <p:cNvCxnSpPr>
            <a:cxnSpLocks/>
          </p:cNvCxnSpPr>
          <p:nvPr/>
        </p:nvCxnSpPr>
        <p:spPr>
          <a:xfrm>
            <a:off x="7377113" y="2632075"/>
            <a:ext cx="1287462" cy="873125"/>
          </a:xfrm>
          <a:prstGeom prst="line">
            <a:avLst/>
          </a:prstGeom>
          <a:ln w="1270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116C8D9-332F-CBFA-D1D0-D1242EF939EA}"/>
              </a:ext>
            </a:extLst>
          </p:cNvPr>
          <p:cNvCxnSpPr>
            <a:cxnSpLocks/>
          </p:cNvCxnSpPr>
          <p:nvPr/>
        </p:nvCxnSpPr>
        <p:spPr>
          <a:xfrm flipH="1">
            <a:off x="7346950" y="2632075"/>
            <a:ext cx="1111250" cy="942975"/>
          </a:xfrm>
          <a:prstGeom prst="line">
            <a:avLst/>
          </a:prstGeom>
          <a:ln w="1270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D3A9561D-E751-D45B-5107-7E844931DAE5}"/>
              </a:ext>
            </a:extLst>
          </p:cNvPr>
          <p:cNvSpPr>
            <a:spLocks noGrp="1"/>
          </p:cNvSpPr>
          <p:nvPr>
            <p:ph type="title"/>
          </p:nvPr>
        </p:nvSpPr>
        <p:spPr/>
        <p:txBody>
          <a:bodyPr/>
          <a:lstStyle/>
          <a:p>
            <a:r>
              <a:rPr lang="en-US" altLang="en-US">
                <a:latin typeface="Open Sans" pitchFamily="34" charset="0"/>
              </a:rPr>
              <a:t>Clustering</a:t>
            </a:r>
          </a:p>
        </p:txBody>
      </p:sp>
      <p:sp>
        <p:nvSpPr>
          <p:cNvPr id="39939" name="Content Placeholder 2">
            <a:extLst>
              <a:ext uri="{FF2B5EF4-FFF2-40B4-BE49-F238E27FC236}">
                <a16:creationId xmlns:a16="http://schemas.microsoft.com/office/drawing/2014/main" id="{F6D12231-E2C3-CFA1-8655-241BBEFBE040}"/>
              </a:ext>
            </a:extLst>
          </p:cNvPr>
          <p:cNvSpPr>
            <a:spLocks noGrp="1"/>
          </p:cNvSpPr>
          <p:nvPr>
            <p:ph idx="1"/>
          </p:nvPr>
        </p:nvSpPr>
        <p:spPr/>
        <p:txBody>
          <a:bodyPr/>
          <a:lstStyle/>
          <a:p>
            <a:r>
              <a:rPr lang="en-US" altLang="id-ID" sz="2600">
                <a:latin typeface="Arial" panose="020B0604020202020204" pitchFamily="34" charset="0"/>
                <a:cs typeface="Arial" panose="020B0604020202020204" pitchFamily="34" charset="0"/>
              </a:rPr>
              <a:t>Given a set of data points, each having a set of attributes, and a similarity measure, find clusters such that</a:t>
            </a:r>
          </a:p>
          <a:p>
            <a:pPr lvl="1"/>
            <a:r>
              <a:rPr lang="en-US" altLang="id-ID" sz="2200">
                <a:latin typeface="Arial" panose="020B0604020202020204" pitchFamily="34" charset="0"/>
                <a:cs typeface="Arial" panose="020B0604020202020204" pitchFamily="34" charset="0"/>
              </a:rPr>
              <a:t>Data points in one cluster are more similar to one another.</a:t>
            </a:r>
          </a:p>
          <a:p>
            <a:pPr lvl="1"/>
            <a:r>
              <a:rPr lang="en-US" altLang="id-ID" sz="2200">
                <a:latin typeface="Arial" panose="020B0604020202020204" pitchFamily="34" charset="0"/>
                <a:cs typeface="Arial" panose="020B0604020202020204" pitchFamily="34" charset="0"/>
              </a:rPr>
              <a:t>Data points in separate clusters are less similar to one another.</a:t>
            </a:r>
          </a:p>
          <a:p>
            <a:r>
              <a:rPr lang="en-US" altLang="id-ID" sz="2600">
                <a:latin typeface="Arial" panose="020B0604020202020204" pitchFamily="34" charset="0"/>
                <a:cs typeface="Arial" panose="020B0604020202020204" pitchFamily="34" charset="0"/>
              </a:rPr>
              <a:t>Similarity Measures:</a:t>
            </a:r>
          </a:p>
          <a:p>
            <a:pPr lvl="1"/>
            <a:r>
              <a:rPr lang="en-US" altLang="id-ID" sz="2200">
                <a:latin typeface="Arial" panose="020B0604020202020204" pitchFamily="34" charset="0"/>
                <a:cs typeface="Arial" panose="020B0604020202020204" pitchFamily="34" charset="0"/>
              </a:rPr>
              <a:t>Euclidean Distance if attributes are continuous.</a:t>
            </a:r>
          </a:p>
          <a:p>
            <a:pPr lvl="1"/>
            <a:r>
              <a:rPr lang="en-US" altLang="id-ID" sz="2200">
                <a:latin typeface="Arial" panose="020B0604020202020204" pitchFamily="34" charset="0"/>
                <a:cs typeface="Arial" panose="020B0604020202020204" pitchFamily="34" charset="0"/>
              </a:rPr>
              <a:t>Other Problem-specific Measures.</a:t>
            </a:r>
          </a:p>
          <a:p>
            <a:endParaRPr lang="en-US" altLang="en-US">
              <a:latin typeface="Open Sans" pitchFamily="34" charset="0"/>
            </a:endParaRPr>
          </a:p>
        </p:txBody>
      </p:sp>
      <p:sp>
        <p:nvSpPr>
          <p:cNvPr id="39940" name="Slide Number Placeholder 3">
            <a:extLst>
              <a:ext uri="{FF2B5EF4-FFF2-40B4-BE49-F238E27FC236}">
                <a16:creationId xmlns:a16="http://schemas.microsoft.com/office/drawing/2014/main" id="{8BA25CA7-ABEE-9851-4A98-23B5EB4242E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F852583-0A98-486F-A40F-7F01A24E7FD7}"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Tree>
  </p:cSld>
  <p:clrMapOvr>
    <a:masterClrMapping/>
  </p:clrMapOvr>
  <p:transition spd="slow">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F2E93B77-B53C-2DB9-5221-DB73AB2552C0}"/>
              </a:ext>
            </a:extLst>
          </p:cNvPr>
          <p:cNvSpPr>
            <a:spLocks noGrp="1"/>
          </p:cNvSpPr>
          <p:nvPr>
            <p:ph type="title"/>
          </p:nvPr>
        </p:nvSpPr>
        <p:spPr>
          <a:xfrm>
            <a:off x="2057400" y="381000"/>
            <a:ext cx="7077075" cy="1143000"/>
          </a:xfrm>
        </p:spPr>
        <p:txBody>
          <a:bodyPr/>
          <a:lstStyle/>
          <a:p>
            <a:r>
              <a:rPr lang="en-US" altLang="en-US" sz="2800">
                <a:latin typeface="Open Sans" pitchFamily="34" charset="0"/>
              </a:rPr>
              <a:t>Tumor Prediction Using Unsupervised Learning</a:t>
            </a:r>
          </a:p>
        </p:txBody>
      </p:sp>
      <p:sp>
        <p:nvSpPr>
          <p:cNvPr id="40963" name="Slide Number Placeholder 3">
            <a:extLst>
              <a:ext uri="{FF2B5EF4-FFF2-40B4-BE49-F238E27FC236}">
                <a16:creationId xmlns:a16="http://schemas.microsoft.com/office/drawing/2014/main" id="{E0A8BDF6-9418-1CAE-82E9-F1FACF53E8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BBE77BF-B26A-414E-8553-CAF176B03A45}"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graphicFrame>
        <p:nvGraphicFramePr>
          <p:cNvPr id="14" name="Chart 13">
            <a:extLst>
              <a:ext uri="{FF2B5EF4-FFF2-40B4-BE49-F238E27FC236}">
                <a16:creationId xmlns:a16="http://schemas.microsoft.com/office/drawing/2014/main" id="{580ACE8D-7CD4-08F4-6215-5E5775D901D8}"/>
              </a:ext>
            </a:extLst>
          </p:cNvPr>
          <p:cNvGraphicFramePr>
            <a:graphicFrameLocks/>
          </p:cNvGraphicFramePr>
          <p:nvPr/>
        </p:nvGraphicFramePr>
        <p:xfrm>
          <a:off x="914400" y="1676400"/>
          <a:ext cx="7315200" cy="3962400"/>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8">
            <a:extLst>
              <a:ext uri="{FF2B5EF4-FFF2-40B4-BE49-F238E27FC236}">
                <a16:creationId xmlns:a16="http://schemas.microsoft.com/office/drawing/2014/main" id="{DA2ECFB0-0949-35B7-8866-C590DB0670BF}"/>
              </a:ext>
            </a:extLst>
          </p:cNvPr>
          <p:cNvSpPr txBox="1">
            <a:spLocks noChangeArrowheads="1"/>
          </p:cNvSpPr>
          <p:nvPr/>
        </p:nvSpPr>
        <p:spPr bwMode="auto">
          <a:xfrm>
            <a:off x="304800" y="6107113"/>
            <a:ext cx="3082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“correct answer” is </a:t>
            </a:r>
            <a:r>
              <a:rPr lang="en-US" altLang="en-US" sz="1800" u="sng">
                <a:latin typeface="Arial" panose="020B0604020202020204" pitchFamily="34" charset="0"/>
              </a:rPr>
              <a:t>not</a:t>
            </a:r>
            <a:r>
              <a:rPr lang="en-US" altLang="en-US" sz="1800">
                <a:latin typeface="Arial" panose="020B0604020202020204" pitchFamily="34" charset="0"/>
              </a:rPr>
              <a:t> given</a:t>
            </a:r>
          </a:p>
        </p:txBody>
      </p:sp>
      <p:sp>
        <p:nvSpPr>
          <p:cNvPr id="20" name="TextBox 19">
            <a:extLst>
              <a:ext uri="{FF2B5EF4-FFF2-40B4-BE49-F238E27FC236}">
                <a16:creationId xmlns:a16="http://schemas.microsoft.com/office/drawing/2014/main" id="{7DDCDA57-6DFC-B978-C854-694B19D9A2E1}"/>
              </a:ext>
            </a:extLst>
          </p:cNvPr>
          <p:cNvSpPr txBox="1">
            <a:spLocks noChangeArrowheads="1"/>
          </p:cNvSpPr>
          <p:nvPr/>
        </p:nvSpPr>
        <p:spPr bwMode="auto">
          <a:xfrm>
            <a:off x="5372100" y="6069013"/>
            <a:ext cx="3467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let the computer divide the data </a:t>
            </a:r>
          </a:p>
          <a:p>
            <a:pPr>
              <a:spcBef>
                <a:spcPct val="0"/>
              </a:spcBef>
              <a:buFontTx/>
              <a:buNone/>
            </a:pPr>
            <a:r>
              <a:rPr lang="en-US" altLang="en-US" sz="1800">
                <a:latin typeface="Arial" panose="020B0604020202020204" pitchFamily="34" charset="0"/>
              </a:rPr>
              <a:t>(unsupervised learning)</a:t>
            </a:r>
          </a:p>
        </p:txBody>
      </p:sp>
      <p:sp>
        <p:nvSpPr>
          <p:cNvPr id="22" name="Oval 21">
            <a:extLst>
              <a:ext uri="{FF2B5EF4-FFF2-40B4-BE49-F238E27FC236}">
                <a16:creationId xmlns:a16="http://schemas.microsoft.com/office/drawing/2014/main" id="{24DD6A1C-7E19-38AC-F3C4-48E8085536E8}"/>
              </a:ext>
            </a:extLst>
          </p:cNvPr>
          <p:cNvSpPr/>
          <p:nvPr/>
        </p:nvSpPr>
        <p:spPr>
          <a:xfrm rot="832625">
            <a:off x="5343525" y="2235200"/>
            <a:ext cx="2308225" cy="2092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Oval 23">
            <a:extLst>
              <a:ext uri="{FF2B5EF4-FFF2-40B4-BE49-F238E27FC236}">
                <a16:creationId xmlns:a16="http://schemas.microsoft.com/office/drawing/2014/main" id="{4A68FCF2-2B06-812C-4DB0-9B27DD24A64F}"/>
              </a:ext>
            </a:extLst>
          </p:cNvPr>
          <p:cNvSpPr/>
          <p:nvPr/>
        </p:nvSpPr>
        <p:spPr>
          <a:xfrm rot="832625">
            <a:off x="2243138" y="2365375"/>
            <a:ext cx="1784350" cy="17668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TextBox 4">
            <a:extLst>
              <a:ext uri="{FF2B5EF4-FFF2-40B4-BE49-F238E27FC236}">
                <a16:creationId xmlns:a16="http://schemas.microsoft.com/office/drawing/2014/main" id="{6ECF48CC-8579-7E01-F916-A9EA0A0D77B5}"/>
              </a:ext>
            </a:extLst>
          </p:cNvPr>
          <p:cNvSpPr txBox="1">
            <a:spLocks noChangeArrowheads="1"/>
          </p:cNvSpPr>
          <p:nvPr/>
        </p:nvSpPr>
        <p:spPr bwMode="auto">
          <a:xfrm rot="803587">
            <a:off x="6797675" y="1684338"/>
            <a:ext cx="2141538"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b="1">
                <a:solidFill>
                  <a:srgbClr val="00B050"/>
                </a:solidFill>
                <a:latin typeface="Arial" panose="020B0604020202020204" pitchFamily="34" charset="0"/>
              </a:rPr>
              <a:t>clustering</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animBg="1"/>
      <p:bldP spid="24" grpId="0" animBg="1"/>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D9849695-2749-288D-47BD-2424055AF4D3}"/>
              </a:ext>
            </a:extLst>
          </p:cNvPr>
          <p:cNvSpPr>
            <a:spLocks noGrp="1"/>
          </p:cNvSpPr>
          <p:nvPr>
            <p:ph type="title"/>
          </p:nvPr>
        </p:nvSpPr>
        <p:spPr/>
        <p:txBody>
          <a:bodyPr/>
          <a:lstStyle/>
          <a:p>
            <a:r>
              <a:rPr lang="en-US" altLang="en-US">
                <a:latin typeface="Open Sans" pitchFamily="34" charset="0"/>
              </a:rPr>
              <a:t>Example-1: Google News</a:t>
            </a:r>
          </a:p>
        </p:txBody>
      </p:sp>
      <p:sp>
        <p:nvSpPr>
          <p:cNvPr id="41987" name="Slide Number Placeholder 3">
            <a:extLst>
              <a:ext uri="{FF2B5EF4-FFF2-40B4-BE49-F238E27FC236}">
                <a16:creationId xmlns:a16="http://schemas.microsoft.com/office/drawing/2014/main" id="{94E308C6-5346-8F03-B0D5-0129F80F157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0F1A55-4320-4775-8AD2-2E3168FFE444}"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pic>
        <p:nvPicPr>
          <p:cNvPr id="41988" name="Picture 4">
            <a:extLst>
              <a:ext uri="{FF2B5EF4-FFF2-40B4-BE49-F238E27FC236}">
                <a16:creationId xmlns:a16="http://schemas.microsoft.com/office/drawing/2014/main" id="{12D78E5F-83B4-ADE5-8A67-188DF528D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46225"/>
            <a:ext cx="7696200"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3658486-184C-A8C7-68AB-ABEE6AE5FCB5}"/>
              </a:ext>
            </a:extLst>
          </p:cNvPr>
          <p:cNvSpPr/>
          <p:nvPr/>
        </p:nvSpPr>
        <p:spPr>
          <a:xfrm>
            <a:off x="2590800" y="2700338"/>
            <a:ext cx="2819400"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8" name="Picture 7">
            <a:extLst>
              <a:ext uri="{FF2B5EF4-FFF2-40B4-BE49-F238E27FC236}">
                <a16:creationId xmlns:a16="http://schemas.microsoft.com/office/drawing/2014/main" id="{0B5D7F39-0072-EC45-E80A-B17E07DFD4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00500" y="1497013"/>
            <a:ext cx="4843463" cy="4965700"/>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D426E6ED-5B03-6A1F-955E-FF9BBEA81B58}"/>
              </a:ext>
            </a:extLst>
          </p:cNvPr>
          <p:cNvCxnSpPr>
            <a:cxnSpLocks/>
          </p:cNvCxnSpPr>
          <p:nvPr/>
        </p:nvCxnSpPr>
        <p:spPr>
          <a:xfrm rot="16200000" flipH="1">
            <a:off x="3025775" y="3005138"/>
            <a:ext cx="974725" cy="952500"/>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D74E70A-A8DF-30B5-88C4-C09EB73E7FF6}"/>
              </a:ext>
            </a:extLst>
          </p:cNvPr>
          <p:cNvSpPr/>
          <p:nvPr/>
        </p:nvSpPr>
        <p:spPr>
          <a:xfrm>
            <a:off x="2743200" y="3008313"/>
            <a:ext cx="2514600" cy="2905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3" name="Picture 12">
            <a:extLst>
              <a:ext uri="{FF2B5EF4-FFF2-40B4-BE49-F238E27FC236}">
                <a16:creationId xmlns:a16="http://schemas.microsoft.com/office/drawing/2014/main" id="{212430DC-F420-86E6-48D3-8D48CFC4A7D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13188" y="139700"/>
            <a:ext cx="4948237" cy="64627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cxnSp>
        <p:nvCxnSpPr>
          <p:cNvPr id="14" name="Straight Arrow Connector 9">
            <a:extLst>
              <a:ext uri="{FF2B5EF4-FFF2-40B4-BE49-F238E27FC236}">
                <a16:creationId xmlns:a16="http://schemas.microsoft.com/office/drawing/2014/main" id="{E4105040-9E6D-2179-3024-9B59CA14BAA4}"/>
              </a:ext>
            </a:extLst>
          </p:cNvPr>
          <p:cNvCxnSpPr>
            <a:cxnSpLocks/>
          </p:cNvCxnSpPr>
          <p:nvPr/>
        </p:nvCxnSpPr>
        <p:spPr>
          <a:xfrm rot="16200000" flipH="1">
            <a:off x="2905919" y="3299619"/>
            <a:ext cx="976312" cy="952500"/>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49EE50D-060A-7ED6-EC1E-A3CEF492ACBB}"/>
              </a:ext>
            </a:extLst>
          </p:cNvPr>
          <p:cNvSpPr/>
          <p:nvPr/>
        </p:nvSpPr>
        <p:spPr>
          <a:xfrm>
            <a:off x="2738438" y="3578225"/>
            <a:ext cx="2900362"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17" name="Picture 16">
            <a:extLst>
              <a:ext uri="{FF2B5EF4-FFF2-40B4-BE49-F238E27FC236}">
                <a16:creationId xmlns:a16="http://schemas.microsoft.com/office/drawing/2014/main" id="{7D82C28C-80E4-9400-ECDB-CFB07A39493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17975" y="258763"/>
            <a:ext cx="3390900" cy="626745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cxnSp>
        <p:nvCxnSpPr>
          <p:cNvPr id="18" name="Straight Arrow Connector 9">
            <a:extLst>
              <a:ext uri="{FF2B5EF4-FFF2-40B4-BE49-F238E27FC236}">
                <a16:creationId xmlns:a16="http://schemas.microsoft.com/office/drawing/2014/main" id="{FD34CCB0-15C2-DD46-40B0-747285BDF28D}"/>
              </a:ext>
            </a:extLst>
          </p:cNvPr>
          <p:cNvCxnSpPr>
            <a:cxnSpLocks/>
          </p:cNvCxnSpPr>
          <p:nvPr/>
        </p:nvCxnSpPr>
        <p:spPr>
          <a:xfrm rot="16200000" flipH="1">
            <a:off x="3074987" y="3902076"/>
            <a:ext cx="974725" cy="952500"/>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DD74DBE-67A0-4215-C3AC-2424226384C8}"/>
              </a:ext>
            </a:extLst>
          </p:cNvPr>
          <p:cNvSpPr/>
          <p:nvPr/>
        </p:nvSpPr>
        <p:spPr>
          <a:xfrm>
            <a:off x="2606675" y="2700338"/>
            <a:ext cx="3184525" cy="17192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nodeType="afterGroup">
                            <p:stCondLst>
                              <p:cond delay="0"/>
                            </p:stCondLst>
                            <p:childTnLst>
                              <p:par>
                                <p:cTn id="12" presetID="1" presetClass="entr" presetSubtype="0" fill="hold" nodeType="afterEffect">
                                  <p:stCondLst>
                                    <p:cond delay="50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xit" presetSubtype="10" fill="hold" nodeType="clickEffect">
                                  <p:stCondLst>
                                    <p:cond delay="0"/>
                                  </p:stCondLst>
                                  <p:childTnLst>
                                    <p:animEffect transition="out" filter="blinds(horizontal)">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childTnLst>
                          </p:cTn>
                        </p:par>
                        <p:par>
                          <p:cTn id="19" fill="hold" nodeType="afterGroup">
                            <p:stCondLst>
                              <p:cond delay="500"/>
                            </p:stCondLst>
                            <p:childTnLst>
                              <p:par>
                                <p:cTn id="20" presetID="3" presetClass="exit" presetSubtype="10" fill="hold" nodeType="afterEffect">
                                  <p:stCondLst>
                                    <p:cond delay="0"/>
                                  </p:stCondLst>
                                  <p:childTnLst>
                                    <p:animEffect transition="out" filter="blinds(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xit" presetSubtype="10" fill="hold" nodeType="clickEffect">
                                  <p:stCondLst>
                                    <p:cond delay="0"/>
                                  </p:stCondLst>
                                  <p:childTnLst>
                                    <p:animEffect transition="out" filter="blinds(horizontal)">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childTnLst>
                          </p:cTn>
                        </p:par>
                        <p:par>
                          <p:cTn id="28" fill="hold" nodeType="afterGroup">
                            <p:stCondLst>
                              <p:cond delay="500"/>
                            </p:stCondLst>
                            <p:childTnLst>
                              <p:par>
                                <p:cTn id="29" presetID="1" presetClass="entr" presetSubtype="0"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13"/>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xit" presetSubtype="10" fill="hold" nodeType="clickEffect">
                                  <p:stCondLst>
                                    <p:cond delay="0"/>
                                  </p:stCondLst>
                                  <p:childTnLst>
                                    <p:animEffect transition="out" filter="blinds(horizontal)">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par>
                                <p:cTn id="43" presetID="3" presetClass="exit" presetSubtype="10" fill="hold" nodeType="withEffect">
                                  <p:stCondLst>
                                    <p:cond delay="0"/>
                                  </p:stCondLst>
                                  <p:childTnLst>
                                    <p:animEffect transition="out" filter="blinds(horizontal)">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xit" presetSubtype="10" fill="hold" nodeType="clickEffect">
                                  <p:stCondLst>
                                    <p:cond delay="0"/>
                                  </p:stCondLst>
                                  <p:childTnLst>
                                    <p:animEffect transition="out" filter="blinds(horizontal)">
                                      <p:cBhvr>
                                        <p:cTn id="49" dur="500"/>
                                        <p:tgtEl>
                                          <p:spTgt spid="12"/>
                                        </p:tgtEl>
                                      </p:cBhvr>
                                    </p:animEffect>
                                    <p:set>
                                      <p:cBhvr>
                                        <p:cTn id="50" dur="1" fill="hold">
                                          <p:stCondLst>
                                            <p:cond delay="499"/>
                                          </p:stCondLst>
                                        </p:cTn>
                                        <p:tgtEl>
                                          <p:spTgt spid="12"/>
                                        </p:tgtEl>
                                        <p:attrNameLst>
                                          <p:attrName>style.visibility</p:attrName>
                                        </p:attrNameLst>
                                      </p:cBhvr>
                                      <p:to>
                                        <p:strVal val="hidden"/>
                                      </p:to>
                                    </p:set>
                                  </p:childTnLst>
                                </p:cTn>
                              </p:par>
                            </p:childTnLst>
                          </p:cTn>
                        </p:par>
                        <p:par>
                          <p:cTn id="51" fill="hold" nodeType="afterGroup">
                            <p:stCondLst>
                              <p:cond delay="500"/>
                            </p:stCondLst>
                            <p:childTnLst>
                              <p:par>
                                <p:cTn id="52" presetID="1" presetClass="entr" presetSubtype="0" fill="hold" nodeType="after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childTnLst>
                          </p:cTn>
                        </p:par>
                        <p:par>
                          <p:cTn id="58" fill="hold" nodeType="afterGroup">
                            <p:stCondLst>
                              <p:cond delay="0"/>
                            </p:stCondLst>
                            <p:childTnLst>
                              <p:par>
                                <p:cTn id="59" presetID="1" presetClass="entr" presetSubtype="0" fill="hold" nodeType="afterEffect">
                                  <p:stCondLst>
                                    <p:cond delay="50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xit" presetSubtype="10" fill="hold" nodeType="clickEffect">
                                  <p:stCondLst>
                                    <p:cond delay="0"/>
                                  </p:stCondLst>
                                  <p:childTnLst>
                                    <p:animEffect transition="out" filter="blinds(horizontal)">
                                      <p:cBhvr>
                                        <p:cTn id="64" dur="500"/>
                                        <p:tgtEl>
                                          <p:spTgt spid="16"/>
                                        </p:tgtEl>
                                      </p:cBhvr>
                                    </p:animEffect>
                                    <p:set>
                                      <p:cBhvr>
                                        <p:cTn id="65" dur="1" fill="hold">
                                          <p:stCondLst>
                                            <p:cond delay="499"/>
                                          </p:stCondLst>
                                        </p:cTn>
                                        <p:tgtEl>
                                          <p:spTgt spid="16"/>
                                        </p:tgtEl>
                                        <p:attrNameLst>
                                          <p:attrName>style.visibility</p:attrName>
                                        </p:attrNameLst>
                                      </p:cBhvr>
                                      <p:to>
                                        <p:strVal val="hidden"/>
                                      </p:to>
                                    </p:set>
                                  </p:childTnLst>
                                </p:cTn>
                              </p:par>
                              <p:par>
                                <p:cTn id="66" presetID="3" presetClass="exit" presetSubtype="10" fill="hold" nodeType="withEffect">
                                  <p:stCondLst>
                                    <p:cond delay="0"/>
                                  </p:stCondLst>
                                  <p:childTnLst>
                                    <p:animEffect transition="out" filter="blinds(horizontal)">
                                      <p:cBhvr>
                                        <p:cTn id="67" dur="500"/>
                                        <p:tgtEl>
                                          <p:spTgt spid="18"/>
                                        </p:tgtEl>
                                      </p:cBhvr>
                                    </p:animEffect>
                                    <p:set>
                                      <p:cBhvr>
                                        <p:cTn id="68" dur="1" fill="hold">
                                          <p:stCondLst>
                                            <p:cond delay="499"/>
                                          </p:stCondLst>
                                        </p:cTn>
                                        <p:tgtEl>
                                          <p:spTgt spid="18"/>
                                        </p:tgtEl>
                                        <p:attrNameLst>
                                          <p:attrName>style.visibility</p:attrName>
                                        </p:attrNameLst>
                                      </p:cBhvr>
                                      <p:to>
                                        <p:strVal val="hidden"/>
                                      </p:to>
                                    </p:set>
                                  </p:childTnLst>
                                </p:cTn>
                              </p:par>
                              <p:par>
                                <p:cTn id="69" presetID="3" presetClass="exit" presetSubtype="10" fill="hold" nodeType="withEffect">
                                  <p:stCondLst>
                                    <p:cond delay="0"/>
                                  </p:stCondLst>
                                  <p:childTnLst>
                                    <p:animEffect transition="out" filter="blinds(horizontal)">
                                      <p:cBhvr>
                                        <p:cTn id="70" dur="500"/>
                                        <p:tgtEl>
                                          <p:spTgt spid="17"/>
                                        </p:tgtEl>
                                      </p:cBhvr>
                                    </p:animEffect>
                                    <p:set>
                                      <p:cBhvr>
                                        <p:cTn id="71" dur="1" fill="hold">
                                          <p:stCondLst>
                                            <p:cond delay="499"/>
                                          </p:stCondLst>
                                        </p:cTn>
                                        <p:tgtEl>
                                          <p:spTgt spid="17"/>
                                        </p:tgtEl>
                                        <p:attrNameLst>
                                          <p:attrName>style.visibility</p:attrName>
                                        </p:attrNameLst>
                                      </p:cBhvr>
                                      <p:to>
                                        <p:strVal val="hidden"/>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ntr" presetSubtype="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2" grpId="0" animBg="1"/>
      <p:bldP spid="12" grpId="1" animBg="1"/>
      <p:bldP spid="16" grpId="0" animBg="1"/>
      <p:bldP spid="16" grpId="1"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2A1A3195-DAF7-D68B-812F-5597133FB9F7}"/>
              </a:ext>
            </a:extLst>
          </p:cNvPr>
          <p:cNvSpPr>
            <a:spLocks noGrp="1"/>
          </p:cNvSpPr>
          <p:nvPr>
            <p:ph type="title"/>
          </p:nvPr>
        </p:nvSpPr>
        <p:spPr/>
        <p:txBody>
          <a:bodyPr>
            <a:normAutofit fontScale="90000"/>
          </a:bodyPr>
          <a:lstStyle/>
          <a:p>
            <a:r>
              <a:rPr lang="en-US" altLang="en-US">
                <a:latin typeface="Open Sans" pitchFamily="34" charset="0"/>
              </a:rPr>
              <a:t>Example-2: Genes/Genomes</a:t>
            </a:r>
          </a:p>
        </p:txBody>
      </p:sp>
      <p:sp>
        <p:nvSpPr>
          <p:cNvPr id="3" name="Content Placeholder 2">
            <a:extLst>
              <a:ext uri="{FF2B5EF4-FFF2-40B4-BE49-F238E27FC236}">
                <a16:creationId xmlns:a16="http://schemas.microsoft.com/office/drawing/2014/main" id="{4C5118A1-C895-1BAB-17A4-196F025539D3}"/>
              </a:ext>
            </a:extLst>
          </p:cNvPr>
          <p:cNvSpPr>
            <a:spLocks noGrp="1"/>
          </p:cNvSpPr>
          <p:nvPr>
            <p:ph idx="1"/>
          </p:nvPr>
        </p:nvSpPr>
        <p:spPr>
          <a:xfrm>
            <a:off x="762000" y="4333875"/>
            <a:ext cx="8229600" cy="2133600"/>
          </a:xfrm>
        </p:spPr>
        <p:txBody>
          <a:bodyPr>
            <a:normAutofit lnSpcReduction="10000"/>
          </a:bodyPr>
          <a:lstStyle/>
          <a:p>
            <a:pPr>
              <a:defRPr/>
            </a:pPr>
            <a:r>
              <a:rPr lang="en-US" dirty="0">
                <a:latin typeface="OpenSans"/>
              </a:rPr>
              <a:t>DNA microarray data</a:t>
            </a:r>
          </a:p>
          <a:p>
            <a:pPr>
              <a:defRPr/>
            </a:pPr>
            <a:r>
              <a:rPr lang="en-US" dirty="0"/>
              <a:t>Goal: group individuals into different categories or different types of people</a:t>
            </a:r>
          </a:p>
          <a:p>
            <a:pPr>
              <a:defRPr/>
            </a:pPr>
            <a:endParaRPr lang="en-US" dirty="0"/>
          </a:p>
          <a:p>
            <a:pPr marL="0" indent="0">
              <a:buFont typeface="Arial" panose="020B0604020202020204" pitchFamily="34" charset="0"/>
              <a:buNone/>
              <a:defRPr/>
            </a:pPr>
            <a:r>
              <a:rPr lang="en-US" sz="1600" dirty="0"/>
              <a:t>[Source: </a:t>
            </a:r>
            <a:r>
              <a:rPr lang="en-US" sz="1600" dirty="0" err="1"/>
              <a:t>Su</a:t>
            </a:r>
            <a:r>
              <a:rPr lang="en-US" sz="1600" dirty="0"/>
              <a:t>-In Lee, Dana </a:t>
            </a:r>
            <a:r>
              <a:rPr lang="en-US" sz="1600" dirty="0" err="1"/>
              <a:t>Pe’er</a:t>
            </a:r>
            <a:r>
              <a:rPr lang="en-US" sz="1600" dirty="0"/>
              <a:t>, Aimee Dudley, George Church, Daphne Koller]</a:t>
            </a:r>
          </a:p>
        </p:txBody>
      </p:sp>
      <p:sp>
        <p:nvSpPr>
          <p:cNvPr id="43012" name="Slide Number Placeholder 3">
            <a:extLst>
              <a:ext uri="{FF2B5EF4-FFF2-40B4-BE49-F238E27FC236}">
                <a16:creationId xmlns:a16="http://schemas.microsoft.com/office/drawing/2014/main" id="{8670CD32-12BF-D586-E744-AF0FF6328C5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A9E59A4-6804-4C90-896A-578C4B24E912}"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pic>
        <p:nvPicPr>
          <p:cNvPr id="43013" name="Picture 4">
            <a:extLst>
              <a:ext uri="{FF2B5EF4-FFF2-40B4-BE49-F238E27FC236}">
                <a16:creationId xmlns:a16="http://schemas.microsoft.com/office/drawing/2014/main" id="{B493DBC5-3080-6A40-653B-C72B962A4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546225"/>
            <a:ext cx="7400925"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36F6-E154-26BC-5A3C-D612D445828A}"/>
              </a:ext>
            </a:extLst>
          </p:cNvPr>
          <p:cNvSpPr>
            <a:spLocks noGrp="1"/>
          </p:cNvSpPr>
          <p:nvPr>
            <p:ph type="title"/>
          </p:nvPr>
        </p:nvSpPr>
        <p:spPr>
          <a:xfrm>
            <a:off x="2057400" y="381000"/>
            <a:ext cx="6858000" cy="1143000"/>
          </a:xfrm>
        </p:spPr>
        <p:txBody>
          <a:bodyPr>
            <a:normAutofit fontScale="90000"/>
          </a:bodyPr>
          <a:lstStyle/>
          <a:p>
            <a:pPr>
              <a:defRPr/>
            </a:pPr>
            <a:r>
              <a:rPr lang="en-US" dirty="0"/>
              <a:t>Example-3: Market Segmentation</a:t>
            </a:r>
          </a:p>
        </p:txBody>
      </p:sp>
      <p:sp>
        <p:nvSpPr>
          <p:cNvPr id="44035" name="Content Placeholder 2">
            <a:extLst>
              <a:ext uri="{FF2B5EF4-FFF2-40B4-BE49-F238E27FC236}">
                <a16:creationId xmlns:a16="http://schemas.microsoft.com/office/drawing/2014/main" id="{67A2D334-0976-EDF5-FB55-ACEBAF314E62}"/>
              </a:ext>
            </a:extLst>
          </p:cNvPr>
          <p:cNvSpPr>
            <a:spLocks noGrp="1"/>
          </p:cNvSpPr>
          <p:nvPr>
            <p:ph idx="1"/>
          </p:nvPr>
        </p:nvSpPr>
        <p:spPr>
          <a:xfrm>
            <a:off x="4267200" y="2133600"/>
            <a:ext cx="4648200" cy="4495800"/>
          </a:xfrm>
        </p:spPr>
        <p:txBody>
          <a:bodyPr/>
          <a:lstStyle/>
          <a:p>
            <a:r>
              <a:rPr lang="en-US" altLang="en-US" sz="2400">
                <a:latin typeface="Open Sans" pitchFamily="34" charset="0"/>
              </a:rPr>
              <a:t>data: customer information</a:t>
            </a:r>
          </a:p>
          <a:p>
            <a:r>
              <a:rPr lang="en-US" altLang="en-US" sz="2400">
                <a:latin typeface="Open Sans" pitchFamily="34" charset="0"/>
              </a:rPr>
              <a:t>automatically discover market segments </a:t>
            </a:r>
          </a:p>
          <a:p>
            <a:r>
              <a:rPr lang="en-US" altLang="en-US" sz="2400">
                <a:latin typeface="Open Sans" pitchFamily="34" charset="0"/>
              </a:rPr>
              <a:t>automatically group customers into different market segments</a:t>
            </a:r>
          </a:p>
          <a:p>
            <a:r>
              <a:rPr lang="en-US" altLang="en-US" sz="2400">
                <a:latin typeface="Open Sans" pitchFamily="34" charset="0"/>
              </a:rPr>
              <a:t>Goal: targeted marketing</a:t>
            </a:r>
          </a:p>
        </p:txBody>
      </p:sp>
      <p:sp>
        <p:nvSpPr>
          <p:cNvPr id="44036" name="Slide Number Placeholder 3">
            <a:extLst>
              <a:ext uri="{FF2B5EF4-FFF2-40B4-BE49-F238E27FC236}">
                <a16:creationId xmlns:a16="http://schemas.microsoft.com/office/drawing/2014/main" id="{8175ABFC-8BBF-6DB0-3219-58EE157D289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ED5526-E397-4033-9B76-ED78E9F5FE40}"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pic>
        <p:nvPicPr>
          <p:cNvPr id="44037" name="Picture 2" descr="benefits of market segmentation">
            <a:extLst>
              <a:ext uri="{FF2B5EF4-FFF2-40B4-BE49-F238E27FC236}">
                <a16:creationId xmlns:a16="http://schemas.microsoft.com/office/drawing/2014/main" id="{EA030D69-30C9-C8FB-0C6B-32B7B001D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501" t="6602" r="21667" b="6602"/>
          <a:stretch>
            <a:fillRect/>
          </a:stretch>
        </p:blipFill>
        <p:spPr bwMode="auto">
          <a:xfrm>
            <a:off x="787400" y="1981200"/>
            <a:ext cx="34036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TextBox 4">
            <a:extLst>
              <a:ext uri="{FF2B5EF4-FFF2-40B4-BE49-F238E27FC236}">
                <a16:creationId xmlns:a16="http://schemas.microsoft.com/office/drawing/2014/main" id="{49864B9E-DE18-6A5D-AC9A-15D9917ACBE3}"/>
              </a:ext>
            </a:extLst>
          </p:cNvPr>
          <p:cNvSpPr txBox="1">
            <a:spLocks noChangeArrowheads="1"/>
          </p:cNvSpPr>
          <p:nvPr/>
        </p:nvSpPr>
        <p:spPr bwMode="auto">
          <a:xfrm>
            <a:off x="228600" y="6124575"/>
            <a:ext cx="47767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a:latin typeface="Arial" panose="020B0604020202020204" pitchFamily="34" charset="0"/>
              </a:rPr>
              <a:t>[source: </a:t>
            </a:r>
            <a:r>
              <a:rPr lang="en-US" altLang="en-US" sz="1200">
                <a:latin typeface="Arial" panose="020B0604020202020204" pitchFamily="34" charset="0"/>
                <a:hlinkClick r:id="rId3"/>
              </a:rPr>
              <a:t>https://businessyield.com/marketing/market-segmentation/</a:t>
            </a:r>
            <a:r>
              <a:rPr lang="en-US" altLang="en-US" sz="1200">
                <a:latin typeface="Arial" panose="020B0604020202020204" pitchFamily="34" charset="0"/>
              </a:rPr>
              <a:t>]</a:t>
            </a:r>
          </a:p>
        </p:txBody>
      </p:sp>
    </p:spTree>
  </p:cSld>
  <p:clrMapOvr>
    <a:masterClrMapping/>
  </p:clrMapOvr>
  <p:transition spd="slow">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B770FE19-09D4-7A52-E879-0446CC92D5D4}"/>
              </a:ext>
            </a:extLst>
          </p:cNvPr>
          <p:cNvSpPr>
            <a:spLocks noGrp="1"/>
          </p:cNvSpPr>
          <p:nvPr>
            <p:ph type="title"/>
          </p:nvPr>
        </p:nvSpPr>
        <p:spPr/>
        <p:txBody>
          <a:bodyPr/>
          <a:lstStyle/>
          <a:p>
            <a:r>
              <a:rPr lang="en-US" altLang="en-US">
                <a:latin typeface="Open Sans" pitchFamily="34" charset="0"/>
              </a:rPr>
              <a:t>Association Analysis</a:t>
            </a:r>
          </a:p>
        </p:txBody>
      </p:sp>
      <p:sp>
        <p:nvSpPr>
          <p:cNvPr id="45059" name="Content Placeholder 2">
            <a:extLst>
              <a:ext uri="{FF2B5EF4-FFF2-40B4-BE49-F238E27FC236}">
                <a16:creationId xmlns:a16="http://schemas.microsoft.com/office/drawing/2014/main" id="{AD99D7F5-EAFB-9306-A42E-303E53CBCEBF}"/>
              </a:ext>
            </a:extLst>
          </p:cNvPr>
          <p:cNvSpPr>
            <a:spLocks noGrp="1"/>
          </p:cNvSpPr>
          <p:nvPr>
            <p:ph idx="1"/>
          </p:nvPr>
        </p:nvSpPr>
        <p:spPr/>
        <p:txBody>
          <a:bodyPr/>
          <a:lstStyle/>
          <a:p>
            <a:r>
              <a:rPr lang="en-US" altLang="id-ID">
                <a:latin typeface="Arial" panose="020B0604020202020204" pitchFamily="34" charset="0"/>
                <a:cs typeface="Arial" panose="020B0604020202020204" pitchFamily="34" charset="0"/>
              </a:rPr>
              <a:t>Given a set of records each of which contain some number of items from a given collection;</a:t>
            </a:r>
          </a:p>
          <a:p>
            <a:pPr lvl="1"/>
            <a:r>
              <a:rPr lang="en-US" altLang="id-ID" sz="2400">
                <a:latin typeface="Arial" panose="020B0604020202020204" pitchFamily="34" charset="0"/>
                <a:cs typeface="Arial" panose="020B0604020202020204" pitchFamily="34" charset="0"/>
              </a:rPr>
              <a:t>Produce dependency rules which will predict occurrence of an item based on occurrences of other items.</a:t>
            </a:r>
          </a:p>
          <a:p>
            <a:endParaRPr lang="en-US" altLang="en-US">
              <a:latin typeface="Open Sans" pitchFamily="34" charset="0"/>
            </a:endParaRPr>
          </a:p>
        </p:txBody>
      </p:sp>
      <p:sp>
        <p:nvSpPr>
          <p:cNvPr id="45060" name="Slide Number Placeholder 3">
            <a:extLst>
              <a:ext uri="{FF2B5EF4-FFF2-40B4-BE49-F238E27FC236}">
                <a16:creationId xmlns:a16="http://schemas.microsoft.com/office/drawing/2014/main" id="{966E80EF-D55C-88B3-EEEB-9AA35568CBC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D007CAA-4BD6-4D9A-B3AA-4661246005B9}"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
        <p:nvSpPr>
          <p:cNvPr id="5" name="Text Box 5">
            <a:extLst>
              <a:ext uri="{FF2B5EF4-FFF2-40B4-BE49-F238E27FC236}">
                <a16:creationId xmlns:a16="http://schemas.microsoft.com/office/drawing/2014/main" id="{4DAAAF78-EA8C-527F-8E1F-876F657E1D61}"/>
              </a:ext>
            </a:extLst>
          </p:cNvPr>
          <p:cNvSpPr txBox="1">
            <a:spLocks noChangeArrowheads="1"/>
          </p:cNvSpPr>
          <p:nvPr/>
        </p:nvSpPr>
        <p:spPr bwMode="auto">
          <a:xfrm>
            <a:off x="5162550" y="4149725"/>
            <a:ext cx="3657600" cy="1292225"/>
          </a:xfrm>
          <a:prstGeom prst="rect">
            <a:avLst/>
          </a:prstGeom>
          <a:noFill/>
          <a:ln>
            <a:noFill/>
          </a:ln>
          <a:effectLst/>
        </p:spPr>
        <p:txBody>
          <a:bodyPr wrap="none">
            <a:spAutoFit/>
          </a:bodyPr>
          <a:lstStyle/>
          <a:p>
            <a:pPr>
              <a:defRPr/>
            </a:pPr>
            <a:r>
              <a:rPr lang="en-US" altLang="id-ID" sz="2600" dirty="0">
                <a:latin typeface="+mn-lt"/>
                <a:ea typeface="MS PGothic" panose="020B0600070205080204" pitchFamily="34" charset="-128"/>
                <a:sym typeface="+mn-ea"/>
              </a:rPr>
              <a:t>Rules Discovered:</a:t>
            </a:r>
          </a:p>
          <a:p>
            <a:pPr>
              <a:defRPr/>
            </a:pPr>
            <a:r>
              <a:rPr lang="en-US" altLang="id-ID" sz="2800" b="1" i="1" dirty="0">
                <a:latin typeface="+mn-lt"/>
                <a:ea typeface="MS PGothic" panose="020B0600070205080204" pitchFamily="34" charset="-128"/>
                <a:sym typeface="+mn-ea"/>
              </a:rPr>
              <a:t>  </a:t>
            </a:r>
            <a:r>
              <a:rPr lang="en-US" altLang="id-ID" sz="2400" b="1" i="1" dirty="0">
                <a:latin typeface="+mn-lt"/>
                <a:ea typeface="MS PGothic" panose="020B0600070205080204" pitchFamily="34" charset="-128"/>
                <a:sym typeface="+mn-ea"/>
              </a:rPr>
              <a:t>{</a:t>
            </a:r>
            <a:r>
              <a:rPr lang="en-US" altLang="id-ID" sz="2400" b="1" i="1" dirty="0">
                <a:solidFill>
                  <a:schemeClr val="accent6"/>
                </a:solidFill>
                <a:latin typeface="+mn-lt"/>
                <a:ea typeface="MS PGothic" panose="020B0600070205080204" pitchFamily="34" charset="-128"/>
                <a:sym typeface="+mn-ea"/>
              </a:rPr>
              <a:t>Milk</a:t>
            </a:r>
            <a:r>
              <a:rPr lang="en-US" altLang="id-ID" sz="2400" b="1" i="1" dirty="0">
                <a:latin typeface="+mn-lt"/>
                <a:ea typeface="MS PGothic" panose="020B0600070205080204" pitchFamily="34" charset="-128"/>
                <a:sym typeface="+mn-ea"/>
              </a:rPr>
              <a:t>} </a:t>
            </a:r>
            <a:r>
              <a:rPr lang="en-US" altLang="id-ID" sz="2400" b="1" dirty="0">
                <a:latin typeface="+mn-lt"/>
                <a:ea typeface="MS PGothic" panose="020B0600070205080204" pitchFamily="34" charset="-128"/>
                <a:sym typeface="Wingdings" panose="05000000000000000000"/>
              </a:rPr>
              <a:t></a:t>
            </a:r>
            <a:r>
              <a:rPr lang="en-US" altLang="id-ID" sz="2400" b="1" i="1" dirty="0">
                <a:latin typeface="+mn-lt"/>
                <a:ea typeface="MS PGothic" panose="020B0600070205080204" pitchFamily="34" charset="-128"/>
                <a:sym typeface="+mn-ea"/>
              </a:rPr>
              <a:t> {</a:t>
            </a:r>
            <a:r>
              <a:rPr lang="en-US" altLang="id-ID" sz="2400" b="1" i="1" dirty="0">
                <a:solidFill>
                  <a:schemeClr val="accent6"/>
                </a:solidFill>
                <a:latin typeface="+mn-lt"/>
                <a:ea typeface="MS PGothic" panose="020B0600070205080204" pitchFamily="34" charset="-128"/>
                <a:sym typeface="+mn-ea"/>
              </a:rPr>
              <a:t>Coke</a:t>
            </a:r>
            <a:r>
              <a:rPr lang="en-US" altLang="id-ID" sz="2400" b="1" i="1" dirty="0">
                <a:latin typeface="+mn-lt"/>
                <a:ea typeface="MS PGothic" panose="020B0600070205080204" pitchFamily="34" charset="-128"/>
                <a:sym typeface="+mn-ea"/>
              </a:rPr>
              <a:t>}</a:t>
            </a:r>
          </a:p>
          <a:p>
            <a:pPr>
              <a:defRPr/>
            </a:pPr>
            <a:r>
              <a:rPr lang="en-US" altLang="id-ID" sz="2400" b="1" i="1" dirty="0">
                <a:solidFill>
                  <a:schemeClr val="accent6"/>
                </a:solidFill>
                <a:latin typeface="+mn-lt"/>
                <a:ea typeface="MS PGothic" panose="020B0600070205080204" pitchFamily="34" charset="-128"/>
                <a:sym typeface="+mn-ea"/>
              </a:rPr>
              <a:t>  </a:t>
            </a:r>
            <a:r>
              <a:rPr lang="en-US" altLang="id-ID" sz="2400" b="1" i="1" dirty="0">
                <a:latin typeface="+mn-lt"/>
                <a:ea typeface="MS PGothic" panose="020B0600070205080204" pitchFamily="34" charset="-128"/>
                <a:sym typeface="+mn-ea"/>
              </a:rPr>
              <a:t>{</a:t>
            </a:r>
            <a:r>
              <a:rPr lang="en-US" altLang="id-ID" sz="2400" b="1" i="1" dirty="0">
                <a:solidFill>
                  <a:schemeClr val="accent6"/>
                </a:solidFill>
                <a:latin typeface="+mn-lt"/>
                <a:ea typeface="MS PGothic" panose="020B0600070205080204" pitchFamily="34" charset="-128"/>
                <a:sym typeface="+mn-ea"/>
              </a:rPr>
              <a:t>Diaper, Milk</a:t>
            </a:r>
            <a:r>
              <a:rPr lang="en-US" altLang="id-ID" sz="2400" b="1" i="1" dirty="0">
                <a:latin typeface="+mn-lt"/>
                <a:ea typeface="MS PGothic" panose="020B0600070205080204" pitchFamily="34" charset="-128"/>
                <a:sym typeface="+mn-ea"/>
              </a:rPr>
              <a:t>} </a:t>
            </a:r>
            <a:r>
              <a:rPr lang="en-US" altLang="id-ID" sz="2400" b="1" dirty="0">
                <a:ea typeface="MS PGothic" panose="020B0600070205080204" pitchFamily="34" charset="-128"/>
                <a:sym typeface="Wingdings" panose="05000000000000000000" pitchFamily="2" charset="2"/>
              </a:rPr>
              <a:t></a:t>
            </a:r>
            <a:r>
              <a:rPr lang="en-US" altLang="id-ID" sz="2400" b="1" i="1" dirty="0">
                <a:ea typeface="MS PGothic" panose="020B0600070205080204" pitchFamily="34" charset="-128"/>
                <a:sym typeface="+mn-ea"/>
              </a:rPr>
              <a:t> </a:t>
            </a:r>
            <a:r>
              <a:rPr lang="en-US" altLang="id-ID" sz="2400" b="1" i="1" dirty="0">
                <a:latin typeface="+mn-lt"/>
                <a:ea typeface="MS PGothic" panose="020B0600070205080204" pitchFamily="34" charset="-128"/>
                <a:sym typeface="+mn-ea"/>
              </a:rPr>
              <a:t>{</a:t>
            </a:r>
            <a:r>
              <a:rPr lang="en-US" altLang="id-ID" sz="2400" b="1" i="1" dirty="0">
                <a:solidFill>
                  <a:schemeClr val="accent6"/>
                </a:solidFill>
                <a:latin typeface="+mn-lt"/>
                <a:ea typeface="MS PGothic" panose="020B0600070205080204" pitchFamily="34" charset="-128"/>
                <a:sym typeface="+mn-ea"/>
              </a:rPr>
              <a:t>Noodle</a:t>
            </a:r>
            <a:r>
              <a:rPr lang="en-US" altLang="id-ID" sz="2400" b="1" i="1" dirty="0">
                <a:latin typeface="+mn-lt"/>
                <a:ea typeface="MS PGothic" panose="020B0600070205080204" pitchFamily="34" charset="-128"/>
                <a:sym typeface="+mn-ea"/>
              </a:rPr>
              <a:t>}</a:t>
            </a:r>
            <a:endParaRPr lang="en-US" altLang="id-ID" sz="3200" b="1" i="1" dirty="0">
              <a:latin typeface="+mn-lt"/>
              <a:ea typeface="MS PGothic" panose="020B0600070205080204" pitchFamily="34" charset="-128"/>
              <a:sym typeface="+mn-ea"/>
            </a:endParaRPr>
          </a:p>
        </p:txBody>
      </p:sp>
      <p:graphicFrame>
        <p:nvGraphicFramePr>
          <p:cNvPr id="6" name="Table 5">
            <a:extLst>
              <a:ext uri="{FF2B5EF4-FFF2-40B4-BE49-F238E27FC236}">
                <a16:creationId xmlns:a16="http://schemas.microsoft.com/office/drawing/2014/main" id="{61DEF44D-77D0-C498-360E-B8311F815AEC}"/>
              </a:ext>
            </a:extLst>
          </p:cNvPr>
          <p:cNvGraphicFramePr>
            <a:graphicFrameLocks noGrp="1"/>
          </p:cNvGraphicFramePr>
          <p:nvPr/>
        </p:nvGraphicFramePr>
        <p:xfrm>
          <a:off x="685800" y="3886200"/>
          <a:ext cx="4371975" cy="2194560"/>
        </p:xfrm>
        <a:graphic>
          <a:graphicData uri="http://schemas.openxmlformats.org/drawingml/2006/table">
            <a:tbl>
              <a:tblPr firstRow="1" firstCol="1" bandRow="1" bandCol="1">
                <a:tableStyleId>{912C8C85-51F0-491E-9774-3900AFEF0FD7}</a:tableStyleId>
              </a:tblPr>
              <a:tblGrid>
                <a:gridCol w="794973">
                  <a:extLst>
                    <a:ext uri="{9D8B030D-6E8A-4147-A177-3AD203B41FA5}">
                      <a16:colId xmlns:a16="http://schemas.microsoft.com/office/drawing/2014/main" val="20000"/>
                    </a:ext>
                  </a:extLst>
                </a:gridCol>
                <a:gridCol w="3577002">
                  <a:extLst>
                    <a:ext uri="{9D8B030D-6E8A-4147-A177-3AD203B41FA5}">
                      <a16:colId xmlns:a16="http://schemas.microsoft.com/office/drawing/2014/main" val="20001"/>
                    </a:ext>
                  </a:extLst>
                </a:gridCol>
              </a:tblGrid>
              <a:tr h="365654">
                <a:tc>
                  <a:txBody>
                    <a:bodyPr/>
                    <a:lstStyle/>
                    <a:p>
                      <a:pPr algn="ctr">
                        <a:spcAft>
                          <a:spcPts val="0"/>
                        </a:spcAft>
                      </a:pPr>
                      <a:r>
                        <a:rPr lang="en-US" sz="2400" kern="0" dirty="0">
                          <a:effectLst/>
                        </a:rPr>
                        <a:t>TID</a:t>
                      </a:r>
                      <a:endParaRPr lang="id-ID" sz="2400" b="1" i="1" kern="0" dirty="0">
                        <a:solidFill>
                          <a:srgbClr val="FFFFFF"/>
                        </a:solidFill>
                        <a:effectLst/>
                        <a:latin typeface="Times New Roman" panose="02020603050405020304" pitchFamily="18" charset="0"/>
                      </a:endParaRPr>
                    </a:p>
                  </a:txBody>
                  <a:tcPr marL="58669" marR="58669" marT="0" marB="0" anchor="ctr"/>
                </a:tc>
                <a:tc>
                  <a:txBody>
                    <a:bodyPr/>
                    <a:lstStyle/>
                    <a:p>
                      <a:pPr algn="ctr">
                        <a:spcAft>
                          <a:spcPts val="0"/>
                        </a:spcAft>
                      </a:pPr>
                      <a:r>
                        <a:rPr lang="en-US" sz="2400" kern="0">
                          <a:effectLst/>
                        </a:rPr>
                        <a:t>Items</a:t>
                      </a:r>
                      <a:endParaRPr lang="id-ID" sz="2400" b="1" i="1" kern="0">
                        <a:solidFill>
                          <a:srgbClr val="FFFFFF"/>
                        </a:solidFill>
                        <a:effectLst/>
                        <a:latin typeface="Times New Roman" panose="02020603050405020304" pitchFamily="18" charset="0"/>
                      </a:endParaRPr>
                    </a:p>
                  </a:txBody>
                  <a:tcPr marL="58669" marR="58669" marT="0" marB="0" anchor="ctr"/>
                </a:tc>
                <a:extLst>
                  <a:ext uri="{0D108BD9-81ED-4DB2-BD59-A6C34878D82A}">
                    <a16:rowId xmlns:a16="http://schemas.microsoft.com/office/drawing/2014/main" val="10000"/>
                  </a:ext>
                </a:extLst>
              </a:tr>
              <a:tr h="365654">
                <a:tc>
                  <a:txBody>
                    <a:bodyPr/>
                    <a:lstStyle/>
                    <a:p>
                      <a:pPr algn="ctr">
                        <a:spcAft>
                          <a:spcPts val="0"/>
                        </a:spcAft>
                      </a:pPr>
                      <a:r>
                        <a:rPr lang="en-US" sz="2400" dirty="0">
                          <a:effectLst/>
                        </a:rPr>
                        <a:t>1</a:t>
                      </a:r>
                      <a:endParaRPr lang="id-ID" sz="1100" dirty="0">
                        <a:effectLst/>
                        <a:latin typeface="Times New Roman" panose="02020603050405020304" pitchFamily="18" charset="0"/>
                        <a:ea typeface="Times New Roman" panose="02020603050405020304" pitchFamily="18" charset="0"/>
                      </a:endParaRPr>
                    </a:p>
                  </a:txBody>
                  <a:tcPr marL="58669" marR="58669" marT="0" marB="0" anchor="ctr"/>
                </a:tc>
                <a:tc>
                  <a:txBody>
                    <a:bodyPr/>
                    <a:lstStyle/>
                    <a:p>
                      <a:pPr algn="l">
                        <a:spcAft>
                          <a:spcPts val="0"/>
                        </a:spcAft>
                      </a:pPr>
                      <a:r>
                        <a:rPr lang="en-US" sz="2400" i="1" dirty="0">
                          <a:effectLst/>
                        </a:rPr>
                        <a:t>Bread</a:t>
                      </a:r>
                      <a:r>
                        <a:rPr lang="en-US" sz="2400" dirty="0">
                          <a:effectLst/>
                        </a:rPr>
                        <a:t>, </a:t>
                      </a:r>
                      <a:r>
                        <a:rPr lang="en-US" sz="2400" i="1" dirty="0">
                          <a:effectLst/>
                        </a:rPr>
                        <a:t>Coke</a:t>
                      </a:r>
                      <a:r>
                        <a:rPr lang="en-US" sz="2400" dirty="0">
                          <a:effectLst/>
                        </a:rPr>
                        <a:t>, </a:t>
                      </a:r>
                      <a:r>
                        <a:rPr lang="en-US" sz="2400" i="1" dirty="0">
                          <a:effectLst/>
                        </a:rPr>
                        <a:t>Milk</a:t>
                      </a:r>
                      <a:endParaRPr lang="id-ID" sz="1100" i="1" dirty="0">
                        <a:effectLst/>
                        <a:latin typeface="Times New Roman" panose="02020603050405020304" pitchFamily="18" charset="0"/>
                        <a:ea typeface="Times New Roman" panose="02020603050405020304" pitchFamily="18" charset="0"/>
                      </a:endParaRPr>
                    </a:p>
                  </a:txBody>
                  <a:tcPr marL="58669" marR="58669" marT="0" marB="0" anchor="ctr"/>
                </a:tc>
                <a:extLst>
                  <a:ext uri="{0D108BD9-81ED-4DB2-BD59-A6C34878D82A}">
                    <a16:rowId xmlns:a16="http://schemas.microsoft.com/office/drawing/2014/main" val="10001"/>
                  </a:ext>
                </a:extLst>
              </a:tr>
              <a:tr h="365654">
                <a:tc>
                  <a:txBody>
                    <a:bodyPr/>
                    <a:lstStyle/>
                    <a:p>
                      <a:pPr algn="ctr">
                        <a:spcAft>
                          <a:spcPts val="0"/>
                        </a:spcAft>
                      </a:pPr>
                      <a:r>
                        <a:rPr lang="en-US" sz="2400">
                          <a:effectLst/>
                        </a:rPr>
                        <a:t>2</a:t>
                      </a:r>
                      <a:endParaRPr lang="id-ID" sz="1100">
                        <a:effectLst/>
                        <a:latin typeface="Times New Roman" panose="02020603050405020304" pitchFamily="18" charset="0"/>
                        <a:ea typeface="Times New Roman" panose="02020603050405020304" pitchFamily="18" charset="0"/>
                      </a:endParaRPr>
                    </a:p>
                  </a:txBody>
                  <a:tcPr marL="58669" marR="58669" marT="0" marB="0" anchor="ctr"/>
                </a:tc>
                <a:tc>
                  <a:txBody>
                    <a:bodyPr/>
                    <a:lstStyle/>
                    <a:p>
                      <a:pPr algn="l">
                        <a:spcAft>
                          <a:spcPts val="0"/>
                        </a:spcAft>
                      </a:pPr>
                      <a:r>
                        <a:rPr lang="en-US" sz="2400" i="1" dirty="0">
                          <a:effectLst/>
                        </a:rPr>
                        <a:t>Noodle</a:t>
                      </a:r>
                      <a:r>
                        <a:rPr lang="en-US" sz="2400" dirty="0">
                          <a:effectLst/>
                        </a:rPr>
                        <a:t>, </a:t>
                      </a:r>
                      <a:r>
                        <a:rPr lang="en-US" sz="2400" i="1" dirty="0">
                          <a:effectLst/>
                        </a:rPr>
                        <a:t>Bread</a:t>
                      </a:r>
                      <a:endParaRPr lang="id-ID" sz="1100" i="1" dirty="0">
                        <a:effectLst/>
                        <a:latin typeface="Times New Roman" panose="02020603050405020304" pitchFamily="18" charset="0"/>
                        <a:ea typeface="Times New Roman" panose="02020603050405020304" pitchFamily="18" charset="0"/>
                      </a:endParaRPr>
                    </a:p>
                  </a:txBody>
                  <a:tcPr marL="58669" marR="58669" marT="0" marB="0" anchor="ctr"/>
                </a:tc>
                <a:extLst>
                  <a:ext uri="{0D108BD9-81ED-4DB2-BD59-A6C34878D82A}">
                    <a16:rowId xmlns:a16="http://schemas.microsoft.com/office/drawing/2014/main" val="10002"/>
                  </a:ext>
                </a:extLst>
              </a:tr>
              <a:tr h="365654">
                <a:tc>
                  <a:txBody>
                    <a:bodyPr/>
                    <a:lstStyle/>
                    <a:p>
                      <a:pPr algn="ctr">
                        <a:spcAft>
                          <a:spcPts val="0"/>
                        </a:spcAft>
                      </a:pPr>
                      <a:r>
                        <a:rPr lang="en-US" sz="2400">
                          <a:effectLst/>
                        </a:rPr>
                        <a:t>3</a:t>
                      </a:r>
                      <a:endParaRPr lang="id-ID" sz="1100">
                        <a:effectLst/>
                        <a:latin typeface="Times New Roman" panose="02020603050405020304" pitchFamily="18" charset="0"/>
                        <a:ea typeface="Times New Roman" panose="02020603050405020304" pitchFamily="18" charset="0"/>
                      </a:endParaRPr>
                    </a:p>
                  </a:txBody>
                  <a:tcPr marL="58669" marR="58669" marT="0" marB="0" anchor="ctr"/>
                </a:tc>
                <a:tc>
                  <a:txBody>
                    <a:bodyPr/>
                    <a:lstStyle/>
                    <a:p>
                      <a:pPr algn="l">
                        <a:spcAft>
                          <a:spcPts val="0"/>
                        </a:spcAft>
                      </a:pPr>
                      <a:r>
                        <a:rPr lang="en-US" sz="2400" i="1" dirty="0">
                          <a:effectLst/>
                        </a:rPr>
                        <a:t>Noodle</a:t>
                      </a:r>
                      <a:r>
                        <a:rPr lang="en-US" sz="2400" dirty="0">
                          <a:effectLst/>
                        </a:rPr>
                        <a:t>, </a:t>
                      </a:r>
                      <a:r>
                        <a:rPr lang="en-US" sz="2400" i="1" dirty="0">
                          <a:effectLst/>
                        </a:rPr>
                        <a:t>Coke</a:t>
                      </a:r>
                      <a:r>
                        <a:rPr lang="en-US" sz="2400" dirty="0">
                          <a:effectLst/>
                        </a:rPr>
                        <a:t>, </a:t>
                      </a:r>
                      <a:r>
                        <a:rPr lang="en-US" sz="2400" i="1" dirty="0">
                          <a:effectLst/>
                        </a:rPr>
                        <a:t>Diaper</a:t>
                      </a:r>
                      <a:r>
                        <a:rPr lang="en-US" sz="2400" dirty="0">
                          <a:effectLst/>
                        </a:rPr>
                        <a:t>, </a:t>
                      </a:r>
                      <a:r>
                        <a:rPr lang="en-US" sz="2400" i="1" dirty="0">
                          <a:effectLst/>
                        </a:rPr>
                        <a:t>Milk</a:t>
                      </a:r>
                      <a:endParaRPr lang="id-ID" sz="1100" i="1" dirty="0">
                        <a:effectLst/>
                        <a:latin typeface="Times New Roman" panose="02020603050405020304" pitchFamily="18" charset="0"/>
                        <a:ea typeface="Times New Roman" panose="02020603050405020304" pitchFamily="18" charset="0"/>
                      </a:endParaRPr>
                    </a:p>
                  </a:txBody>
                  <a:tcPr marL="58669" marR="58669" marT="0" marB="0" anchor="ctr"/>
                </a:tc>
                <a:extLst>
                  <a:ext uri="{0D108BD9-81ED-4DB2-BD59-A6C34878D82A}">
                    <a16:rowId xmlns:a16="http://schemas.microsoft.com/office/drawing/2014/main" val="10003"/>
                  </a:ext>
                </a:extLst>
              </a:tr>
              <a:tr h="365654">
                <a:tc>
                  <a:txBody>
                    <a:bodyPr/>
                    <a:lstStyle/>
                    <a:p>
                      <a:pPr algn="ctr">
                        <a:spcAft>
                          <a:spcPts val="0"/>
                        </a:spcAft>
                      </a:pPr>
                      <a:r>
                        <a:rPr lang="en-US" sz="2400">
                          <a:effectLst/>
                        </a:rPr>
                        <a:t>4</a:t>
                      </a:r>
                      <a:endParaRPr lang="id-ID" sz="1100">
                        <a:effectLst/>
                        <a:latin typeface="Times New Roman" panose="02020603050405020304" pitchFamily="18" charset="0"/>
                        <a:ea typeface="Times New Roman" panose="02020603050405020304" pitchFamily="18" charset="0"/>
                      </a:endParaRPr>
                    </a:p>
                  </a:txBody>
                  <a:tcPr marL="58669" marR="58669" marT="0" marB="0" anchor="ctr"/>
                </a:tc>
                <a:tc>
                  <a:txBody>
                    <a:bodyPr/>
                    <a:lstStyle/>
                    <a:p>
                      <a:pPr algn="l">
                        <a:spcAft>
                          <a:spcPts val="0"/>
                        </a:spcAft>
                      </a:pPr>
                      <a:r>
                        <a:rPr lang="en-US" sz="2400" i="1" dirty="0">
                          <a:effectLst/>
                        </a:rPr>
                        <a:t>Noodle</a:t>
                      </a:r>
                      <a:r>
                        <a:rPr lang="en-US" sz="2400" dirty="0">
                          <a:effectLst/>
                        </a:rPr>
                        <a:t>, </a:t>
                      </a:r>
                      <a:r>
                        <a:rPr lang="en-US" sz="2400" i="1" dirty="0">
                          <a:effectLst/>
                        </a:rPr>
                        <a:t>Bread</a:t>
                      </a:r>
                      <a:r>
                        <a:rPr lang="en-US" sz="2400" dirty="0">
                          <a:effectLst/>
                        </a:rPr>
                        <a:t>, </a:t>
                      </a:r>
                      <a:r>
                        <a:rPr lang="en-US" sz="2400" i="1" dirty="0">
                          <a:effectLst/>
                        </a:rPr>
                        <a:t>Diaper</a:t>
                      </a:r>
                      <a:r>
                        <a:rPr lang="en-US" sz="2400" dirty="0">
                          <a:effectLst/>
                        </a:rPr>
                        <a:t>, </a:t>
                      </a:r>
                      <a:r>
                        <a:rPr lang="en-US" sz="2400" i="1" dirty="0">
                          <a:effectLst/>
                        </a:rPr>
                        <a:t>Milk</a:t>
                      </a:r>
                      <a:endParaRPr lang="id-ID" sz="1100" i="1" dirty="0">
                        <a:effectLst/>
                        <a:latin typeface="Times New Roman" panose="02020603050405020304" pitchFamily="18" charset="0"/>
                        <a:ea typeface="Times New Roman" panose="02020603050405020304" pitchFamily="18" charset="0"/>
                      </a:endParaRPr>
                    </a:p>
                  </a:txBody>
                  <a:tcPr marL="58669" marR="58669" marT="0" marB="0" anchor="ctr"/>
                </a:tc>
                <a:extLst>
                  <a:ext uri="{0D108BD9-81ED-4DB2-BD59-A6C34878D82A}">
                    <a16:rowId xmlns:a16="http://schemas.microsoft.com/office/drawing/2014/main" val="10004"/>
                  </a:ext>
                </a:extLst>
              </a:tr>
              <a:tr h="365654">
                <a:tc>
                  <a:txBody>
                    <a:bodyPr/>
                    <a:lstStyle/>
                    <a:p>
                      <a:pPr algn="ctr">
                        <a:spcAft>
                          <a:spcPts val="0"/>
                        </a:spcAft>
                      </a:pPr>
                      <a:r>
                        <a:rPr lang="en-US" sz="2400">
                          <a:effectLst/>
                        </a:rPr>
                        <a:t>5</a:t>
                      </a:r>
                      <a:endParaRPr lang="id-ID" sz="1100">
                        <a:effectLst/>
                        <a:latin typeface="Times New Roman" panose="02020603050405020304" pitchFamily="18" charset="0"/>
                        <a:ea typeface="Times New Roman" panose="02020603050405020304" pitchFamily="18" charset="0"/>
                      </a:endParaRPr>
                    </a:p>
                  </a:txBody>
                  <a:tcPr marL="58669" marR="58669" marT="0" marB="0" anchor="ctr"/>
                </a:tc>
                <a:tc>
                  <a:txBody>
                    <a:bodyPr/>
                    <a:lstStyle/>
                    <a:p>
                      <a:pPr algn="l">
                        <a:spcAft>
                          <a:spcPts val="0"/>
                        </a:spcAft>
                      </a:pPr>
                      <a:r>
                        <a:rPr lang="en-US" sz="2400" i="1" dirty="0">
                          <a:effectLst/>
                        </a:rPr>
                        <a:t>Coke</a:t>
                      </a:r>
                      <a:r>
                        <a:rPr lang="en-US" sz="2400" dirty="0">
                          <a:effectLst/>
                        </a:rPr>
                        <a:t>, </a:t>
                      </a:r>
                      <a:r>
                        <a:rPr lang="en-US" sz="2400" i="1" dirty="0">
                          <a:effectLst/>
                        </a:rPr>
                        <a:t>Diaper</a:t>
                      </a:r>
                      <a:r>
                        <a:rPr lang="en-US" sz="2400" dirty="0">
                          <a:effectLst/>
                        </a:rPr>
                        <a:t>, </a:t>
                      </a:r>
                      <a:r>
                        <a:rPr lang="en-US" sz="2400" i="1" dirty="0">
                          <a:effectLst/>
                        </a:rPr>
                        <a:t>Milk</a:t>
                      </a:r>
                      <a:endParaRPr lang="id-ID" sz="1100" i="1" dirty="0">
                        <a:effectLst/>
                        <a:latin typeface="Times New Roman" panose="02020603050405020304" pitchFamily="18" charset="0"/>
                        <a:ea typeface="Times New Roman" panose="02020603050405020304" pitchFamily="18" charset="0"/>
                      </a:endParaRPr>
                    </a:p>
                  </a:txBody>
                  <a:tcPr marL="58669" marR="58669" marT="0" marB="0" anchor="ctr"/>
                </a:tc>
                <a:extLst>
                  <a:ext uri="{0D108BD9-81ED-4DB2-BD59-A6C34878D82A}">
                    <a16:rowId xmlns:a16="http://schemas.microsoft.com/office/drawing/2014/main" val="10005"/>
                  </a:ext>
                </a:extLst>
              </a:tr>
            </a:tbl>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1000"/>
                                        <p:tgtEl>
                                          <p:spTgt spid="5">
                                            <p:txEl>
                                              <p:pRg st="1" end="1"/>
                                            </p:txEl>
                                          </p:spTgt>
                                        </p:tgtEl>
                                      </p:cBhvr>
                                    </p:animEffect>
                                    <p:anim calcmode="lin" valueType="num">
                                      <p:cBhvr>
                                        <p:cTn id="16"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1000"/>
                                        <p:tgtEl>
                                          <p:spTgt spid="5">
                                            <p:txEl>
                                              <p:pRg st="2" end="2"/>
                                            </p:txEl>
                                          </p:spTgt>
                                        </p:tgtEl>
                                      </p:cBhvr>
                                    </p:animEffect>
                                    <p:anim calcmode="lin" valueType="num">
                                      <p:cBhvr>
                                        <p:cTn id="2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CEBEE455-15BF-FB2A-D15B-D8127C189D67}"/>
              </a:ext>
            </a:extLst>
          </p:cNvPr>
          <p:cNvSpPr>
            <a:spLocks noGrp="1"/>
          </p:cNvSpPr>
          <p:nvPr>
            <p:ph type="title"/>
          </p:nvPr>
        </p:nvSpPr>
        <p:spPr/>
        <p:txBody>
          <a:bodyPr/>
          <a:lstStyle/>
          <a:p>
            <a:r>
              <a:rPr lang="en-US" altLang="en-US">
                <a:latin typeface="Open Sans" pitchFamily="34" charset="0"/>
              </a:rPr>
              <a:t>Quiz</a:t>
            </a:r>
          </a:p>
        </p:txBody>
      </p:sp>
      <p:sp>
        <p:nvSpPr>
          <p:cNvPr id="26627" name="Content Placeholder 2">
            <a:extLst>
              <a:ext uri="{FF2B5EF4-FFF2-40B4-BE49-F238E27FC236}">
                <a16:creationId xmlns:a16="http://schemas.microsoft.com/office/drawing/2014/main" id="{F2AB34D9-A3C3-9169-9E1C-3057120D3C3B}"/>
              </a:ext>
            </a:extLst>
          </p:cNvPr>
          <p:cNvSpPr>
            <a:spLocks noGrp="1"/>
          </p:cNvSpPr>
          <p:nvPr>
            <p:ph idx="1"/>
          </p:nvPr>
        </p:nvSpPr>
        <p:spPr/>
        <p:txBody>
          <a:bodyPr/>
          <a:lstStyle/>
          <a:p>
            <a:pPr marL="0" indent="0">
              <a:lnSpc>
                <a:spcPct val="114000"/>
              </a:lnSpc>
              <a:buFont typeface="Arial" panose="020B0604020202020204" pitchFamily="34" charset="0"/>
              <a:buNone/>
              <a:defRPr/>
            </a:pPr>
            <a:r>
              <a:rPr lang="en-US" altLang="en-US" sz="2200" dirty="0"/>
              <a:t>Of the following examples, which would you address using </a:t>
            </a:r>
            <a:r>
              <a:rPr lang="en-US" altLang="en-US" sz="2200" u="sng" dirty="0"/>
              <a:t>unsupervised</a:t>
            </a:r>
            <a:r>
              <a:rPr lang="en-US" altLang="en-US" sz="2200" dirty="0"/>
              <a:t> learning algorithm? (Check all that apply)</a:t>
            </a:r>
          </a:p>
          <a:p>
            <a:pPr marL="514350" indent="-514350">
              <a:lnSpc>
                <a:spcPct val="114000"/>
              </a:lnSpc>
              <a:buFont typeface="+mj-lt"/>
              <a:buAutoNum type="alphaLcPeriod"/>
              <a:defRPr/>
            </a:pPr>
            <a:r>
              <a:rPr lang="en-US" altLang="en-US" sz="2000" dirty="0"/>
              <a:t>Given a set of news articles found on the web, group them into set of articles that talk about the same story.</a:t>
            </a:r>
          </a:p>
          <a:p>
            <a:pPr marL="514350" indent="-514350">
              <a:lnSpc>
                <a:spcPct val="114000"/>
              </a:lnSpc>
              <a:buFont typeface="+mj-lt"/>
              <a:buAutoNum type="alphaLcPeriod"/>
              <a:defRPr/>
            </a:pPr>
            <a:r>
              <a:rPr lang="en-US" altLang="en-US" sz="2000" dirty="0"/>
              <a:t>Given a dataset of weather information in Jakarta for the last 3 years as sunny, rainy, and cloudy, learn to predict the weather tomorrow.</a:t>
            </a:r>
          </a:p>
          <a:p>
            <a:pPr marL="514350" indent="-514350">
              <a:lnSpc>
                <a:spcPct val="114000"/>
              </a:lnSpc>
              <a:buFont typeface="+mj-lt"/>
              <a:buAutoNum type="alphaLcPeriod"/>
              <a:defRPr/>
            </a:pPr>
            <a:r>
              <a:rPr lang="en-US" altLang="en-US" sz="2000" dirty="0"/>
              <a:t>Given a dataset of customer data, discover market segments automatically and group customers into different segments.</a:t>
            </a:r>
          </a:p>
          <a:p>
            <a:pPr marL="514350" indent="-514350">
              <a:lnSpc>
                <a:spcPct val="114000"/>
              </a:lnSpc>
              <a:buFont typeface="+mj-lt"/>
              <a:buAutoNum type="alphaLcPeriod"/>
              <a:defRPr/>
            </a:pPr>
            <a:r>
              <a:rPr lang="en-US" altLang="en-US" sz="2000" dirty="0"/>
              <a:t>Given a dataset of patients diagnosed as either having cervical cancer or not, learn to classify new patients as having cervical cancer or not.</a:t>
            </a:r>
          </a:p>
        </p:txBody>
      </p:sp>
      <p:sp>
        <p:nvSpPr>
          <p:cNvPr id="46084" name="Slide Number Placeholder 3">
            <a:extLst>
              <a:ext uri="{FF2B5EF4-FFF2-40B4-BE49-F238E27FC236}">
                <a16:creationId xmlns:a16="http://schemas.microsoft.com/office/drawing/2014/main" id="{C974F74E-08F8-AEDB-F4AF-F6FFCD05CB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2939AA9-7CD4-4A14-B4D8-51577CD981A7}"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Tree>
  </p:cSld>
  <p:clrMapOvr>
    <a:masterClrMapping/>
  </p:clrMapOvr>
  <p:transition spd="slow">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89F10-4779-C39E-E9CA-9E1F0AF3BA56}"/>
              </a:ext>
            </a:extLst>
          </p:cNvPr>
          <p:cNvSpPr>
            <a:spLocks noGrp="1"/>
          </p:cNvSpPr>
          <p:nvPr>
            <p:ph type="title"/>
          </p:nvPr>
        </p:nvSpPr>
        <p:spPr/>
        <p:txBody>
          <a:bodyPr>
            <a:normAutofit fontScale="90000"/>
          </a:bodyPr>
          <a:lstStyle/>
          <a:p>
            <a:pPr>
              <a:defRPr/>
            </a:pPr>
            <a:r>
              <a:rPr lang="en-US" dirty="0"/>
              <a:t>Supervised vs Unsupervised Learning</a:t>
            </a:r>
          </a:p>
        </p:txBody>
      </p:sp>
      <p:sp>
        <p:nvSpPr>
          <p:cNvPr id="48131" name="Slide Number Placeholder 3">
            <a:extLst>
              <a:ext uri="{FF2B5EF4-FFF2-40B4-BE49-F238E27FC236}">
                <a16:creationId xmlns:a16="http://schemas.microsoft.com/office/drawing/2014/main" id="{87584A81-B188-561A-4E2D-E1304F4075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855F8B3-7E8C-4CEE-AA6D-D5D4B811D3DC}"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
        <p:nvSpPr>
          <p:cNvPr id="5" name="Text Placeholder 5">
            <a:extLst>
              <a:ext uri="{FF2B5EF4-FFF2-40B4-BE49-F238E27FC236}">
                <a16:creationId xmlns:a16="http://schemas.microsoft.com/office/drawing/2014/main" id="{A655F3D0-CDBE-66B9-4CED-F330B42D2872}"/>
              </a:ext>
            </a:extLst>
          </p:cNvPr>
          <p:cNvSpPr txBox="1">
            <a:spLocks noChangeArrowheads="1"/>
          </p:cNvSpPr>
          <p:nvPr/>
        </p:nvSpPr>
        <p:spPr bwMode="auto">
          <a:xfrm>
            <a:off x="684213" y="1885950"/>
            <a:ext cx="404018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800" b="1" u="sng">
                <a:solidFill>
                  <a:srgbClr val="0070C0"/>
                </a:solidFill>
                <a:latin typeface="Arial" panose="020B0604020202020204" pitchFamily="34" charset="0"/>
                <a:cs typeface="Arial" panose="020B0604020202020204" pitchFamily="34" charset="0"/>
              </a:rPr>
              <a:t>Supervised learning </a:t>
            </a:r>
            <a:endParaRPr lang="en-GB" altLang="en-US" sz="2800" b="1" u="sng">
              <a:solidFill>
                <a:srgbClr val="0070C0"/>
              </a:solidFill>
              <a:latin typeface="Arial" panose="020B0604020202020204" pitchFamily="34" charset="0"/>
              <a:cs typeface="Arial" panose="020B0604020202020204" pitchFamily="34" charset="0"/>
            </a:endParaRPr>
          </a:p>
        </p:txBody>
      </p:sp>
      <p:sp>
        <p:nvSpPr>
          <p:cNvPr id="6" name="Content Placeholder 6">
            <a:extLst>
              <a:ext uri="{FF2B5EF4-FFF2-40B4-BE49-F238E27FC236}">
                <a16:creationId xmlns:a16="http://schemas.microsoft.com/office/drawing/2014/main" id="{01CE4640-625E-03D0-C93B-BC3E9E36AFCD}"/>
              </a:ext>
            </a:extLst>
          </p:cNvPr>
          <p:cNvSpPr txBox="1">
            <a:spLocks noChangeArrowheads="1"/>
          </p:cNvSpPr>
          <p:nvPr/>
        </p:nvSpPr>
        <p:spPr bwMode="auto">
          <a:xfrm>
            <a:off x="609600" y="2525713"/>
            <a:ext cx="4038600"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GB" altLang="en-US" sz="2800">
                <a:latin typeface="Arial" panose="020B0604020202020204" pitchFamily="34" charset="0"/>
                <a:cs typeface="Arial" panose="020B0604020202020204" pitchFamily="34" charset="0"/>
              </a:rPr>
              <a:t>predictive</a:t>
            </a:r>
          </a:p>
          <a:p>
            <a:r>
              <a:rPr lang="en-GB" altLang="en-US" sz="2800">
                <a:latin typeface="Arial" panose="020B0604020202020204" pitchFamily="34" charset="0"/>
                <a:cs typeface="Arial" panose="020B0604020202020204" pitchFamily="34" charset="0"/>
              </a:rPr>
              <a:t>Has a specific labels to classify data item</a:t>
            </a:r>
          </a:p>
          <a:p>
            <a:r>
              <a:rPr lang="en-GB" altLang="en-US" sz="2800">
                <a:latin typeface="Arial" panose="020B0604020202020204" pitchFamily="34" charset="0"/>
                <a:cs typeface="Arial" panose="020B0604020202020204" pitchFamily="34" charset="0"/>
              </a:rPr>
              <a:t>Used for </a:t>
            </a:r>
            <a:r>
              <a:rPr lang="en-GB" altLang="en-US" sz="2800" i="1">
                <a:latin typeface="Arial" panose="020B0604020202020204" pitchFamily="34" charset="0"/>
                <a:cs typeface="Arial" panose="020B0604020202020204" pitchFamily="34" charset="0"/>
              </a:rPr>
              <a:t>regression analysis, classification</a:t>
            </a:r>
          </a:p>
        </p:txBody>
      </p:sp>
      <p:sp>
        <p:nvSpPr>
          <p:cNvPr id="7" name="Text Placeholder 7">
            <a:extLst>
              <a:ext uri="{FF2B5EF4-FFF2-40B4-BE49-F238E27FC236}">
                <a16:creationId xmlns:a16="http://schemas.microsoft.com/office/drawing/2014/main" id="{F5F01552-A925-D6F0-B2C1-CD1298DFD1FB}"/>
              </a:ext>
            </a:extLst>
          </p:cNvPr>
          <p:cNvSpPr txBox="1">
            <a:spLocks noChangeArrowheads="1"/>
          </p:cNvSpPr>
          <p:nvPr/>
        </p:nvSpPr>
        <p:spPr bwMode="auto">
          <a:xfrm>
            <a:off x="4648200" y="1854200"/>
            <a:ext cx="44196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800" b="1" u="sng">
                <a:solidFill>
                  <a:srgbClr val="0070C0"/>
                </a:solidFill>
                <a:latin typeface="Arial" panose="020B0604020202020204" pitchFamily="34" charset="0"/>
                <a:cs typeface="Arial" panose="020B0604020202020204" pitchFamily="34" charset="0"/>
              </a:rPr>
              <a:t>Unsupervised learning </a:t>
            </a:r>
            <a:endParaRPr lang="en-GB" altLang="en-US" sz="2800" b="1" u="sng">
              <a:solidFill>
                <a:srgbClr val="0070C0"/>
              </a:solidFill>
              <a:latin typeface="Arial" panose="020B0604020202020204" pitchFamily="34" charset="0"/>
              <a:cs typeface="Arial" panose="020B0604020202020204" pitchFamily="34" charset="0"/>
            </a:endParaRPr>
          </a:p>
        </p:txBody>
      </p:sp>
      <p:sp>
        <p:nvSpPr>
          <p:cNvPr id="8" name="Content Placeholder 8">
            <a:extLst>
              <a:ext uri="{FF2B5EF4-FFF2-40B4-BE49-F238E27FC236}">
                <a16:creationId xmlns:a16="http://schemas.microsoft.com/office/drawing/2014/main" id="{41CADBA1-5512-E7DC-FD94-425AD6354ED6}"/>
              </a:ext>
            </a:extLst>
          </p:cNvPr>
          <p:cNvSpPr txBox="1">
            <a:spLocks noChangeArrowheads="1"/>
          </p:cNvSpPr>
          <p:nvPr/>
        </p:nvSpPr>
        <p:spPr bwMode="auto">
          <a:xfrm>
            <a:off x="4648200" y="2525713"/>
            <a:ext cx="4419600" cy="395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GB" altLang="en-US" sz="2800">
                <a:latin typeface="Arial" panose="020B0604020202020204" pitchFamily="34" charset="0"/>
                <a:cs typeface="Arial" panose="020B0604020202020204" pitchFamily="34" charset="0"/>
              </a:rPr>
              <a:t>descriptive</a:t>
            </a:r>
          </a:p>
          <a:p>
            <a:r>
              <a:rPr lang="en-GB" altLang="en-US" sz="2800">
                <a:latin typeface="Arial" panose="020B0604020202020204" pitchFamily="34" charset="0"/>
                <a:cs typeface="Arial" panose="020B0604020202020204" pitchFamily="34" charset="0"/>
              </a:rPr>
              <a:t>No label required</a:t>
            </a:r>
          </a:p>
          <a:p>
            <a:r>
              <a:rPr lang="en-GB" altLang="en-US" sz="2800">
                <a:latin typeface="Arial" panose="020B0604020202020204" pitchFamily="34" charset="0"/>
                <a:cs typeface="Arial" panose="020B0604020202020204" pitchFamily="34" charset="0"/>
              </a:rPr>
              <a:t>Maps a data item into several categories (clusters)</a:t>
            </a:r>
          </a:p>
          <a:p>
            <a:r>
              <a:rPr lang="en-GB" altLang="en-US" sz="2800">
                <a:latin typeface="Arial" panose="020B0604020202020204" pitchFamily="34" charset="0"/>
                <a:cs typeface="Arial" panose="020B0604020202020204" pitchFamily="34" charset="0"/>
              </a:rPr>
              <a:t>Used for </a:t>
            </a:r>
            <a:r>
              <a:rPr lang="en-GB" altLang="en-US" sz="2800" i="1">
                <a:latin typeface="Arial" panose="020B0604020202020204" pitchFamily="34" charset="0"/>
                <a:cs typeface="Arial" panose="020B0604020202020204" pitchFamily="34" charset="0"/>
              </a:rPr>
              <a:t>association analysis, clustering, feature extraction</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2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2000"/>
                            </p:stCondLst>
                            <p:childTnLst>
                              <p:par>
                                <p:cTn id="10" presetID="2" presetClass="entr" presetSubtype="4" fill="hold"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2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2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4000"/>
                            </p:stCondLst>
                            <p:childTnLst>
                              <p:par>
                                <p:cTn id="15" presetID="2" presetClass="entr" presetSubtype="4" fill="hold" nodeType="after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additive="base">
                                        <p:cTn id="17" dur="2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8" dur="2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6000"/>
                            </p:stCondLst>
                            <p:childTnLst>
                              <p:par>
                                <p:cTn id="20" presetID="2" presetClass="entr" presetSubtype="4" fill="hold" nodeType="after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 calcmode="lin" valueType="num">
                                      <p:cBhvr additive="base">
                                        <p:cTn id="22" dur="2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3" dur="20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8000"/>
                            </p:stCondLst>
                            <p:childTnLst>
                              <p:par>
                                <p:cTn id="25" presetID="2" presetClass="entr" presetSubtype="4"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 calcmode="lin" valueType="num">
                                      <p:cBhvr additive="base">
                                        <p:cTn id="27" dur="2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8" dur="20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10000"/>
                            </p:stCondLst>
                            <p:childTnLst>
                              <p:par>
                                <p:cTn id="30" presetID="2" presetClass="entr" presetSubtype="4" fill="hold" nodeType="after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 calcmode="lin" valueType="num">
                                      <p:cBhvr additive="base">
                                        <p:cTn id="32" dur="20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3" dur="20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par>
                          <p:cTn id="34" fill="hold" nodeType="afterGroup">
                            <p:stCondLst>
                              <p:cond delay="12000"/>
                            </p:stCondLst>
                            <p:childTnLst>
                              <p:par>
                                <p:cTn id="35" presetID="2" presetClass="entr" presetSubtype="4" fill="hold" nodeType="after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anim calcmode="lin" valueType="num">
                                      <p:cBhvr additive="base">
                                        <p:cTn id="37" dur="20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38" dur="20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14000"/>
                            </p:stCondLst>
                            <p:childTnLst>
                              <p:par>
                                <p:cTn id="40" presetID="2" presetClass="entr" presetSubtype="4" fill="hold" nodeType="afterEffect">
                                  <p:stCondLst>
                                    <p:cond delay="0"/>
                                  </p:stCondLst>
                                  <p:childTnLst>
                                    <p:set>
                                      <p:cBhvr>
                                        <p:cTn id="41" dur="1" fill="hold">
                                          <p:stCondLst>
                                            <p:cond delay="0"/>
                                          </p:stCondLst>
                                        </p:cTn>
                                        <p:tgtEl>
                                          <p:spTgt spid="8">
                                            <p:txEl>
                                              <p:pRg st="2" end="2"/>
                                            </p:txEl>
                                          </p:spTgt>
                                        </p:tgtEl>
                                        <p:attrNameLst>
                                          <p:attrName>style.visibility</p:attrName>
                                        </p:attrNameLst>
                                      </p:cBhvr>
                                      <p:to>
                                        <p:strVal val="visible"/>
                                      </p:to>
                                    </p:set>
                                    <p:anim calcmode="lin" valueType="num">
                                      <p:cBhvr additive="base">
                                        <p:cTn id="42" dur="20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43" dur="20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16000"/>
                            </p:stCondLst>
                            <p:childTnLst>
                              <p:par>
                                <p:cTn id="45" presetID="2" presetClass="entr" presetSubtype="4" fill="hold" nodeType="afterEffect">
                                  <p:stCondLst>
                                    <p:cond delay="0"/>
                                  </p:stCondLst>
                                  <p:childTnLst>
                                    <p:set>
                                      <p:cBhvr>
                                        <p:cTn id="46" dur="1" fill="hold">
                                          <p:stCondLst>
                                            <p:cond delay="0"/>
                                          </p:stCondLst>
                                        </p:cTn>
                                        <p:tgtEl>
                                          <p:spTgt spid="8">
                                            <p:txEl>
                                              <p:pRg st="3" end="3"/>
                                            </p:txEl>
                                          </p:spTgt>
                                        </p:tgtEl>
                                        <p:attrNameLst>
                                          <p:attrName>style.visibility</p:attrName>
                                        </p:attrNameLst>
                                      </p:cBhvr>
                                      <p:to>
                                        <p:strVal val="visible"/>
                                      </p:to>
                                    </p:set>
                                    <p:anim calcmode="lin" valueType="num">
                                      <p:cBhvr additive="base">
                                        <p:cTn id="47" dur="20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48" dur="20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66F0-B70B-DCAF-D59A-99011486C4BF}"/>
              </a:ext>
            </a:extLst>
          </p:cNvPr>
          <p:cNvSpPr>
            <a:spLocks noGrp="1"/>
          </p:cNvSpPr>
          <p:nvPr>
            <p:ph type="title"/>
          </p:nvPr>
        </p:nvSpPr>
        <p:spPr/>
        <p:txBody>
          <a:bodyPr>
            <a:normAutofit/>
          </a:bodyPr>
          <a:lstStyle/>
          <a:p>
            <a:pPr>
              <a:defRPr/>
            </a:pPr>
            <a:br>
              <a:rPr lang="en-US" dirty="0"/>
            </a:br>
            <a:endParaRPr lang="en-US" dirty="0"/>
          </a:p>
        </p:txBody>
      </p:sp>
      <p:sp>
        <p:nvSpPr>
          <p:cNvPr id="4" name="Text Placeholder 3">
            <a:extLst>
              <a:ext uri="{FF2B5EF4-FFF2-40B4-BE49-F238E27FC236}">
                <a16:creationId xmlns:a16="http://schemas.microsoft.com/office/drawing/2014/main" id="{52BFED29-DCF5-211A-4EA8-FC21D278E622}"/>
              </a:ext>
            </a:extLst>
          </p:cNvPr>
          <p:cNvSpPr>
            <a:spLocks noGrp="1"/>
          </p:cNvSpPr>
          <p:nvPr>
            <p:ph type="body" idx="1"/>
          </p:nvPr>
        </p:nvSpPr>
        <p:spPr>
          <a:xfrm>
            <a:off x="776288" y="1863725"/>
            <a:ext cx="8077200" cy="1500188"/>
          </a:xfrm>
        </p:spPr>
        <p:txBody>
          <a:bodyPr/>
          <a:lstStyle/>
          <a:p>
            <a:pPr algn="ctr">
              <a:defRPr/>
            </a:pPr>
            <a:r>
              <a:rPr lang="en-US" sz="4400" dirty="0"/>
              <a:t>Real-Life Applications of Machine Learning</a:t>
            </a:r>
          </a:p>
        </p:txBody>
      </p:sp>
      <p:sp>
        <p:nvSpPr>
          <p:cNvPr id="49156" name="Slide Number Placeholder 4">
            <a:extLst>
              <a:ext uri="{FF2B5EF4-FFF2-40B4-BE49-F238E27FC236}">
                <a16:creationId xmlns:a16="http://schemas.microsoft.com/office/drawing/2014/main" id="{1A06ABA1-3A6D-385C-F9DB-FB9B9902B6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EF9E378-990A-4910-92DD-3A65F3DCA63D}"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Tree>
  </p:cSld>
  <p:clrMapOvr>
    <a:masterClrMapping/>
  </p:clrMapOvr>
  <p:transition spd="slow">
    <p:split orient="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a:extLst>
              <a:ext uri="{FF2B5EF4-FFF2-40B4-BE49-F238E27FC236}">
                <a16:creationId xmlns:a16="http://schemas.microsoft.com/office/drawing/2014/main" id="{C6674A68-6AD0-FDCC-7F3C-2F198F6981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9475567-C9F1-4004-9491-C5455FDF2F39}" type="slidenum">
              <a:rPr lang="en-US" altLang="en-US" smtClean="0">
                <a:solidFill>
                  <a:srgbClr val="898989"/>
                </a:solidFill>
                <a:latin typeface="Calibri" panose="020F0502020204030204" pitchFamily="34" charset="0"/>
              </a:rPr>
              <a:pPr/>
              <a:t>39</a:t>
            </a:fld>
            <a:endParaRPr lang="en-US" altLang="en-US">
              <a:solidFill>
                <a:srgbClr val="898989"/>
              </a:solidFill>
              <a:latin typeface="Calibri" panose="020F0502020204030204" pitchFamily="34" charset="0"/>
            </a:endParaRPr>
          </a:p>
        </p:txBody>
      </p:sp>
      <p:pic>
        <p:nvPicPr>
          <p:cNvPr id="50179" name="Picture 4" descr="Weather forecast Royalty Free Vector Image - VectorStock">
            <a:extLst>
              <a:ext uri="{FF2B5EF4-FFF2-40B4-BE49-F238E27FC236}">
                <a16:creationId xmlns:a16="http://schemas.microsoft.com/office/drawing/2014/main" id="{C14578D8-3AB7-D49A-3C34-880F6CC17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44" b="26324"/>
          <a:stretch>
            <a:fillRect/>
          </a:stretch>
        </p:blipFill>
        <p:spPr bwMode="auto">
          <a:xfrm>
            <a:off x="-23813" y="-152400"/>
            <a:ext cx="9297988" cy="716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B069C911-E4AE-CE7A-0071-7B76ACF1E9E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BF980B0-4030-4A0B-BB78-0C37EB72C5B6}" type="slidenum">
              <a:rPr lang="en-US" altLang="en-US" smtClean="0">
                <a:solidFill>
                  <a:srgbClr val="898989"/>
                </a:solidFill>
                <a:latin typeface="Calibri" panose="020F0502020204030204" pitchFamily="34" charset="0"/>
              </a:rPr>
              <a:pPr/>
              <a:t>40</a:t>
            </a:fld>
            <a:endParaRPr lang="en-US" altLang="en-US">
              <a:solidFill>
                <a:srgbClr val="898989"/>
              </a:solidFill>
              <a:latin typeface="Calibri" panose="020F0502020204030204" pitchFamily="34" charset="0"/>
            </a:endParaRPr>
          </a:p>
        </p:txBody>
      </p:sp>
      <p:pic>
        <p:nvPicPr>
          <p:cNvPr id="52227" name="Picture 2">
            <a:extLst>
              <a:ext uri="{FF2B5EF4-FFF2-40B4-BE49-F238E27FC236}">
                <a16:creationId xmlns:a16="http://schemas.microsoft.com/office/drawing/2014/main" id="{CEF29D80-AE53-05B4-FD3D-869D87B8A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69" r="14845"/>
          <a:stretch>
            <a:fillRect/>
          </a:stretch>
        </p:blipFill>
        <p:spPr bwMode="auto">
          <a:xfrm>
            <a:off x="0" y="0"/>
            <a:ext cx="92313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itle 4">
            <a:extLst>
              <a:ext uri="{FF2B5EF4-FFF2-40B4-BE49-F238E27FC236}">
                <a16:creationId xmlns:a16="http://schemas.microsoft.com/office/drawing/2014/main" id="{17879480-732E-D216-DC9D-17E23DECE5C7}"/>
              </a:ext>
            </a:extLst>
          </p:cNvPr>
          <p:cNvSpPr>
            <a:spLocks noGrp="1"/>
          </p:cNvSpPr>
          <p:nvPr>
            <p:ph type="title"/>
          </p:nvPr>
        </p:nvSpPr>
        <p:spPr>
          <a:xfrm>
            <a:off x="3733800" y="6107113"/>
            <a:ext cx="5486400" cy="762000"/>
          </a:xfrm>
          <a:solidFill>
            <a:srgbClr val="002060"/>
          </a:solidFill>
        </p:spPr>
        <p:txBody>
          <a:bodyPr/>
          <a:lstStyle/>
          <a:p>
            <a:pPr algn="r"/>
            <a:r>
              <a:rPr lang="en-US" altLang="en-US">
                <a:solidFill>
                  <a:schemeClr val="bg1"/>
                </a:solidFill>
                <a:latin typeface="Bembo" pitchFamily="18" charset="0"/>
              </a:rPr>
              <a:t>Credit Card Fraud Detection</a:t>
            </a:r>
          </a:p>
        </p:txBody>
      </p:sp>
    </p:spTree>
  </p:cSld>
  <p:clrMapOvr>
    <a:masterClrMapping/>
  </p:clrMapOvr>
  <p:transition spd="slow">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7055495A-F1DF-E725-B71C-3F83EA53051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988486-5032-4822-876E-A7790FC385BF}" type="slidenum">
              <a:rPr lang="en-US" altLang="en-US" smtClean="0">
                <a:solidFill>
                  <a:srgbClr val="898989"/>
                </a:solidFill>
                <a:latin typeface="Calibri" panose="020F0502020204030204" pitchFamily="34" charset="0"/>
              </a:rPr>
              <a:pPr/>
              <a:t>41</a:t>
            </a:fld>
            <a:endParaRPr lang="en-US" altLang="en-US">
              <a:solidFill>
                <a:srgbClr val="898989"/>
              </a:solidFill>
              <a:latin typeface="Calibri" panose="020F0502020204030204" pitchFamily="34" charset="0"/>
            </a:endParaRPr>
          </a:p>
        </p:txBody>
      </p:sp>
      <p:pic>
        <p:nvPicPr>
          <p:cNvPr id="54275" name="Picture 2">
            <a:extLst>
              <a:ext uri="{FF2B5EF4-FFF2-40B4-BE49-F238E27FC236}">
                <a16:creationId xmlns:a16="http://schemas.microsoft.com/office/drawing/2014/main" id="{8DD706F3-2657-4F13-A455-E55E89398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179" r="14481"/>
          <a:stretch>
            <a:fillRect/>
          </a:stretch>
        </p:blipFill>
        <p:spPr bwMode="auto">
          <a:xfrm>
            <a:off x="0" y="0"/>
            <a:ext cx="9144000" cy="689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itle 4">
            <a:extLst>
              <a:ext uri="{FF2B5EF4-FFF2-40B4-BE49-F238E27FC236}">
                <a16:creationId xmlns:a16="http://schemas.microsoft.com/office/drawing/2014/main" id="{92A1C6A3-9814-9ADF-ABD9-CB14BB7150CC}"/>
              </a:ext>
            </a:extLst>
          </p:cNvPr>
          <p:cNvSpPr>
            <a:spLocks noGrp="1"/>
          </p:cNvSpPr>
          <p:nvPr>
            <p:ph type="title"/>
          </p:nvPr>
        </p:nvSpPr>
        <p:spPr>
          <a:xfrm>
            <a:off x="3451225" y="6053138"/>
            <a:ext cx="5686425" cy="838200"/>
          </a:xfrm>
          <a:solidFill>
            <a:srgbClr val="002060"/>
          </a:solidFill>
        </p:spPr>
        <p:txBody>
          <a:bodyPr/>
          <a:lstStyle/>
          <a:p>
            <a:pPr algn="r"/>
            <a:r>
              <a:rPr lang="en-US" altLang="en-US">
                <a:solidFill>
                  <a:schemeClr val="bg1"/>
                </a:solidFill>
                <a:latin typeface="Bembo" pitchFamily="18" charset="0"/>
                <a:ea typeface="Tahoma" panose="020B0604030504040204" pitchFamily="34" charset="0"/>
                <a:cs typeface="Aparajita" pitchFamily="18" charset="0"/>
              </a:rPr>
              <a:t>photo tagging on social media</a:t>
            </a:r>
          </a:p>
        </p:txBody>
      </p:sp>
    </p:spTree>
  </p:cSld>
  <p:clrMapOvr>
    <a:masterClrMapping/>
  </p:clrMapOvr>
  <p:transition spd="slow">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8BF7D984-6B53-8DB5-E1DF-B8D661CCF71C}"/>
              </a:ext>
            </a:extLst>
          </p:cNvPr>
          <p:cNvSpPr>
            <a:spLocks noGrp="1"/>
          </p:cNvSpPr>
          <p:nvPr>
            <p:ph type="title"/>
          </p:nvPr>
        </p:nvSpPr>
        <p:spPr>
          <a:xfrm>
            <a:off x="685800" y="1905000"/>
            <a:ext cx="2171700" cy="1981200"/>
          </a:xfrm>
        </p:spPr>
        <p:txBody>
          <a:bodyPr/>
          <a:lstStyle/>
          <a:p>
            <a:r>
              <a:rPr lang="en-US" altLang="en-US" sz="2400">
                <a:latin typeface="Open Sans" pitchFamily="34" charset="0"/>
              </a:rPr>
              <a:t>Predicting diseases based on x-ray images</a:t>
            </a:r>
          </a:p>
        </p:txBody>
      </p:sp>
      <p:sp>
        <p:nvSpPr>
          <p:cNvPr id="56323" name="Slide Number Placeholder 3">
            <a:extLst>
              <a:ext uri="{FF2B5EF4-FFF2-40B4-BE49-F238E27FC236}">
                <a16:creationId xmlns:a16="http://schemas.microsoft.com/office/drawing/2014/main" id="{592C1494-7F84-C03D-AED0-4C398EEE83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01479E-188E-47F7-9EBC-090263E795EB}" type="slidenum">
              <a:rPr lang="en-US" altLang="en-US" smtClean="0">
                <a:solidFill>
                  <a:srgbClr val="898989"/>
                </a:solidFill>
                <a:latin typeface="Calibri" panose="020F0502020204030204" pitchFamily="34" charset="0"/>
              </a:rPr>
              <a:pPr/>
              <a:t>42</a:t>
            </a:fld>
            <a:endParaRPr lang="en-US" altLang="en-US">
              <a:solidFill>
                <a:srgbClr val="898989"/>
              </a:solidFill>
              <a:latin typeface="Calibri" panose="020F0502020204030204" pitchFamily="34" charset="0"/>
            </a:endParaRPr>
          </a:p>
        </p:txBody>
      </p:sp>
      <p:pic>
        <p:nvPicPr>
          <p:cNvPr id="56324" name="Picture 2">
            <a:extLst>
              <a:ext uri="{FF2B5EF4-FFF2-40B4-BE49-F238E27FC236}">
                <a16:creationId xmlns:a16="http://schemas.microsoft.com/office/drawing/2014/main" id="{857E46E2-32FE-FD03-2BF4-E07CFFD57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96863"/>
            <a:ext cx="5905500" cy="592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a:extLst>
              <a:ext uri="{FF2B5EF4-FFF2-40B4-BE49-F238E27FC236}">
                <a16:creationId xmlns:a16="http://schemas.microsoft.com/office/drawing/2014/main" id="{ADBC25D5-1252-45E9-32F4-BFCED554AA6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2351AB-078F-4CF5-9EA8-F0A422CC76B7}" type="slidenum">
              <a:rPr lang="en-US" altLang="en-US" smtClean="0">
                <a:solidFill>
                  <a:srgbClr val="898989"/>
                </a:solidFill>
                <a:latin typeface="Calibri" panose="020F0502020204030204" pitchFamily="34" charset="0"/>
              </a:rPr>
              <a:pPr/>
              <a:t>43</a:t>
            </a:fld>
            <a:endParaRPr lang="en-US" altLang="en-US">
              <a:solidFill>
                <a:srgbClr val="898989"/>
              </a:solidFill>
              <a:latin typeface="Calibri" panose="020F0502020204030204" pitchFamily="34" charset="0"/>
            </a:endParaRPr>
          </a:p>
        </p:txBody>
      </p:sp>
      <p:pic>
        <p:nvPicPr>
          <p:cNvPr id="57347" name="Picture 2">
            <a:extLst>
              <a:ext uri="{FF2B5EF4-FFF2-40B4-BE49-F238E27FC236}">
                <a16:creationId xmlns:a16="http://schemas.microsoft.com/office/drawing/2014/main" id="{BD71F62C-922B-8868-DBD6-DD598E6B23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594" r="6300"/>
          <a:stretch>
            <a:fillRect/>
          </a:stretch>
        </p:blipFill>
        <p:spPr bwMode="auto">
          <a:xfrm>
            <a:off x="-152400" y="0"/>
            <a:ext cx="93726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itle 1">
            <a:extLst>
              <a:ext uri="{FF2B5EF4-FFF2-40B4-BE49-F238E27FC236}">
                <a16:creationId xmlns:a16="http://schemas.microsoft.com/office/drawing/2014/main" id="{74EB72AB-CFDD-5C54-E8FF-F3764447EA7E}"/>
              </a:ext>
            </a:extLst>
          </p:cNvPr>
          <p:cNvSpPr>
            <a:spLocks noGrp="1"/>
          </p:cNvSpPr>
          <p:nvPr>
            <p:ph type="title"/>
          </p:nvPr>
        </p:nvSpPr>
        <p:spPr>
          <a:xfrm>
            <a:off x="6129338" y="-11113"/>
            <a:ext cx="3048000" cy="838201"/>
          </a:xfrm>
          <a:solidFill>
            <a:srgbClr val="002060"/>
          </a:solidFill>
        </p:spPr>
        <p:txBody>
          <a:bodyPr/>
          <a:lstStyle/>
          <a:p>
            <a:pPr algn="r"/>
            <a:r>
              <a:rPr lang="en-US" altLang="en-US">
                <a:solidFill>
                  <a:schemeClr val="bg1"/>
                </a:solidFill>
                <a:latin typeface="Bembo" pitchFamily="18" charset="0"/>
              </a:rPr>
              <a:t>Amazon Alexa</a:t>
            </a:r>
          </a:p>
        </p:txBody>
      </p:sp>
    </p:spTree>
  </p:cSld>
  <p:clrMapOvr>
    <a:masterClrMapping/>
  </p:clrMapOvr>
  <p:transition spd="slow">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A67D-0A11-5A14-E30F-D568F33CFF09}"/>
              </a:ext>
            </a:extLst>
          </p:cNvPr>
          <p:cNvSpPr>
            <a:spLocks noGrp="1"/>
          </p:cNvSpPr>
          <p:nvPr>
            <p:ph type="title"/>
          </p:nvPr>
        </p:nvSpPr>
        <p:spPr/>
        <p:txBody>
          <a:bodyPr>
            <a:normAutofit/>
          </a:bodyPr>
          <a:lstStyle/>
          <a:p>
            <a:pPr>
              <a:defRPr/>
            </a:pPr>
            <a:br>
              <a:rPr lang="en-US" dirty="0"/>
            </a:br>
            <a:endParaRPr lang="en-US" dirty="0"/>
          </a:p>
        </p:txBody>
      </p:sp>
      <p:sp>
        <p:nvSpPr>
          <p:cNvPr id="4" name="Text Placeholder 3">
            <a:extLst>
              <a:ext uri="{FF2B5EF4-FFF2-40B4-BE49-F238E27FC236}">
                <a16:creationId xmlns:a16="http://schemas.microsoft.com/office/drawing/2014/main" id="{B47B4661-997D-C235-2634-C412D2570D9E}"/>
              </a:ext>
            </a:extLst>
          </p:cNvPr>
          <p:cNvSpPr>
            <a:spLocks noGrp="1"/>
          </p:cNvSpPr>
          <p:nvPr>
            <p:ph type="body" idx="1"/>
          </p:nvPr>
        </p:nvSpPr>
        <p:spPr>
          <a:xfrm>
            <a:off x="914400" y="1995488"/>
            <a:ext cx="8077200" cy="1500187"/>
          </a:xfrm>
        </p:spPr>
        <p:txBody>
          <a:bodyPr/>
          <a:lstStyle/>
          <a:p>
            <a:pPr algn="ctr">
              <a:defRPr/>
            </a:pPr>
            <a:r>
              <a:rPr lang="en-US" sz="4800" dirty="0"/>
              <a:t>Machine Learning Technologies</a:t>
            </a:r>
          </a:p>
        </p:txBody>
      </p:sp>
      <p:sp>
        <p:nvSpPr>
          <p:cNvPr id="59396" name="Slide Number Placeholder 4">
            <a:extLst>
              <a:ext uri="{FF2B5EF4-FFF2-40B4-BE49-F238E27FC236}">
                <a16:creationId xmlns:a16="http://schemas.microsoft.com/office/drawing/2014/main" id="{96F89268-FEB3-2F4F-5DC7-E091FE2FE06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FB1F773-3053-429D-8133-6D0E1161ED79}" type="slidenum">
              <a:rPr lang="en-US" altLang="en-US" sz="1200" smtClean="0">
                <a:solidFill>
                  <a:srgbClr val="898989"/>
                </a:solidFill>
              </a:rPr>
              <a:pPr>
                <a:spcBef>
                  <a:spcPct val="0"/>
                </a:spcBef>
                <a:buFontTx/>
                <a:buNone/>
              </a:pPr>
              <a:t>44</a:t>
            </a:fld>
            <a:endParaRPr lang="en-US" altLang="en-US" sz="1200">
              <a:solidFill>
                <a:srgbClr val="898989"/>
              </a:solidFill>
            </a:endParaRPr>
          </a:p>
        </p:txBody>
      </p:sp>
    </p:spTree>
  </p:cSld>
  <p:clrMapOvr>
    <a:masterClrMapping/>
  </p:clrMapOvr>
  <p:transition spd="slow">
    <p:split orient="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4">
            <a:extLst>
              <a:ext uri="{FF2B5EF4-FFF2-40B4-BE49-F238E27FC236}">
                <a16:creationId xmlns:a16="http://schemas.microsoft.com/office/drawing/2014/main" id="{F1F0072F-D03F-A15D-D20A-D165E1A31867}"/>
              </a:ext>
            </a:extLst>
          </p:cNvPr>
          <p:cNvSpPr>
            <a:spLocks noGrp="1"/>
          </p:cNvSpPr>
          <p:nvPr>
            <p:ph type="title"/>
          </p:nvPr>
        </p:nvSpPr>
        <p:spPr>
          <a:xfrm>
            <a:off x="2133600" y="134938"/>
            <a:ext cx="6324600" cy="1143000"/>
          </a:xfrm>
        </p:spPr>
        <p:txBody>
          <a:bodyPr/>
          <a:lstStyle/>
          <a:p>
            <a:r>
              <a:rPr lang="en-US" altLang="en-US">
                <a:latin typeface="Open Sans" pitchFamily="34" charset="0"/>
              </a:rPr>
              <a:t>Apache MXNet</a:t>
            </a:r>
          </a:p>
        </p:txBody>
      </p:sp>
      <p:sp>
        <p:nvSpPr>
          <p:cNvPr id="60419" name="Slide Number Placeholder 3">
            <a:extLst>
              <a:ext uri="{FF2B5EF4-FFF2-40B4-BE49-F238E27FC236}">
                <a16:creationId xmlns:a16="http://schemas.microsoft.com/office/drawing/2014/main" id="{BBF2D495-E60C-C944-12FE-C5A8426487A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9AD57D-ED8A-48FF-93EE-36595C2A89F9}" type="slidenum">
              <a:rPr lang="en-US" altLang="en-US" smtClean="0">
                <a:solidFill>
                  <a:srgbClr val="898989"/>
                </a:solidFill>
                <a:latin typeface="Calibri" panose="020F0502020204030204" pitchFamily="34" charset="0"/>
              </a:rPr>
              <a:pPr/>
              <a:t>45</a:t>
            </a:fld>
            <a:endParaRPr lang="en-US" altLang="en-US">
              <a:solidFill>
                <a:srgbClr val="898989"/>
              </a:solidFill>
              <a:latin typeface="Calibri" panose="020F0502020204030204" pitchFamily="34" charset="0"/>
            </a:endParaRPr>
          </a:p>
        </p:txBody>
      </p:sp>
      <p:pic>
        <p:nvPicPr>
          <p:cNvPr id="60420" name="Picture 2" descr="MXNet: A Scalable Deep Learning Framework">
            <a:extLst>
              <a:ext uri="{FF2B5EF4-FFF2-40B4-BE49-F238E27FC236}">
                <a16:creationId xmlns:a16="http://schemas.microsoft.com/office/drawing/2014/main" id="{E1A193A1-0D30-1F85-B258-C5E4E2BC0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676400"/>
            <a:ext cx="6248400"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TextBox 6">
            <a:extLst>
              <a:ext uri="{FF2B5EF4-FFF2-40B4-BE49-F238E27FC236}">
                <a16:creationId xmlns:a16="http://schemas.microsoft.com/office/drawing/2014/main" id="{32FBC828-F34D-05E9-FEBB-35B1A349F76A}"/>
              </a:ext>
            </a:extLst>
          </p:cNvPr>
          <p:cNvSpPr txBox="1">
            <a:spLocks noChangeArrowheads="1"/>
          </p:cNvSpPr>
          <p:nvPr/>
        </p:nvSpPr>
        <p:spPr bwMode="auto">
          <a:xfrm>
            <a:off x="2133600" y="5187950"/>
            <a:ext cx="5638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en-US" altLang="en-US" sz="2400"/>
              <a:t>A scalable deep learning framework</a:t>
            </a:r>
          </a:p>
          <a:p>
            <a:pPr>
              <a:buFont typeface="Arial" panose="020B0604020202020204" pitchFamily="34" charset="0"/>
              <a:buChar char="•"/>
            </a:pPr>
            <a:r>
              <a:rPr lang="en-US" altLang="en-US" sz="2400"/>
              <a:t>Open-source</a:t>
            </a:r>
          </a:p>
          <a:p>
            <a:pPr>
              <a:buFont typeface="Arial" panose="020B0604020202020204" pitchFamily="34" charset="0"/>
              <a:buChar char="•"/>
            </a:pPr>
            <a:r>
              <a:rPr lang="en-US" altLang="en-US" sz="2400">
                <a:hlinkClick r:id="rId3"/>
              </a:rPr>
              <a:t>https://mxnet.apache.org</a:t>
            </a:r>
            <a:r>
              <a:rPr lang="en-US" altLang="en-US" sz="2400"/>
              <a:t>  </a:t>
            </a:r>
          </a:p>
        </p:txBody>
      </p:sp>
    </p:spTree>
  </p:cSld>
  <p:clrMapOvr>
    <a:masterClrMapping/>
  </p:clrMapOvr>
  <p:transition spd="slow">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12D89FAA-E1A0-8066-56EB-6FD398411C15}"/>
              </a:ext>
            </a:extLst>
          </p:cNvPr>
          <p:cNvSpPr>
            <a:spLocks noGrp="1"/>
          </p:cNvSpPr>
          <p:nvPr>
            <p:ph type="title"/>
          </p:nvPr>
        </p:nvSpPr>
        <p:spPr>
          <a:xfrm>
            <a:off x="2057400" y="207963"/>
            <a:ext cx="6705600" cy="1143000"/>
          </a:xfrm>
        </p:spPr>
        <p:txBody>
          <a:bodyPr/>
          <a:lstStyle/>
          <a:p>
            <a:r>
              <a:rPr lang="en-US" altLang="en-US">
                <a:latin typeface="Open Sans" pitchFamily="34" charset="0"/>
              </a:rPr>
              <a:t>PyTorch</a:t>
            </a:r>
          </a:p>
        </p:txBody>
      </p:sp>
      <p:sp>
        <p:nvSpPr>
          <p:cNvPr id="61443" name="Content Placeholder 2">
            <a:extLst>
              <a:ext uri="{FF2B5EF4-FFF2-40B4-BE49-F238E27FC236}">
                <a16:creationId xmlns:a16="http://schemas.microsoft.com/office/drawing/2014/main" id="{527D736E-1C75-D63C-478B-7BE8A80D90BF}"/>
              </a:ext>
            </a:extLst>
          </p:cNvPr>
          <p:cNvSpPr>
            <a:spLocks noGrp="1"/>
          </p:cNvSpPr>
          <p:nvPr>
            <p:ph idx="1"/>
          </p:nvPr>
        </p:nvSpPr>
        <p:spPr>
          <a:xfrm>
            <a:off x="990600" y="3800475"/>
            <a:ext cx="7772400" cy="2219325"/>
          </a:xfrm>
        </p:spPr>
        <p:txBody>
          <a:bodyPr/>
          <a:lstStyle/>
          <a:p>
            <a:r>
              <a:rPr lang="en-US" altLang="en-US" sz="2400">
                <a:solidFill>
                  <a:srgbClr val="413F41"/>
                </a:solidFill>
                <a:latin typeface="Arial" panose="020B0604020202020204" pitchFamily="34" charset="0"/>
                <a:cs typeface="Arial" panose="020B0604020202020204" pitchFamily="34" charset="0"/>
              </a:rPr>
              <a:t>Open-source machine learning library for Python.</a:t>
            </a:r>
          </a:p>
          <a:p>
            <a:r>
              <a:rPr lang="en-US" altLang="en-US" sz="2400">
                <a:solidFill>
                  <a:srgbClr val="413F41"/>
                </a:solidFill>
                <a:latin typeface="Arial" panose="020B0604020202020204" pitchFamily="34" charset="0"/>
                <a:cs typeface="Arial" panose="020B0604020202020204" pitchFamily="34" charset="0"/>
              </a:rPr>
              <a:t>Based on the Torch machine learning library.</a:t>
            </a:r>
          </a:p>
          <a:p>
            <a:r>
              <a:rPr lang="en-US" altLang="en-US" sz="2400">
                <a:solidFill>
                  <a:srgbClr val="413F41"/>
                </a:solidFill>
                <a:latin typeface="Arial" panose="020B0604020202020204" pitchFamily="34" charset="0"/>
                <a:cs typeface="Arial" panose="020B0604020202020204" pitchFamily="34" charset="0"/>
              </a:rPr>
              <a:t>It includes tensor computation with strong GPU acceleration and deep neural networks.</a:t>
            </a:r>
          </a:p>
          <a:p>
            <a:r>
              <a:rPr lang="en-US" altLang="en-US" sz="2400">
                <a:latin typeface="Arial" panose="020B0604020202020204" pitchFamily="34" charset="0"/>
                <a:cs typeface="Arial" panose="020B0604020202020204" pitchFamily="34" charset="0"/>
                <a:hlinkClick r:id="rId2"/>
              </a:rPr>
              <a:t>https://pytorch.org/</a:t>
            </a:r>
            <a:r>
              <a:rPr lang="en-US" altLang="en-US" sz="2400">
                <a:latin typeface="Arial" panose="020B0604020202020204" pitchFamily="34" charset="0"/>
                <a:cs typeface="Arial" panose="020B0604020202020204" pitchFamily="34" charset="0"/>
              </a:rPr>
              <a:t> </a:t>
            </a:r>
          </a:p>
        </p:txBody>
      </p:sp>
      <p:sp>
        <p:nvSpPr>
          <p:cNvPr id="61444" name="Slide Number Placeholder 3">
            <a:extLst>
              <a:ext uri="{FF2B5EF4-FFF2-40B4-BE49-F238E27FC236}">
                <a16:creationId xmlns:a16="http://schemas.microsoft.com/office/drawing/2014/main" id="{2D2EBCB3-9AED-4A33-1B47-70F1EE9670C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672E90-0614-486D-8110-93AF87EB4DE2}" type="slidenum">
              <a:rPr lang="en-US" altLang="en-US" smtClean="0">
                <a:solidFill>
                  <a:srgbClr val="898989"/>
                </a:solidFill>
                <a:latin typeface="Calibri" panose="020F0502020204030204" pitchFamily="34" charset="0"/>
              </a:rPr>
              <a:pPr/>
              <a:t>46</a:t>
            </a:fld>
            <a:endParaRPr lang="en-US" altLang="en-US">
              <a:solidFill>
                <a:srgbClr val="898989"/>
              </a:solidFill>
              <a:latin typeface="Calibri" panose="020F0502020204030204" pitchFamily="34" charset="0"/>
            </a:endParaRPr>
          </a:p>
        </p:txBody>
      </p:sp>
      <p:pic>
        <p:nvPicPr>
          <p:cNvPr id="61445" name="Picture 2" descr="Welcome to PyTorch Tutorials — PyTorch Tutorials 1.7.0 documentation">
            <a:extLst>
              <a:ext uri="{FF2B5EF4-FFF2-40B4-BE49-F238E27FC236}">
                <a16:creationId xmlns:a16="http://schemas.microsoft.com/office/drawing/2014/main" id="{05F6AF3C-746E-FAC5-D09E-347CD51AC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000" b="38000"/>
          <a:stretch>
            <a:fillRect/>
          </a:stretch>
        </p:blipFill>
        <p:spPr bwMode="auto">
          <a:xfrm>
            <a:off x="1905000" y="1600200"/>
            <a:ext cx="57150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98A83355-9313-09D3-1923-5EF60A6C565D}"/>
              </a:ext>
            </a:extLst>
          </p:cNvPr>
          <p:cNvSpPr>
            <a:spLocks noGrp="1"/>
          </p:cNvSpPr>
          <p:nvPr>
            <p:ph type="title"/>
          </p:nvPr>
        </p:nvSpPr>
        <p:spPr>
          <a:xfrm>
            <a:off x="2057400" y="207963"/>
            <a:ext cx="6705600" cy="1143000"/>
          </a:xfrm>
        </p:spPr>
        <p:txBody>
          <a:bodyPr/>
          <a:lstStyle/>
          <a:p>
            <a:r>
              <a:rPr lang="en-US" altLang="en-US">
                <a:latin typeface="Open Sans" pitchFamily="34" charset="0"/>
              </a:rPr>
              <a:t>TensorFlow</a:t>
            </a:r>
          </a:p>
        </p:txBody>
      </p:sp>
      <p:sp>
        <p:nvSpPr>
          <p:cNvPr id="62467" name="Content Placeholder 2">
            <a:extLst>
              <a:ext uri="{FF2B5EF4-FFF2-40B4-BE49-F238E27FC236}">
                <a16:creationId xmlns:a16="http://schemas.microsoft.com/office/drawing/2014/main" id="{F57F6E17-B941-E688-5EF5-6A78FD8F3476}"/>
              </a:ext>
            </a:extLst>
          </p:cNvPr>
          <p:cNvSpPr>
            <a:spLocks noGrp="1"/>
          </p:cNvSpPr>
          <p:nvPr>
            <p:ph idx="1"/>
          </p:nvPr>
        </p:nvSpPr>
        <p:spPr>
          <a:xfrm>
            <a:off x="990600" y="3962400"/>
            <a:ext cx="7924800" cy="2057400"/>
          </a:xfrm>
        </p:spPr>
        <p:txBody>
          <a:bodyPr/>
          <a:lstStyle/>
          <a:p>
            <a:r>
              <a:rPr lang="en-US" altLang="en-US" sz="2000">
                <a:solidFill>
                  <a:srgbClr val="413F41"/>
                </a:solidFill>
                <a:latin typeface="Arial" panose="020B0604020202020204" pitchFamily="34" charset="0"/>
                <a:cs typeface="Arial" panose="020B0604020202020204" pitchFamily="34" charset="0"/>
              </a:rPr>
              <a:t>An end-to-end open-source machine learning platform.</a:t>
            </a:r>
          </a:p>
          <a:p>
            <a:r>
              <a:rPr lang="en-US" altLang="en-US" sz="2000">
                <a:solidFill>
                  <a:srgbClr val="413F41"/>
                </a:solidFill>
                <a:latin typeface="Arial" panose="020B0604020202020204" pitchFamily="34" charset="0"/>
                <a:cs typeface="Arial" panose="020B0604020202020204" pitchFamily="34" charset="0"/>
              </a:rPr>
              <a:t>It has its own ecosystem of related technologies.</a:t>
            </a:r>
          </a:p>
          <a:p>
            <a:r>
              <a:rPr lang="en-US" altLang="en-US" sz="2000">
                <a:latin typeface="Arial" panose="020B0604020202020204" pitchFamily="34" charset="0"/>
                <a:cs typeface="Arial" panose="020B0604020202020204" pitchFamily="34" charset="0"/>
                <a:hlinkClick r:id="rId2"/>
              </a:rPr>
              <a:t>https://www.tensorflow.org/</a:t>
            </a:r>
            <a:r>
              <a:rPr lang="en-US" altLang="en-US" sz="2000">
                <a:latin typeface="Arial" panose="020B0604020202020204" pitchFamily="34" charset="0"/>
                <a:cs typeface="Arial" panose="020B0604020202020204" pitchFamily="34" charset="0"/>
              </a:rPr>
              <a:t> </a:t>
            </a:r>
          </a:p>
        </p:txBody>
      </p:sp>
      <p:sp>
        <p:nvSpPr>
          <p:cNvPr id="62468" name="Slide Number Placeholder 3">
            <a:extLst>
              <a:ext uri="{FF2B5EF4-FFF2-40B4-BE49-F238E27FC236}">
                <a16:creationId xmlns:a16="http://schemas.microsoft.com/office/drawing/2014/main" id="{99A681D9-EF15-C4F7-0EAE-F68FA3FEB2C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CBD4235-7191-4AB5-94EC-0FF8BADB41DC}" type="slidenum">
              <a:rPr lang="en-US" altLang="en-US" smtClean="0">
                <a:solidFill>
                  <a:srgbClr val="898989"/>
                </a:solidFill>
                <a:latin typeface="Calibri" panose="020F0502020204030204" pitchFamily="34" charset="0"/>
              </a:rPr>
              <a:pPr/>
              <a:t>47</a:t>
            </a:fld>
            <a:endParaRPr lang="en-US" altLang="en-US">
              <a:solidFill>
                <a:srgbClr val="898989"/>
              </a:solidFill>
              <a:latin typeface="Calibri" panose="020F0502020204030204" pitchFamily="34" charset="0"/>
            </a:endParaRPr>
          </a:p>
        </p:txBody>
      </p:sp>
      <p:pic>
        <p:nvPicPr>
          <p:cNvPr id="62469" name="Picture 4" descr="Pengenalan Deep Learning (Bagian 1) | by Syahrier Wakid | Medium">
            <a:extLst>
              <a:ext uri="{FF2B5EF4-FFF2-40B4-BE49-F238E27FC236}">
                <a16:creationId xmlns:a16="http://schemas.microsoft.com/office/drawing/2014/main" id="{76D3BB36-159B-79E1-0600-15457A3AC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24000"/>
            <a:ext cx="6324600"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3C4768D-71D9-C1BD-5D85-44FF1CC5094A}"/>
              </a:ext>
            </a:extLst>
          </p:cNvPr>
          <p:cNvSpPr>
            <a:spLocks noGrp="1"/>
          </p:cNvSpPr>
          <p:nvPr>
            <p:ph type="title"/>
          </p:nvPr>
        </p:nvSpPr>
        <p:spPr>
          <a:xfrm>
            <a:off x="2057400" y="207963"/>
            <a:ext cx="6705600" cy="1143000"/>
          </a:xfrm>
        </p:spPr>
        <p:txBody>
          <a:bodyPr/>
          <a:lstStyle/>
          <a:p>
            <a:r>
              <a:rPr lang="en-US" altLang="en-US">
                <a:latin typeface="Open Sans" pitchFamily="34" charset="0"/>
              </a:rPr>
              <a:t>Keras</a:t>
            </a:r>
          </a:p>
        </p:txBody>
      </p:sp>
      <p:sp>
        <p:nvSpPr>
          <p:cNvPr id="63491" name="Content Placeholder 2">
            <a:extLst>
              <a:ext uri="{FF2B5EF4-FFF2-40B4-BE49-F238E27FC236}">
                <a16:creationId xmlns:a16="http://schemas.microsoft.com/office/drawing/2014/main" id="{616D08FE-E919-413A-CA77-5C64C3525D0B}"/>
              </a:ext>
            </a:extLst>
          </p:cNvPr>
          <p:cNvSpPr>
            <a:spLocks noGrp="1"/>
          </p:cNvSpPr>
          <p:nvPr>
            <p:ph idx="1"/>
          </p:nvPr>
        </p:nvSpPr>
        <p:spPr>
          <a:xfrm>
            <a:off x="990600" y="3962400"/>
            <a:ext cx="7924800" cy="2057400"/>
          </a:xfrm>
        </p:spPr>
        <p:txBody>
          <a:bodyPr/>
          <a:lstStyle/>
          <a:p>
            <a:r>
              <a:rPr lang="en-US" altLang="en-US" sz="2000">
                <a:solidFill>
                  <a:srgbClr val="413F41"/>
                </a:solidFill>
                <a:latin typeface="Arial" panose="020B0604020202020204" pitchFamily="34" charset="0"/>
                <a:cs typeface="Arial" panose="020B0604020202020204" pitchFamily="34" charset="0"/>
              </a:rPr>
              <a:t>It is a high-level API built on top of TensorFlow.</a:t>
            </a:r>
          </a:p>
          <a:p>
            <a:r>
              <a:rPr lang="en-US" altLang="en-US" sz="2000">
                <a:solidFill>
                  <a:srgbClr val="413F41"/>
                </a:solidFill>
                <a:latin typeface="Arial" panose="020B0604020202020204" pitchFamily="34" charset="0"/>
                <a:cs typeface="Arial" panose="020B0604020202020204" pitchFamily="34" charset="0"/>
              </a:rPr>
              <a:t>More user-friendly way to access the benefits of TensorFlow without the need to go deep into TensorFlow itself.</a:t>
            </a:r>
          </a:p>
          <a:p>
            <a:r>
              <a:rPr lang="en-US" altLang="en-US" sz="2000">
                <a:latin typeface="Arial" panose="020B0604020202020204" pitchFamily="34" charset="0"/>
                <a:cs typeface="Arial" panose="020B0604020202020204" pitchFamily="34" charset="0"/>
                <a:hlinkClick r:id="rId2"/>
              </a:rPr>
              <a:t>https://keras.io/</a:t>
            </a:r>
            <a:r>
              <a:rPr lang="en-US" altLang="en-US" sz="2000">
                <a:solidFill>
                  <a:srgbClr val="413F41"/>
                </a:solidFill>
                <a:latin typeface="Arial" panose="020B0604020202020204" pitchFamily="34" charset="0"/>
                <a:cs typeface="Arial" panose="020B0604020202020204" pitchFamily="34" charset="0"/>
              </a:rPr>
              <a:t> </a:t>
            </a:r>
            <a:endParaRPr lang="en-US" altLang="en-US" sz="2000">
              <a:latin typeface="Arial" panose="020B0604020202020204" pitchFamily="34" charset="0"/>
              <a:cs typeface="Arial" panose="020B0604020202020204" pitchFamily="34" charset="0"/>
            </a:endParaRPr>
          </a:p>
        </p:txBody>
      </p:sp>
      <p:sp>
        <p:nvSpPr>
          <p:cNvPr id="63492" name="Slide Number Placeholder 3">
            <a:extLst>
              <a:ext uri="{FF2B5EF4-FFF2-40B4-BE49-F238E27FC236}">
                <a16:creationId xmlns:a16="http://schemas.microsoft.com/office/drawing/2014/main" id="{D79B8E4A-EE4B-2871-2E3B-2EAB82BFB34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F6D08E-FEC7-4D07-94A9-D515B8F8934D}" type="slidenum">
              <a:rPr lang="en-US" altLang="en-US" smtClean="0">
                <a:solidFill>
                  <a:srgbClr val="898989"/>
                </a:solidFill>
                <a:latin typeface="Calibri" panose="020F0502020204030204" pitchFamily="34" charset="0"/>
              </a:rPr>
              <a:pPr/>
              <a:t>48</a:t>
            </a:fld>
            <a:endParaRPr lang="en-US" altLang="en-US">
              <a:solidFill>
                <a:srgbClr val="898989"/>
              </a:solidFill>
              <a:latin typeface="Calibri" panose="020F0502020204030204" pitchFamily="34" charset="0"/>
            </a:endParaRPr>
          </a:p>
        </p:txBody>
      </p:sp>
      <p:pic>
        <p:nvPicPr>
          <p:cNvPr id="63493" name="Picture 2" descr="Recurrent layers">
            <a:extLst>
              <a:ext uri="{FF2B5EF4-FFF2-40B4-BE49-F238E27FC236}">
                <a16:creationId xmlns:a16="http://schemas.microsoft.com/office/drawing/2014/main" id="{280A833E-C76E-494F-05E5-A3E536EA6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30363"/>
            <a:ext cx="5514975"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5C2C8CFB-E2D4-0D53-1514-CBC9CAA348FE}"/>
              </a:ext>
            </a:extLst>
          </p:cNvPr>
          <p:cNvSpPr>
            <a:spLocks noGrp="1"/>
          </p:cNvSpPr>
          <p:nvPr>
            <p:ph type="title"/>
          </p:nvPr>
        </p:nvSpPr>
        <p:spPr/>
        <p:txBody>
          <a:bodyPr/>
          <a:lstStyle/>
          <a:p>
            <a:r>
              <a:rPr lang="en-US" altLang="en-US">
                <a:latin typeface="Open Sans" pitchFamily="34" charset="0"/>
              </a:rPr>
              <a:t>Class Exercise</a:t>
            </a:r>
          </a:p>
        </p:txBody>
      </p:sp>
      <p:sp>
        <p:nvSpPr>
          <p:cNvPr id="64515" name="Content Placeholder 2">
            <a:extLst>
              <a:ext uri="{FF2B5EF4-FFF2-40B4-BE49-F238E27FC236}">
                <a16:creationId xmlns:a16="http://schemas.microsoft.com/office/drawing/2014/main" id="{785954EA-890D-74FE-0EBB-003BD7596D8C}"/>
              </a:ext>
            </a:extLst>
          </p:cNvPr>
          <p:cNvSpPr>
            <a:spLocks noGrp="1"/>
          </p:cNvSpPr>
          <p:nvPr>
            <p:ph idx="1"/>
          </p:nvPr>
        </p:nvSpPr>
        <p:spPr>
          <a:xfrm>
            <a:off x="1066800" y="2057400"/>
            <a:ext cx="7848600" cy="4572000"/>
          </a:xfrm>
        </p:spPr>
        <p:txBody>
          <a:bodyPr/>
          <a:lstStyle/>
          <a:p>
            <a:pPr marL="0" indent="0">
              <a:buFont typeface="Arial" panose="020B0604020202020204" pitchFamily="34" charset="0"/>
              <a:buNone/>
            </a:pPr>
            <a:r>
              <a:rPr lang="en-US" altLang="en-US" sz="3200">
                <a:latin typeface="Open Sans" pitchFamily="34" charset="0"/>
              </a:rPr>
              <a:t>Find 3 other examples (besides those mentioned in this material) each for supervised and unsupervised learning! Explain!</a:t>
            </a:r>
          </a:p>
        </p:txBody>
      </p:sp>
      <p:sp>
        <p:nvSpPr>
          <p:cNvPr id="64516" name="Slide Number Placeholder 3">
            <a:extLst>
              <a:ext uri="{FF2B5EF4-FFF2-40B4-BE49-F238E27FC236}">
                <a16:creationId xmlns:a16="http://schemas.microsoft.com/office/drawing/2014/main" id="{5B294543-AFEB-6ED0-2749-8C5858299E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D3A8AB4-9358-45B3-9010-27597FF3D681}"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Tree>
  </p:cSld>
  <p:clrMapOvr>
    <a:masterClrMapping/>
  </p:clrMapOvr>
  <p:transition spd="slow">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D758F070-81A1-A404-525B-7537C60A9E88}"/>
              </a:ext>
            </a:extLst>
          </p:cNvPr>
          <p:cNvSpPr>
            <a:spLocks noGrp="1"/>
          </p:cNvSpPr>
          <p:nvPr>
            <p:ph type="title"/>
          </p:nvPr>
        </p:nvSpPr>
        <p:spPr/>
        <p:txBody>
          <a:bodyPr/>
          <a:lstStyle/>
          <a:p>
            <a:r>
              <a:rPr lang="en-US" altLang="en-US">
                <a:latin typeface="Open Sans" pitchFamily="34" charset="0"/>
              </a:rPr>
              <a:t>References</a:t>
            </a:r>
          </a:p>
        </p:txBody>
      </p:sp>
      <p:sp>
        <p:nvSpPr>
          <p:cNvPr id="65539" name="Content Placeholder 2">
            <a:extLst>
              <a:ext uri="{FF2B5EF4-FFF2-40B4-BE49-F238E27FC236}">
                <a16:creationId xmlns:a16="http://schemas.microsoft.com/office/drawing/2014/main" id="{79141BB9-D0C3-FED4-D594-640D724EAEE3}"/>
              </a:ext>
            </a:extLst>
          </p:cNvPr>
          <p:cNvSpPr>
            <a:spLocks noGrp="1"/>
          </p:cNvSpPr>
          <p:nvPr>
            <p:ph idx="1"/>
          </p:nvPr>
        </p:nvSpPr>
        <p:spPr/>
        <p:txBody>
          <a:bodyPr/>
          <a:lstStyle/>
          <a:p>
            <a:pPr>
              <a:lnSpc>
                <a:spcPct val="115000"/>
              </a:lnSpc>
              <a:spcBef>
                <a:spcPct val="0"/>
              </a:spcBef>
              <a:buFont typeface="Calibri" panose="020F0502020204030204" pitchFamily="34" charset="0"/>
              <a:buAutoNum type="arabicPeriod"/>
            </a:pPr>
            <a:r>
              <a:rPr lang="en-US" altLang="en-US" sz="2400">
                <a:latin typeface="Arial" panose="020B0604020202020204" pitchFamily="34" charset="0"/>
                <a:ea typeface="Calibri" panose="020F0502020204030204" pitchFamily="34" charset="0"/>
                <a:cs typeface="Times New Roman" panose="02020603050405020304" pitchFamily="18" charset="0"/>
              </a:rPr>
              <a:t>Bishop, C. M. (2006). </a:t>
            </a:r>
            <a:r>
              <a:rPr lang="en-US" altLang="en-US" sz="2400" i="1">
                <a:latin typeface="Arial" panose="020B0604020202020204" pitchFamily="34" charset="0"/>
                <a:ea typeface="Calibri" panose="020F0502020204030204" pitchFamily="34" charset="0"/>
                <a:cs typeface="Times New Roman" panose="02020603050405020304" pitchFamily="18" charset="0"/>
              </a:rPr>
              <a:t>Pattern recognition and machine learning</a:t>
            </a:r>
            <a:r>
              <a:rPr lang="en-US" altLang="en-US" sz="2400">
                <a:latin typeface="Arial" panose="020B0604020202020204" pitchFamily="34" charset="0"/>
                <a:ea typeface="Calibri" panose="020F0502020204030204" pitchFamily="34" charset="0"/>
                <a:cs typeface="Times New Roman" panose="02020603050405020304" pitchFamily="18" charset="0"/>
              </a:rPr>
              <a:t>. springer.</a:t>
            </a:r>
            <a:endParaRPr lang="en-US" altLang="en-US" sz="24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400">
                <a:latin typeface="Arial" panose="020B0604020202020204" pitchFamily="34" charset="0"/>
                <a:ea typeface="Calibri" panose="020F0502020204030204" pitchFamily="34" charset="0"/>
                <a:cs typeface="Times New Roman" panose="02020603050405020304" pitchFamily="18" charset="0"/>
              </a:rPr>
              <a:t>Mitchell, Tom M. (1997). </a:t>
            </a:r>
            <a:r>
              <a:rPr lang="en-US" altLang="en-US" sz="2400" i="1">
                <a:latin typeface="Arial" panose="020B0604020202020204" pitchFamily="34" charset="0"/>
                <a:ea typeface="Calibri" panose="020F0502020204030204" pitchFamily="34" charset="0"/>
                <a:cs typeface="Times New Roman" panose="02020603050405020304" pitchFamily="18" charset="0"/>
              </a:rPr>
              <a:t>Machine learning. </a:t>
            </a:r>
            <a:r>
              <a:rPr lang="en-US" altLang="en-US" sz="2400">
                <a:latin typeface="Arial" panose="020B0604020202020204" pitchFamily="34" charset="0"/>
                <a:ea typeface="Calibri" panose="020F0502020204030204" pitchFamily="34" charset="0"/>
                <a:cs typeface="Times New Roman" panose="02020603050405020304" pitchFamily="18" charset="0"/>
              </a:rPr>
              <a:t>McGraw Hill.</a:t>
            </a:r>
            <a:endParaRPr lang="en-US" altLang="en-US" sz="24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400">
                <a:latin typeface="Arial" panose="020B0604020202020204" pitchFamily="34" charset="0"/>
                <a:ea typeface="Calibri" panose="020F0502020204030204" pitchFamily="34" charset="0"/>
                <a:cs typeface="Times New Roman" panose="02020603050405020304" pitchFamily="18" charset="0"/>
              </a:rPr>
              <a:t>Flach, P. (2012). </a:t>
            </a:r>
            <a:r>
              <a:rPr lang="en-US" altLang="en-US" sz="2400" i="1">
                <a:latin typeface="Arial" panose="020B0604020202020204" pitchFamily="34" charset="0"/>
                <a:ea typeface="Calibri" panose="020F0502020204030204" pitchFamily="34" charset="0"/>
                <a:cs typeface="Times New Roman" panose="02020603050405020304" pitchFamily="18" charset="0"/>
              </a:rPr>
              <a:t>Machine learning: the art and science of algorithms that make sense of data</a:t>
            </a:r>
            <a:r>
              <a:rPr lang="en-US" altLang="en-US" sz="2400">
                <a:latin typeface="Arial" panose="020B0604020202020204" pitchFamily="34" charset="0"/>
                <a:ea typeface="Calibri" panose="020F0502020204030204" pitchFamily="34" charset="0"/>
                <a:cs typeface="Times New Roman" panose="02020603050405020304" pitchFamily="18" charset="0"/>
              </a:rPr>
              <a:t>. Cambridge University Press.</a:t>
            </a:r>
            <a:endParaRPr lang="en-US" altLang="en-US" sz="24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400">
                <a:latin typeface="Arial" panose="020B0604020202020204" pitchFamily="34" charset="0"/>
                <a:ea typeface="Calibri" panose="020F0502020204030204" pitchFamily="34" charset="0"/>
                <a:cs typeface="Times New Roman" panose="02020603050405020304" pitchFamily="18" charset="0"/>
              </a:rPr>
              <a:t>Harrington, P. (2012). </a:t>
            </a:r>
            <a:r>
              <a:rPr lang="en-US" altLang="en-US" sz="2400" i="1">
                <a:latin typeface="Arial" panose="020B0604020202020204" pitchFamily="34" charset="0"/>
                <a:ea typeface="Calibri" panose="020F0502020204030204" pitchFamily="34" charset="0"/>
                <a:cs typeface="Times New Roman" panose="02020603050405020304" pitchFamily="18" charset="0"/>
              </a:rPr>
              <a:t>Machine learning in action</a:t>
            </a:r>
            <a:r>
              <a:rPr lang="en-US" altLang="en-US" sz="2400">
                <a:latin typeface="Arial" panose="020B0604020202020204" pitchFamily="34" charset="0"/>
                <a:ea typeface="Calibri" panose="020F0502020204030204" pitchFamily="34" charset="0"/>
                <a:cs typeface="Times New Roman" panose="02020603050405020304" pitchFamily="18" charset="0"/>
              </a:rPr>
              <a:t>. Manning Publications Co..</a:t>
            </a:r>
            <a:endParaRPr lang="en-US" altLang="en-US" sz="2400">
              <a:latin typeface="Calibri" panose="020F0502020204030204" pitchFamily="34" charset="0"/>
              <a:ea typeface="Calibri" panose="020F0502020204030204" pitchFamily="34" charset="0"/>
              <a:cs typeface="Times New Roman" panose="02020603050405020304" pitchFamily="18" charset="0"/>
            </a:endParaRPr>
          </a:p>
          <a:p>
            <a:endParaRPr lang="en-US" altLang="en-US" sz="3600">
              <a:latin typeface="Open Sans" pitchFamily="34" charset="0"/>
              <a:ea typeface="Calibri" panose="020F0502020204030204" pitchFamily="34" charset="0"/>
              <a:cs typeface="Times New Roman" panose="02020603050405020304" pitchFamily="18" charset="0"/>
            </a:endParaRPr>
          </a:p>
        </p:txBody>
      </p:sp>
      <p:sp>
        <p:nvSpPr>
          <p:cNvPr id="65540" name="Slide Number Placeholder 3">
            <a:extLst>
              <a:ext uri="{FF2B5EF4-FFF2-40B4-BE49-F238E27FC236}">
                <a16:creationId xmlns:a16="http://schemas.microsoft.com/office/drawing/2014/main" id="{C2B32FDC-5C06-B361-F447-F34614C71D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946E146-BA8C-4568-9A9E-FD0707D128CF}" type="slidenum">
              <a:rPr lang="en-US" altLang="en-US" sz="1200" smtClean="0">
                <a:solidFill>
                  <a:srgbClr val="898989"/>
                </a:solidFill>
              </a:rPr>
              <a:pPr>
                <a:spcBef>
                  <a:spcPct val="0"/>
                </a:spcBef>
                <a:buFontTx/>
                <a:buNone/>
              </a:pPr>
              <a:t>50</a:t>
            </a:fld>
            <a:endParaRPr lang="en-US" altLang="en-US" sz="1200">
              <a:solidFill>
                <a:srgbClr val="898989"/>
              </a:solidFill>
            </a:endParaRPr>
          </a:p>
        </p:txBody>
      </p:sp>
    </p:spTree>
  </p:cSld>
  <p:clrMapOvr>
    <a:masterClrMapping/>
  </p:clrMapOvr>
  <p:transition spd="slow">
    <p:split orient="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42B7A4A-B73E-26DC-2726-237DB3B2FCEE}"/>
              </a:ext>
            </a:extLst>
          </p:cNvPr>
          <p:cNvSpPr>
            <a:spLocks noGrp="1"/>
          </p:cNvSpPr>
          <p:nvPr>
            <p:ph type="title"/>
          </p:nvPr>
        </p:nvSpPr>
        <p:spPr>
          <a:xfrm>
            <a:off x="914400" y="2895600"/>
            <a:ext cx="7772400" cy="1362075"/>
          </a:xfrm>
        </p:spPr>
        <p:txBody>
          <a:bodyPr/>
          <a:lstStyle/>
          <a:p>
            <a:pPr algn="ctr">
              <a:defRPr/>
            </a:pPr>
            <a:r>
              <a:rPr lang="en-US" sz="4800" dirty="0"/>
              <a:t>Q&amp;A</a:t>
            </a:r>
          </a:p>
        </p:txBody>
      </p:sp>
      <p:sp>
        <p:nvSpPr>
          <p:cNvPr id="66563" name="Slide Number Placeholder 3">
            <a:extLst>
              <a:ext uri="{FF2B5EF4-FFF2-40B4-BE49-F238E27FC236}">
                <a16:creationId xmlns:a16="http://schemas.microsoft.com/office/drawing/2014/main" id="{ABA08879-9617-E6DB-E9E2-94206A19EB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B361E2-CD47-4BA7-9B3A-B2D74B0956B9}" type="slidenum">
              <a:rPr lang="en-US" altLang="en-US" sz="1200" smtClean="0">
                <a:solidFill>
                  <a:srgbClr val="898989"/>
                </a:solidFill>
              </a:rPr>
              <a:pPr>
                <a:spcBef>
                  <a:spcPct val="0"/>
                </a:spcBef>
                <a:buFontTx/>
                <a:buNone/>
              </a:pPr>
              <a:t>51</a:t>
            </a:fld>
            <a:endParaRPr lang="en-US" altLang="en-US" sz="1200">
              <a:solidFill>
                <a:srgbClr val="898989"/>
              </a:solidFill>
            </a:endParaRPr>
          </a:p>
        </p:txBody>
      </p:sp>
    </p:spTree>
  </p:cSld>
  <p:clrMapOvr>
    <a:masterClrMapping/>
  </p:clrMapOvr>
  <p:transition spd="slow">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ubtitle 2">
            <a:extLst>
              <a:ext uri="{FF2B5EF4-FFF2-40B4-BE49-F238E27FC236}">
                <a16:creationId xmlns:a16="http://schemas.microsoft.com/office/drawing/2014/main" id="{C8866DA5-1919-5659-B140-B7CD2A53FDAB}"/>
              </a:ext>
            </a:extLst>
          </p:cNvPr>
          <p:cNvSpPr txBox="1">
            <a:spLocks noChangeArrowheads="1"/>
          </p:cNvSpPr>
          <p:nvPr/>
        </p:nvSpPr>
        <p:spPr bwMode="auto">
          <a:xfrm>
            <a:off x="2260600" y="4357688"/>
            <a:ext cx="64008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5" rIns="91428" bIns="4571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n-US" altLang="en-US" sz="6300" b="1">
              <a:solidFill>
                <a:schemeClr val="bg1"/>
              </a:solidFill>
              <a:latin typeface="Edwardian Script ITC" panose="030303020407070D0804" pitchFamily="66" charset="0"/>
              <a:ea typeface="MS PGothic" panose="020B0600070205080204" pitchFamily="34" charset="-128"/>
            </a:endParaRPr>
          </a:p>
        </p:txBody>
      </p:sp>
      <p:sp>
        <p:nvSpPr>
          <p:cNvPr id="2" name="Rectangle 1">
            <a:extLst>
              <a:ext uri="{FF2B5EF4-FFF2-40B4-BE49-F238E27FC236}">
                <a16:creationId xmlns:a16="http://schemas.microsoft.com/office/drawing/2014/main" id="{E73CD21F-C753-EC0D-ED2D-75292D1BE2B0}"/>
              </a:ext>
            </a:extLst>
          </p:cNvPr>
          <p:cNvSpPr/>
          <p:nvPr/>
        </p:nvSpPr>
        <p:spPr>
          <a:xfrm>
            <a:off x="3581400" y="3803690"/>
            <a:ext cx="3488455" cy="1107996"/>
          </a:xfrm>
          <a:prstGeom prst="rect">
            <a:avLst/>
          </a:prstGeom>
          <a:noFill/>
        </p:spPr>
        <p:txBody>
          <a:bodyPr wrap="none">
            <a:spAutoFit/>
          </a:bodyPr>
          <a:lstStyle/>
          <a:p>
            <a:pPr algn="ctr" eaLnBrk="1" hangingPunct="1">
              <a:buFont typeface="Arial" panose="020B0604020202020204" pitchFamily="34" charset="0"/>
              <a:buNone/>
              <a:defRPr/>
            </a:pPr>
            <a:r>
              <a:rPr lang="en-US" sz="6600" b="1" i="1" dirty="0">
                <a:ln w="10160">
                  <a:solidFill>
                    <a:schemeClr val="accent5"/>
                  </a:solidFill>
                  <a:prstDash val="solid"/>
                </a:ln>
                <a:solidFill>
                  <a:srgbClr val="FFFFFF"/>
                </a:solidFill>
                <a:effectLst>
                  <a:glow rad="63500">
                    <a:schemeClr val="accent5">
                      <a:satMod val="175000"/>
                      <a:alpha val="40000"/>
                    </a:schemeClr>
                  </a:glow>
                  <a:outerShdw blurRad="38100" dist="22860" dir="5400000" algn="tl" rotWithShape="0">
                    <a:srgbClr val="000000">
                      <a:alpha val="30000"/>
                    </a:srgbClr>
                  </a:outerShdw>
                </a:effectLst>
                <a:latin typeface="Monotype Corsiva" panose="03010101010201010101" pitchFamily="66" charset="0"/>
              </a:rPr>
              <a:t>Thank You</a:t>
            </a:r>
          </a:p>
        </p:txBody>
      </p:sp>
    </p:spTree>
  </p:cSld>
  <p:clrMapOvr>
    <a:masterClrMapping/>
  </p:clrMapOvr>
  <p:transition spd="slow">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1773</TotalTime>
  <Words>1973</Words>
  <Application>Microsoft Office PowerPoint</Application>
  <PresentationFormat>On-screen Show (4:3)</PresentationFormat>
  <Paragraphs>348</Paragraphs>
  <Slides>52</Slides>
  <Notes>8</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Bembo</vt:lpstr>
      <vt:lpstr>Calibri</vt:lpstr>
      <vt:lpstr>Courier New</vt:lpstr>
      <vt:lpstr>Edwardian Script ITC</vt:lpstr>
      <vt:lpstr>Monotype Corsiva</vt:lpstr>
      <vt:lpstr>Open Sans</vt:lpstr>
      <vt:lpstr>OpenSans</vt:lpstr>
      <vt:lpstr>Times New Roman</vt:lpstr>
      <vt:lpstr>Office Theme</vt:lpstr>
      <vt:lpstr>PowerPoint Presentation</vt:lpstr>
      <vt:lpstr>Learning Outcomes</vt:lpstr>
      <vt:lpstr>Topics</vt:lpstr>
      <vt:lpstr>Machine Learning is in Your Everyday Life</vt:lpstr>
      <vt:lpstr>Other Examples</vt:lpstr>
      <vt:lpstr>What is Machine Learning?</vt:lpstr>
      <vt:lpstr>Traditional Approach</vt:lpstr>
      <vt:lpstr>Machine Learning Approach</vt:lpstr>
      <vt:lpstr>What is Machine Learning?</vt:lpstr>
      <vt:lpstr>Quiz</vt:lpstr>
      <vt:lpstr>AI vs ML vs DL</vt:lpstr>
      <vt:lpstr>AI vs ML vs DL</vt:lpstr>
      <vt:lpstr>Some of Machine Learning Techniques</vt:lpstr>
      <vt:lpstr>Types of Machine Learning</vt:lpstr>
      <vt:lpstr> </vt:lpstr>
      <vt:lpstr>Supervised Learning</vt:lpstr>
      <vt:lpstr>Regression Analysis</vt:lpstr>
      <vt:lpstr>Regression Example 1: House Price Prediction</vt:lpstr>
      <vt:lpstr>Regression Example 2: Precision Farming</vt:lpstr>
      <vt:lpstr>Classification</vt:lpstr>
      <vt:lpstr>Classification - Illustration</vt:lpstr>
      <vt:lpstr>Classification Example 1: Tumor Prediction: Benign/Malignant</vt:lpstr>
      <vt:lpstr>Classification Example 1: Tumor Prediction: Benign/Malignant</vt:lpstr>
      <vt:lpstr>Classification Example 2: Fraud Detection</vt:lpstr>
      <vt:lpstr>Classification Example 3: Customer Attrition/Churn</vt:lpstr>
      <vt:lpstr>Regression vs Classification</vt:lpstr>
      <vt:lpstr>Quiz</vt:lpstr>
      <vt:lpstr> </vt:lpstr>
      <vt:lpstr>Unsupervised Learning</vt:lpstr>
      <vt:lpstr>Clustering</vt:lpstr>
      <vt:lpstr>Tumor Prediction Using Unsupervised Learning</vt:lpstr>
      <vt:lpstr>Example-1: Google News</vt:lpstr>
      <vt:lpstr>Example-2: Genes/Genomes</vt:lpstr>
      <vt:lpstr>Example-3: Market Segmentation</vt:lpstr>
      <vt:lpstr>Association Analysis</vt:lpstr>
      <vt:lpstr>Quiz</vt:lpstr>
      <vt:lpstr>Supervised vs Unsupervised Learning</vt:lpstr>
      <vt:lpstr> </vt:lpstr>
      <vt:lpstr>PowerPoint Presentation</vt:lpstr>
      <vt:lpstr>Credit Card Fraud Detection</vt:lpstr>
      <vt:lpstr>photo tagging on social media</vt:lpstr>
      <vt:lpstr>Predicting diseases based on x-ray images</vt:lpstr>
      <vt:lpstr>Amazon Alexa</vt:lpstr>
      <vt:lpstr> </vt:lpstr>
      <vt:lpstr>Apache MXNet</vt:lpstr>
      <vt:lpstr>PyTorch</vt:lpstr>
      <vt:lpstr>TensorFlow</vt:lpstr>
      <vt:lpstr>Keras</vt:lpstr>
      <vt:lpstr>Class Exercise</vt:lpstr>
      <vt:lpstr>References</vt:lpstr>
      <vt:lpstr>Q&amp;A</vt:lpstr>
      <vt:lpstr>PowerPoint Presentation</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yy</dc:creator>
  <cp:lastModifiedBy>Amalia Zahra</cp:lastModifiedBy>
  <cp:revision>111</cp:revision>
  <dcterms:created xsi:type="dcterms:W3CDTF">2014-12-16T09:41:31Z</dcterms:created>
  <dcterms:modified xsi:type="dcterms:W3CDTF">2023-06-11T21:54:28Z</dcterms:modified>
</cp:coreProperties>
</file>