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6"/>
  </p:notesMasterIdLst>
  <p:sldIdLst>
    <p:sldId id="256" r:id="rId2"/>
    <p:sldId id="313" r:id="rId3"/>
    <p:sldId id="311" r:id="rId4"/>
    <p:sldId id="314" r:id="rId5"/>
    <p:sldId id="312" r:id="rId6"/>
    <p:sldId id="315" r:id="rId7"/>
    <p:sldId id="317" r:id="rId8"/>
    <p:sldId id="316" r:id="rId9"/>
    <p:sldId id="318" r:id="rId10"/>
    <p:sldId id="381" r:id="rId11"/>
    <p:sldId id="327" r:id="rId12"/>
    <p:sldId id="329" r:id="rId13"/>
    <p:sldId id="319" r:id="rId14"/>
    <p:sldId id="320" r:id="rId15"/>
    <p:sldId id="321" r:id="rId16"/>
    <p:sldId id="322" r:id="rId17"/>
    <p:sldId id="323" r:id="rId18"/>
    <p:sldId id="324" r:id="rId19"/>
    <p:sldId id="382" r:id="rId20"/>
    <p:sldId id="325" r:id="rId21"/>
    <p:sldId id="326" r:id="rId22"/>
    <p:sldId id="392" r:id="rId23"/>
    <p:sldId id="393" r:id="rId24"/>
    <p:sldId id="330" r:id="rId25"/>
    <p:sldId id="331" r:id="rId26"/>
    <p:sldId id="333" r:id="rId27"/>
    <p:sldId id="332" r:id="rId28"/>
    <p:sldId id="334" r:id="rId29"/>
    <p:sldId id="335" r:id="rId30"/>
    <p:sldId id="336" r:id="rId31"/>
    <p:sldId id="341" r:id="rId32"/>
    <p:sldId id="340" r:id="rId33"/>
    <p:sldId id="383" r:id="rId34"/>
    <p:sldId id="384" r:id="rId35"/>
    <p:sldId id="385" r:id="rId36"/>
    <p:sldId id="386" r:id="rId37"/>
    <p:sldId id="387" r:id="rId38"/>
    <p:sldId id="388" r:id="rId39"/>
    <p:sldId id="389" r:id="rId40"/>
    <p:sldId id="390" r:id="rId41"/>
    <p:sldId id="391" r:id="rId42"/>
    <p:sldId id="380" r:id="rId43"/>
    <p:sldId id="339" r:id="rId44"/>
    <p:sldId id="379" r:id="rId45"/>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malia Zahra"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B3A456-78DA-46AF-85C6-8849BEA80BED}" v="2" dt="2025-03-25T07:07:59.3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6" d="100"/>
          <a:sy n="56" d="100"/>
        </p:scale>
        <p:origin x="72" y="57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VEN KONGNANDO LASHER" userId="77c33ae8-1ae0-4ffb-b151-f293fed98ea6" providerId="ADAL" clId="{C0B3A456-78DA-46AF-85C6-8849BEA80BED}"/>
    <pc:docChg chg="modSld">
      <pc:chgData name="RAVEN KONGNANDO LASHER" userId="77c33ae8-1ae0-4ffb-b151-f293fed98ea6" providerId="ADAL" clId="{C0B3A456-78DA-46AF-85C6-8849BEA80BED}" dt="2025-03-25T07:07:59.327" v="1" actId="1035"/>
      <pc:docMkLst>
        <pc:docMk/>
      </pc:docMkLst>
      <pc:sldChg chg="modSp">
        <pc:chgData name="RAVEN KONGNANDO LASHER" userId="77c33ae8-1ae0-4ffb-b151-f293fed98ea6" providerId="ADAL" clId="{C0B3A456-78DA-46AF-85C6-8849BEA80BED}" dt="2025-03-25T07:07:59.327" v="1" actId="1035"/>
        <pc:sldMkLst>
          <pc:docMk/>
          <pc:sldMk cId="0" sldId="335"/>
        </pc:sldMkLst>
        <pc:picChg chg="mod">
          <ac:chgData name="RAVEN KONGNANDO LASHER" userId="77c33ae8-1ae0-4ffb-b151-f293fed98ea6" providerId="ADAL" clId="{C0B3A456-78DA-46AF-85C6-8849BEA80BED}" dt="2025-03-25T07:07:59.327" v="1" actId="1035"/>
          <ac:picMkLst>
            <pc:docMk/>
            <pc:sldMk cId="0" sldId="335"/>
            <ac:picMk id="40965" creationId="{BDB01764-B125-5FD7-C1B2-5FDC4D587B69}"/>
          </ac:picMkLst>
        </pc:picChg>
      </pc:sldChg>
    </pc:docChg>
  </pc:docChgLst>
  <pc:docChgLst>
    <pc:chgData name="Amalia Zahra" userId="c987b9a3-8be1-4505-80f6-5a016d4ae3c7" providerId="ADAL" clId="{E12CE367-E509-40CB-8F76-82C5400D37C8}"/>
    <pc:docChg chg="undo custSel addSld delSld modSld sldOrd">
      <pc:chgData name="Amalia Zahra" userId="c987b9a3-8be1-4505-80f6-5a016d4ae3c7" providerId="ADAL" clId="{E12CE367-E509-40CB-8F76-82C5400D37C8}" dt="2023-06-11T21:55:20.766" v="503" actId="20577"/>
      <pc:docMkLst>
        <pc:docMk/>
      </pc:docMkLst>
      <pc:sldChg chg="modSp mod">
        <pc:chgData name="Amalia Zahra" userId="c987b9a3-8be1-4505-80f6-5a016d4ae3c7" providerId="ADAL" clId="{E12CE367-E509-40CB-8F76-82C5400D37C8}" dt="2023-06-11T21:55:20.766" v="503" actId="20577"/>
        <pc:sldMkLst>
          <pc:docMk/>
          <pc:sldMk cId="0" sldId="256"/>
        </pc:sldMkLst>
      </pc:sldChg>
      <pc:sldChg chg="modSp mod">
        <pc:chgData name="Amalia Zahra" userId="c987b9a3-8be1-4505-80f6-5a016d4ae3c7" providerId="ADAL" clId="{E12CE367-E509-40CB-8F76-82C5400D37C8}" dt="2023-06-11T21:40:59.266" v="289" actId="20577"/>
        <pc:sldMkLst>
          <pc:docMk/>
          <pc:sldMk cId="0" sldId="311"/>
        </pc:sldMkLst>
      </pc:sldChg>
      <pc:sldChg chg="modSp mod">
        <pc:chgData name="Amalia Zahra" userId="c987b9a3-8be1-4505-80f6-5a016d4ae3c7" providerId="ADAL" clId="{E12CE367-E509-40CB-8F76-82C5400D37C8}" dt="2023-06-11T21:32:06.389" v="1" actId="27636"/>
        <pc:sldMkLst>
          <pc:docMk/>
          <pc:sldMk cId="0" sldId="313"/>
        </pc:sldMkLst>
      </pc:sldChg>
      <pc:sldChg chg="addSp delSp modSp mod modAnim">
        <pc:chgData name="Amalia Zahra" userId="c987b9a3-8be1-4505-80f6-5a016d4ae3c7" providerId="ADAL" clId="{E12CE367-E509-40CB-8F76-82C5400D37C8}" dt="2023-06-11T21:34:26.429" v="79" actId="1076"/>
        <pc:sldMkLst>
          <pc:docMk/>
          <pc:sldMk cId="0" sldId="325"/>
        </pc:sldMkLst>
      </pc:sldChg>
      <pc:sldChg chg="addSp delSp modSp mod delAnim modAnim">
        <pc:chgData name="Amalia Zahra" userId="c987b9a3-8be1-4505-80f6-5a016d4ae3c7" providerId="ADAL" clId="{E12CE367-E509-40CB-8F76-82C5400D37C8}" dt="2023-06-11T21:35:27.751" v="92" actId="1076"/>
        <pc:sldMkLst>
          <pc:docMk/>
          <pc:sldMk cId="0" sldId="326"/>
        </pc:sldMkLst>
      </pc:sldChg>
      <pc:sldChg chg="del">
        <pc:chgData name="Amalia Zahra" userId="c987b9a3-8be1-4505-80f6-5a016d4ae3c7" providerId="ADAL" clId="{E12CE367-E509-40CB-8F76-82C5400D37C8}" dt="2023-06-11T21:36:47.735" v="93" actId="2696"/>
        <pc:sldMkLst>
          <pc:docMk/>
          <pc:sldMk cId="0" sldId="342"/>
        </pc:sldMkLst>
      </pc:sldChg>
      <pc:sldChg chg="del">
        <pc:chgData name="Amalia Zahra" userId="c987b9a3-8be1-4505-80f6-5a016d4ae3c7" providerId="ADAL" clId="{E12CE367-E509-40CB-8F76-82C5400D37C8}" dt="2023-06-11T21:36:47.735" v="93" actId="2696"/>
        <pc:sldMkLst>
          <pc:docMk/>
          <pc:sldMk cId="0" sldId="343"/>
        </pc:sldMkLst>
      </pc:sldChg>
      <pc:sldChg chg="del">
        <pc:chgData name="Amalia Zahra" userId="c987b9a3-8be1-4505-80f6-5a016d4ae3c7" providerId="ADAL" clId="{E12CE367-E509-40CB-8F76-82C5400D37C8}" dt="2023-06-11T21:36:47.735" v="93" actId="2696"/>
        <pc:sldMkLst>
          <pc:docMk/>
          <pc:sldMk cId="0" sldId="344"/>
        </pc:sldMkLst>
      </pc:sldChg>
      <pc:sldChg chg="del">
        <pc:chgData name="Amalia Zahra" userId="c987b9a3-8be1-4505-80f6-5a016d4ae3c7" providerId="ADAL" clId="{E12CE367-E509-40CB-8F76-82C5400D37C8}" dt="2023-06-11T21:36:47.735" v="93" actId="2696"/>
        <pc:sldMkLst>
          <pc:docMk/>
          <pc:sldMk cId="0" sldId="345"/>
        </pc:sldMkLst>
      </pc:sldChg>
      <pc:sldChg chg="del">
        <pc:chgData name="Amalia Zahra" userId="c987b9a3-8be1-4505-80f6-5a016d4ae3c7" providerId="ADAL" clId="{E12CE367-E509-40CB-8F76-82C5400D37C8}" dt="2023-06-11T21:36:47.735" v="93" actId="2696"/>
        <pc:sldMkLst>
          <pc:docMk/>
          <pc:sldMk cId="0" sldId="346"/>
        </pc:sldMkLst>
      </pc:sldChg>
      <pc:sldChg chg="del">
        <pc:chgData name="Amalia Zahra" userId="c987b9a3-8be1-4505-80f6-5a016d4ae3c7" providerId="ADAL" clId="{E12CE367-E509-40CB-8F76-82C5400D37C8}" dt="2023-06-11T21:36:47.735" v="93" actId="2696"/>
        <pc:sldMkLst>
          <pc:docMk/>
          <pc:sldMk cId="0" sldId="347"/>
        </pc:sldMkLst>
      </pc:sldChg>
      <pc:sldChg chg="del">
        <pc:chgData name="Amalia Zahra" userId="c987b9a3-8be1-4505-80f6-5a016d4ae3c7" providerId="ADAL" clId="{E12CE367-E509-40CB-8F76-82C5400D37C8}" dt="2023-06-11T21:36:47.735" v="93" actId="2696"/>
        <pc:sldMkLst>
          <pc:docMk/>
          <pc:sldMk cId="0" sldId="348"/>
        </pc:sldMkLst>
      </pc:sldChg>
      <pc:sldChg chg="del">
        <pc:chgData name="Amalia Zahra" userId="c987b9a3-8be1-4505-80f6-5a016d4ae3c7" providerId="ADAL" clId="{E12CE367-E509-40CB-8F76-82C5400D37C8}" dt="2023-06-11T21:36:47.735" v="93" actId="2696"/>
        <pc:sldMkLst>
          <pc:docMk/>
          <pc:sldMk cId="0" sldId="349"/>
        </pc:sldMkLst>
      </pc:sldChg>
      <pc:sldChg chg="del">
        <pc:chgData name="Amalia Zahra" userId="c987b9a3-8be1-4505-80f6-5a016d4ae3c7" providerId="ADAL" clId="{E12CE367-E509-40CB-8F76-82C5400D37C8}" dt="2023-06-11T21:36:47.735" v="93" actId="2696"/>
        <pc:sldMkLst>
          <pc:docMk/>
          <pc:sldMk cId="0" sldId="350"/>
        </pc:sldMkLst>
      </pc:sldChg>
      <pc:sldChg chg="del">
        <pc:chgData name="Amalia Zahra" userId="c987b9a3-8be1-4505-80f6-5a016d4ae3c7" providerId="ADAL" clId="{E12CE367-E509-40CB-8F76-82C5400D37C8}" dt="2023-06-11T21:36:47.735" v="93" actId="2696"/>
        <pc:sldMkLst>
          <pc:docMk/>
          <pc:sldMk cId="0" sldId="351"/>
        </pc:sldMkLst>
      </pc:sldChg>
      <pc:sldChg chg="modSp mod">
        <pc:chgData name="Amalia Zahra" userId="c987b9a3-8be1-4505-80f6-5a016d4ae3c7" providerId="ADAL" clId="{E12CE367-E509-40CB-8F76-82C5400D37C8}" dt="2023-06-11T21:33:08.988" v="71" actId="1036"/>
        <pc:sldMkLst>
          <pc:docMk/>
          <pc:sldMk cId="0" sldId="381"/>
        </pc:sldMkLst>
      </pc:sldChg>
      <pc:sldChg chg="addSp delSp modSp add mod ord">
        <pc:chgData name="Amalia Zahra" userId="c987b9a3-8be1-4505-80f6-5a016d4ae3c7" providerId="ADAL" clId="{E12CE367-E509-40CB-8F76-82C5400D37C8}" dt="2023-06-11T21:37:41.808" v="129" actId="478"/>
        <pc:sldMkLst>
          <pc:docMk/>
          <pc:sldMk cId="2826762269" sldId="386"/>
        </pc:sldMkLst>
      </pc:sldChg>
      <pc:sldChg chg="addSp delSp modSp new mod modClrScheme chgLayout">
        <pc:chgData name="Amalia Zahra" userId="c987b9a3-8be1-4505-80f6-5a016d4ae3c7" providerId="ADAL" clId="{E12CE367-E509-40CB-8F76-82C5400D37C8}" dt="2023-06-11T21:38:17.650" v="158" actId="1076"/>
        <pc:sldMkLst>
          <pc:docMk/>
          <pc:sldMk cId="1072607787" sldId="387"/>
        </pc:sldMkLst>
      </pc:sldChg>
      <pc:sldChg chg="addSp delSp modSp add mod">
        <pc:chgData name="Amalia Zahra" userId="c987b9a3-8be1-4505-80f6-5a016d4ae3c7" providerId="ADAL" clId="{E12CE367-E509-40CB-8F76-82C5400D37C8}" dt="2023-06-11T21:38:38.516" v="169" actId="1076"/>
        <pc:sldMkLst>
          <pc:docMk/>
          <pc:sldMk cId="4287617662" sldId="388"/>
        </pc:sldMkLst>
      </pc:sldChg>
      <pc:sldChg chg="addSp delSp modSp add mod">
        <pc:chgData name="Amalia Zahra" userId="c987b9a3-8be1-4505-80f6-5a016d4ae3c7" providerId="ADAL" clId="{E12CE367-E509-40CB-8F76-82C5400D37C8}" dt="2023-06-11T21:39:14.665" v="200" actId="732"/>
        <pc:sldMkLst>
          <pc:docMk/>
          <pc:sldMk cId="1025859710" sldId="389"/>
        </pc:sldMkLst>
      </pc:sldChg>
      <pc:sldChg chg="addSp delSp modSp add mod">
        <pc:chgData name="Amalia Zahra" userId="c987b9a3-8be1-4505-80f6-5a016d4ae3c7" providerId="ADAL" clId="{E12CE367-E509-40CB-8F76-82C5400D37C8}" dt="2023-06-11T21:39:44.198" v="218" actId="14100"/>
        <pc:sldMkLst>
          <pc:docMk/>
          <pc:sldMk cId="516477811" sldId="390"/>
        </pc:sldMkLst>
      </pc:sldChg>
      <pc:sldChg chg="addSp delSp modSp add mod">
        <pc:chgData name="Amalia Zahra" userId="c987b9a3-8be1-4505-80f6-5a016d4ae3c7" providerId="ADAL" clId="{E12CE367-E509-40CB-8F76-82C5400D37C8}" dt="2023-06-11T21:40:26.326" v="258" actId="947"/>
        <pc:sldMkLst>
          <pc:docMk/>
          <pc:sldMk cId="3542811701" sldId="391"/>
        </pc:sldMkLst>
      </pc:sldChg>
      <pc:sldChg chg="modSp new mod ord">
        <pc:chgData name="Amalia Zahra" userId="c987b9a3-8be1-4505-80f6-5a016d4ae3c7" providerId="ADAL" clId="{E12CE367-E509-40CB-8F76-82C5400D37C8}" dt="2023-06-11T21:47:42.362" v="379"/>
        <pc:sldMkLst>
          <pc:docMk/>
          <pc:sldMk cId="7630235" sldId="392"/>
        </pc:sldMkLst>
      </pc:sldChg>
      <pc:sldChg chg="modSp new del mod">
        <pc:chgData name="Amalia Zahra" userId="c987b9a3-8be1-4505-80f6-5a016d4ae3c7" providerId="ADAL" clId="{E12CE367-E509-40CB-8F76-82C5400D37C8}" dt="2023-06-11T21:41:49.103" v="308" actId="47"/>
        <pc:sldMkLst>
          <pc:docMk/>
          <pc:sldMk cId="843641432" sldId="392"/>
        </pc:sldMkLst>
      </pc:sldChg>
      <pc:sldChg chg="addSp delSp modSp add mod ord">
        <pc:chgData name="Amalia Zahra" userId="c987b9a3-8be1-4505-80f6-5a016d4ae3c7" providerId="ADAL" clId="{E12CE367-E509-40CB-8F76-82C5400D37C8}" dt="2023-06-11T21:50:10.152" v="501" actId="1035"/>
        <pc:sldMkLst>
          <pc:docMk/>
          <pc:sldMk cId="1864217195" sldId="39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EB83630-E830-9435-A2AD-CCC450BAA49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vl1pPr>
          </a:lstStyle>
          <a:p>
            <a:pPr>
              <a:defRPr/>
            </a:pPr>
            <a:endParaRPr lang="en-US"/>
          </a:p>
        </p:txBody>
      </p:sp>
      <p:sp>
        <p:nvSpPr>
          <p:cNvPr id="3" name="Date Placeholder 2">
            <a:extLst>
              <a:ext uri="{FF2B5EF4-FFF2-40B4-BE49-F238E27FC236}">
                <a16:creationId xmlns:a16="http://schemas.microsoft.com/office/drawing/2014/main" id="{2113BBE0-C6F1-E2D0-728B-454EE1A8F55E}"/>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vl1pPr>
          </a:lstStyle>
          <a:p>
            <a:pPr>
              <a:defRPr/>
            </a:pPr>
            <a:fld id="{91D2E7DA-C8AA-4ECF-8C11-FCB8C57E8DB2}" type="datetimeFigureOut">
              <a:rPr lang="en-US"/>
              <a:pPr>
                <a:defRPr/>
              </a:pPr>
              <a:t>3/24/2025</a:t>
            </a:fld>
            <a:endParaRPr lang="en-US"/>
          </a:p>
        </p:txBody>
      </p:sp>
      <p:sp>
        <p:nvSpPr>
          <p:cNvPr id="4" name="Slide Image Placeholder 3">
            <a:extLst>
              <a:ext uri="{FF2B5EF4-FFF2-40B4-BE49-F238E27FC236}">
                <a16:creationId xmlns:a16="http://schemas.microsoft.com/office/drawing/2014/main" id="{D9D16EA3-BF35-2F83-EC40-349EC14CB606}"/>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2A55CA62-5AFC-F888-774B-A3DE8953DA9E}"/>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1D77307A-3882-24D9-1DC6-B567D1C07B59}"/>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defRPr sz="1200"/>
            </a:lvl1pPr>
          </a:lstStyle>
          <a:p>
            <a:pPr>
              <a:defRPr/>
            </a:pPr>
            <a:endParaRPr lang="en-US"/>
          </a:p>
        </p:txBody>
      </p:sp>
      <p:sp>
        <p:nvSpPr>
          <p:cNvPr id="7" name="Slide Number Placeholder 6">
            <a:extLst>
              <a:ext uri="{FF2B5EF4-FFF2-40B4-BE49-F238E27FC236}">
                <a16:creationId xmlns:a16="http://schemas.microsoft.com/office/drawing/2014/main" id="{95D59A2F-5144-5E2E-15B2-286FE9E34360}"/>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hangingPunct="1">
              <a:defRPr sz="1200"/>
            </a:lvl1pPr>
          </a:lstStyle>
          <a:p>
            <a:pPr>
              <a:defRPr/>
            </a:pPr>
            <a:fld id="{7F883461-3F54-4363-8404-88C5FD373BB9}"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a:extLst>
              <a:ext uri="{FF2B5EF4-FFF2-40B4-BE49-F238E27FC236}">
                <a16:creationId xmlns:a16="http://schemas.microsoft.com/office/drawing/2014/main" id="{97046B1C-BA13-A8E2-3AE0-2F43A18A9E3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a:extLst>
              <a:ext uri="{FF2B5EF4-FFF2-40B4-BE49-F238E27FC236}">
                <a16:creationId xmlns:a16="http://schemas.microsoft.com/office/drawing/2014/main" id="{1DD92E70-514D-7915-79FB-779CD5F8B2C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Source of image: https://medium.com/@ali_88273/regression-vs-classification-87c224350d69</a:t>
            </a:r>
          </a:p>
        </p:txBody>
      </p:sp>
      <p:sp>
        <p:nvSpPr>
          <p:cNvPr id="12292" name="Slide Number Placeholder 3">
            <a:extLst>
              <a:ext uri="{FF2B5EF4-FFF2-40B4-BE49-F238E27FC236}">
                <a16:creationId xmlns:a16="http://schemas.microsoft.com/office/drawing/2014/main" id="{C9247B2D-4798-BB73-C16F-0087CC693E9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57AD75B-7D1C-4FDE-AB6A-4CA9915BC336}" type="slidenum">
              <a:rPr lang="en-US" altLang="en-US" smtClean="0"/>
              <a:pPr/>
              <a:t>5</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888F2EB3-77C9-1220-D77D-2057079DF80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a:extLst>
              <a:ext uri="{FF2B5EF4-FFF2-40B4-BE49-F238E27FC236}">
                <a16:creationId xmlns:a16="http://schemas.microsoft.com/office/drawing/2014/main" id="{2855C17D-99A3-D635-5A56-6889CA4F10D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Source of image: https://towardsdatascience.com/supervised-vs-unsupervised-learning-14f68e32ea8d</a:t>
            </a:r>
          </a:p>
        </p:txBody>
      </p:sp>
      <p:sp>
        <p:nvSpPr>
          <p:cNvPr id="15364" name="Slide Number Placeholder 3">
            <a:extLst>
              <a:ext uri="{FF2B5EF4-FFF2-40B4-BE49-F238E27FC236}">
                <a16:creationId xmlns:a16="http://schemas.microsoft.com/office/drawing/2014/main" id="{047CA980-DFF4-6295-3528-E7AF8116A2C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94FE16A-2A2F-4C52-8EF2-3EB884A09329}" type="slidenum">
              <a:rPr lang="en-US" altLang="en-US" smtClean="0"/>
              <a:pPr/>
              <a:t>7</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D6DB6C9C-1F42-7594-151A-B316C80A839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a:extLst>
              <a:ext uri="{FF2B5EF4-FFF2-40B4-BE49-F238E27FC236}">
                <a16:creationId xmlns:a16="http://schemas.microsoft.com/office/drawing/2014/main" id="{A98F86DD-7C98-285A-9C3E-69AEE7F91A6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P</a:t>
            </a:r>
            <a:r>
              <a:rPr lang="id-ID" altLang="en-US"/>
              <a:t>ertanyaannya adalah: "Bagaimana Anda menggambar</a:t>
            </a:r>
            <a:r>
              <a:rPr lang="en-US" altLang="en-US"/>
              <a:t> </a:t>
            </a:r>
            <a:r>
              <a:rPr lang="id-ID" altLang="en-US"/>
              <a:t>garis melalui poin</a:t>
            </a:r>
            <a:r>
              <a:rPr lang="en-US" altLang="en-US"/>
              <a:t> sembarang data</a:t>
            </a:r>
            <a:r>
              <a:rPr lang="id-ID" altLang="en-US"/>
              <a:t>? "</a:t>
            </a:r>
          </a:p>
          <a:p>
            <a:r>
              <a:rPr lang="id-ID" altLang="en-US"/>
              <a:t>Dan, "Bagaimana Anda menentukan </a:t>
            </a:r>
            <a:r>
              <a:rPr lang="en-US" altLang="en-US"/>
              <a:t>fitted line</a:t>
            </a:r>
            <a:r>
              <a:rPr lang="id-ID" altLang="en-US"/>
              <a:t> terbaik'?"</a:t>
            </a:r>
          </a:p>
          <a:p>
            <a:endParaRPr lang="id-ID" altLang="en-US"/>
          </a:p>
          <a:p>
            <a:endParaRPr lang="en-US" altLang="en-US"/>
          </a:p>
        </p:txBody>
      </p:sp>
      <p:sp>
        <p:nvSpPr>
          <p:cNvPr id="25604" name="Slide Number Placeholder 3">
            <a:extLst>
              <a:ext uri="{FF2B5EF4-FFF2-40B4-BE49-F238E27FC236}">
                <a16:creationId xmlns:a16="http://schemas.microsoft.com/office/drawing/2014/main" id="{CD97B7B4-EC58-2D9D-A93E-277472A4ACF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D03DF76-1E0C-49F0-93E3-19D2B4527F8B}" type="slidenum">
              <a:rPr lang="en-US" altLang="en-US" smtClean="0"/>
              <a:pPr/>
              <a:t>16</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9142CA8B-F39D-A31F-6E72-D7FCF47D772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a:extLst>
              <a:ext uri="{FF2B5EF4-FFF2-40B4-BE49-F238E27FC236}">
                <a16:creationId xmlns:a16="http://schemas.microsoft.com/office/drawing/2014/main" id="{FC78D5E2-41D4-6334-E7F8-9599E910704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l-GR" altLang="en-US"/>
              <a:t>θ1 </a:t>
            </a:r>
            <a:r>
              <a:rPr lang="id-ID" altLang="en-US"/>
              <a:t>dikenal sebagai "kemiringan" atau "gradien" dari fitted line</a:t>
            </a:r>
            <a:r>
              <a:rPr lang="en-US" altLang="en-US"/>
              <a:t>;</a:t>
            </a:r>
            <a:r>
              <a:rPr lang="id-ID" altLang="en-US"/>
              <a:t> dan </a:t>
            </a:r>
            <a:r>
              <a:rPr lang="el-GR" altLang="en-US"/>
              <a:t>θ0 </a:t>
            </a:r>
            <a:r>
              <a:rPr lang="id-ID" altLang="en-US"/>
              <a:t>dikenal sebagai "intercept“</a:t>
            </a:r>
            <a:r>
              <a:rPr lang="en-US" altLang="en-US"/>
              <a:t>.</a:t>
            </a:r>
          </a:p>
          <a:p>
            <a:r>
              <a:rPr lang="el-GR" altLang="en-US"/>
              <a:t>θ0 </a:t>
            </a:r>
            <a:r>
              <a:rPr lang="id-ID" altLang="en-US"/>
              <a:t>dan </a:t>
            </a:r>
            <a:r>
              <a:rPr lang="el-GR" altLang="en-US"/>
              <a:t>θ1 </a:t>
            </a:r>
            <a:r>
              <a:rPr lang="id-ID" altLang="en-US"/>
              <a:t>juga disebut koefisien</a:t>
            </a:r>
            <a:r>
              <a:rPr lang="en-US" altLang="en-US"/>
              <a:t> </a:t>
            </a:r>
            <a:r>
              <a:rPr lang="id-ID" altLang="en-US"/>
              <a:t>persamaan linear.</a:t>
            </a:r>
          </a:p>
        </p:txBody>
      </p:sp>
      <p:sp>
        <p:nvSpPr>
          <p:cNvPr id="27652" name="Slide Number Placeholder 3">
            <a:extLst>
              <a:ext uri="{FF2B5EF4-FFF2-40B4-BE49-F238E27FC236}">
                <a16:creationId xmlns:a16="http://schemas.microsoft.com/office/drawing/2014/main" id="{4914C486-8AB5-A1C2-4A83-0315BE29028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25623D6-E0F3-4BD6-9283-364AE2A2A057}" type="slidenum">
              <a:rPr lang="en-US" altLang="en-US" smtClean="0"/>
              <a:pPr/>
              <a:t>17</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9EE69C03-BE0C-A89F-BB47-A9F71DCA127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a:extLst>
              <a:ext uri="{FF2B5EF4-FFF2-40B4-BE49-F238E27FC236}">
                <a16:creationId xmlns:a16="http://schemas.microsoft.com/office/drawing/2014/main" id="{F8A686E9-4EFF-C6CB-5203-51879D2A999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solidFill>
                  <a:srgbClr val="333333"/>
                </a:solidFill>
                <a:latin typeface="Helvetica Neue"/>
              </a:rPr>
              <a:t>R-squared = Explained variation / Total variation</a:t>
            </a:r>
          </a:p>
          <a:p>
            <a:r>
              <a:rPr lang="en-US" altLang="en-US">
                <a:solidFill>
                  <a:srgbClr val="333333"/>
                </a:solidFill>
                <a:latin typeface="Helvetica Neue"/>
              </a:rPr>
              <a:t>R-squared is always between 0 and 100%:</a:t>
            </a:r>
          </a:p>
          <a:p>
            <a:pPr>
              <a:buFontTx/>
              <a:buChar char="•"/>
            </a:pPr>
            <a:r>
              <a:rPr lang="en-US" altLang="en-US">
                <a:solidFill>
                  <a:srgbClr val="333333"/>
                </a:solidFill>
                <a:latin typeface="Helvetica Neue"/>
              </a:rPr>
              <a:t>0% indicates that the model explains none of the variability of the response data around its mean.</a:t>
            </a:r>
          </a:p>
          <a:p>
            <a:pPr>
              <a:buFontTx/>
              <a:buChar char="•"/>
            </a:pPr>
            <a:r>
              <a:rPr lang="en-US" altLang="en-US">
                <a:solidFill>
                  <a:srgbClr val="333333"/>
                </a:solidFill>
                <a:latin typeface="Helvetica Neue"/>
              </a:rPr>
              <a:t>100% indicates that the model explains all the variability of the response data around its mean.</a:t>
            </a:r>
          </a:p>
        </p:txBody>
      </p:sp>
      <p:sp>
        <p:nvSpPr>
          <p:cNvPr id="35844" name="Slide Number Placeholder 3">
            <a:extLst>
              <a:ext uri="{FF2B5EF4-FFF2-40B4-BE49-F238E27FC236}">
                <a16:creationId xmlns:a16="http://schemas.microsoft.com/office/drawing/2014/main" id="{3CC83CCB-4A97-4C43-267C-C3F917F00C9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32B5971-5700-4DDE-B7E8-409FF72E99D3}" type="slidenum">
              <a:rPr lang="en-US" altLang="en-US" smtClean="0"/>
              <a:pPr/>
              <a:t>26</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87A4AE8F-C4E3-0B76-9CDC-96E9D8FBD36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0A6DD32D-6D2E-DFD7-A637-C34F044638D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solidFill>
                <a:srgbClr val="333333"/>
              </a:solidFill>
              <a:latin typeface="Helvetica Neue"/>
            </a:endParaRPr>
          </a:p>
        </p:txBody>
      </p:sp>
      <p:sp>
        <p:nvSpPr>
          <p:cNvPr id="37892" name="Slide Number Placeholder 3">
            <a:extLst>
              <a:ext uri="{FF2B5EF4-FFF2-40B4-BE49-F238E27FC236}">
                <a16:creationId xmlns:a16="http://schemas.microsoft.com/office/drawing/2014/main" id="{3FBDD2FF-DF46-1DC2-5EE0-29395C9B755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19C1668-B349-4C8C-901E-150BF6A95763}" type="slidenum">
              <a:rPr lang="en-US" altLang="en-US" smtClean="0"/>
              <a:pPr/>
              <a:t>27</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a:extLst>
              <a:ext uri="{FF2B5EF4-FFF2-40B4-BE49-F238E27FC236}">
                <a16:creationId xmlns:a16="http://schemas.microsoft.com/office/drawing/2014/main" id="{2954600D-7423-271A-F2FA-16F6C6A387D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Notes Placeholder 2">
            <a:extLst>
              <a:ext uri="{FF2B5EF4-FFF2-40B4-BE49-F238E27FC236}">
                <a16:creationId xmlns:a16="http://schemas.microsoft.com/office/drawing/2014/main" id="{CA3A7F01-8118-01D7-0FA7-15A4FC8D289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solidFill>
                <a:srgbClr val="333333"/>
              </a:solidFill>
              <a:latin typeface="Helvetica Neue"/>
            </a:endParaRPr>
          </a:p>
        </p:txBody>
      </p:sp>
      <p:sp>
        <p:nvSpPr>
          <p:cNvPr id="39940" name="Slide Number Placeholder 3">
            <a:extLst>
              <a:ext uri="{FF2B5EF4-FFF2-40B4-BE49-F238E27FC236}">
                <a16:creationId xmlns:a16="http://schemas.microsoft.com/office/drawing/2014/main" id="{24F1F9AE-4230-BE24-5050-15BB0CAFEDC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2853D35-9A7D-46F1-B2A7-7F47585D2135}" type="slidenum">
              <a:rPr lang="en-US" altLang="en-US" smtClean="0"/>
              <a:pPr/>
              <a:t>28</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a:extLst>
              <a:ext uri="{FF2B5EF4-FFF2-40B4-BE49-F238E27FC236}">
                <a16:creationId xmlns:a16="http://schemas.microsoft.com/office/drawing/2014/main" id="{E227EBED-DB00-9ED1-1B1E-71A7EBAD896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a:extLst>
              <a:ext uri="{FF2B5EF4-FFF2-40B4-BE49-F238E27FC236}">
                <a16:creationId xmlns:a16="http://schemas.microsoft.com/office/drawing/2014/main" id="{3A0BBDD1-44BA-EF1B-8589-D5D4D644D9C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Source of image: https://www.analyticsvidhya.com/blog/2015/08/comprehensive-guide-regression/</a:t>
            </a:r>
          </a:p>
          <a:p>
            <a:endParaRPr lang="en-US" altLang="en-US"/>
          </a:p>
        </p:txBody>
      </p:sp>
      <p:sp>
        <p:nvSpPr>
          <p:cNvPr id="44036" name="Slide Number Placeholder 3">
            <a:extLst>
              <a:ext uri="{FF2B5EF4-FFF2-40B4-BE49-F238E27FC236}">
                <a16:creationId xmlns:a16="http://schemas.microsoft.com/office/drawing/2014/main" id="{5981B744-6F70-7D27-700C-7EFF3ED4ED9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7AA1AB2-D355-4280-B5DF-91DF9151EEB2}" type="slidenum">
              <a:rPr lang="en-US" altLang="en-US" smtClean="0"/>
              <a:pPr/>
              <a:t>31</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9BE21B87-2DD7-1D21-2925-67B14B82C6D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a:extLst>
              <a:ext uri="{FF2B5EF4-FFF2-40B4-BE49-F238E27FC236}">
                <a16:creationId xmlns:a16="http://schemas.microsoft.com/office/drawing/2014/main" id="{D64982ED-72DB-C7CA-8227-653FB76332C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Bias merujuk pada kesalahan, karena asumsi model yang sederhana dalam menyesuaikan data. </a:t>
            </a:r>
          </a:p>
          <a:p>
            <a:r>
              <a:rPr lang="en-US" altLang="en-US"/>
              <a:t>Bias yang tinggi artinya bahwa, model tidak dapat menangkap pola di dalam data dan ini mengakibatkan kondisi under-fitting.</a:t>
            </a:r>
          </a:p>
          <a:p>
            <a:r>
              <a:rPr lang="en-US" altLang="en-US"/>
              <a:t>Varians mengacu pada kesalahan, karena model yang kompleks mencoba menyesuaikan data. </a:t>
            </a:r>
          </a:p>
          <a:p>
            <a:r>
              <a:rPr lang="en-US" altLang="en-US"/>
              <a:t>Varians tinggi artinya model melewati sebagian besar titik pada data dan menghasilkan kondisi over-fitting</a:t>
            </a:r>
          </a:p>
          <a:p>
            <a:endParaRPr lang="en-US" altLang="en-US"/>
          </a:p>
        </p:txBody>
      </p:sp>
      <p:sp>
        <p:nvSpPr>
          <p:cNvPr id="46084" name="Slide Number Placeholder 3">
            <a:extLst>
              <a:ext uri="{FF2B5EF4-FFF2-40B4-BE49-F238E27FC236}">
                <a16:creationId xmlns:a16="http://schemas.microsoft.com/office/drawing/2014/main" id="{4478B8B2-2169-E2DD-52E5-4C9D1F5510A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29D2861-AC3E-45CD-B6B8-A6AFD1668B9A}" type="slidenum">
              <a:rPr lang="en-US" altLang="en-US" smtClean="0"/>
              <a:pPr/>
              <a:t>32</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D1144830-E578-EE8C-ECC6-220E6FA99D2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Notes Placeholder 2">
            <a:extLst>
              <a:ext uri="{FF2B5EF4-FFF2-40B4-BE49-F238E27FC236}">
                <a16:creationId xmlns:a16="http://schemas.microsoft.com/office/drawing/2014/main" id="{0BB604B9-78E2-38CA-9810-6F923C9DBAE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Source of image: https://canvas.northwestern.edu/courses/20123/files/893282/download?verifier=sxgW4YH9PbvhDSDaEvmjkJKuAY9dgRxM6kqKTgkG&amp;wrap=1</a:t>
            </a:r>
          </a:p>
        </p:txBody>
      </p:sp>
      <p:sp>
        <p:nvSpPr>
          <p:cNvPr id="50180" name="Slide Number Placeholder 3">
            <a:extLst>
              <a:ext uri="{FF2B5EF4-FFF2-40B4-BE49-F238E27FC236}">
                <a16:creationId xmlns:a16="http://schemas.microsoft.com/office/drawing/2014/main" id="{9DB72414-F88C-58B7-5EDE-9BC384452E2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766DDD8-8E4B-4E82-B16B-FED2D9DC306C}" type="slidenum">
              <a:rPr lang="en-US" altLang="en-US" smtClean="0"/>
              <a:pPr/>
              <a:t>35</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7339F6F8-023D-9C64-C3D4-B894F256C68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2807" r="12856"/>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752600" y="2416175"/>
            <a:ext cx="7315200" cy="1470025"/>
          </a:xfrm>
        </p:spPr>
        <p:txBody>
          <a:bodyPr/>
          <a:lstStyle/>
          <a:p>
            <a:r>
              <a:rPr lang="en-US"/>
              <a:t>Click to edit Master title style</a:t>
            </a:r>
          </a:p>
        </p:txBody>
      </p:sp>
      <p:sp>
        <p:nvSpPr>
          <p:cNvPr id="3" name="Subtitle 2"/>
          <p:cNvSpPr>
            <a:spLocks noGrp="1"/>
          </p:cNvSpPr>
          <p:nvPr>
            <p:ph type="subTitle" idx="1"/>
          </p:nvPr>
        </p:nvSpPr>
        <p:spPr>
          <a:xfrm>
            <a:off x="1676400" y="41148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Date Placeholder 3">
            <a:extLst>
              <a:ext uri="{FF2B5EF4-FFF2-40B4-BE49-F238E27FC236}">
                <a16:creationId xmlns:a16="http://schemas.microsoft.com/office/drawing/2014/main" id="{71B7A9E0-E2B9-7ABB-06E3-22E7A9FAAAD4}"/>
              </a:ext>
            </a:extLst>
          </p:cNvPr>
          <p:cNvSpPr>
            <a:spLocks noGrp="1"/>
          </p:cNvSpPr>
          <p:nvPr>
            <p:ph type="dt" sz="half" idx="10"/>
          </p:nvPr>
        </p:nvSpPr>
        <p:spPr/>
        <p:txBody>
          <a:bodyPr/>
          <a:lstStyle>
            <a:lvl1pPr>
              <a:defRPr/>
            </a:lvl1pPr>
          </a:lstStyle>
          <a:p>
            <a:pPr>
              <a:defRPr/>
            </a:pPr>
            <a:fld id="{14695EFF-D977-4B5A-8E03-82C0DD9010E6}" type="datetime1">
              <a:rPr lang="en-US"/>
              <a:pPr>
                <a:defRPr/>
              </a:pPr>
              <a:t>3/24/2025</a:t>
            </a:fld>
            <a:endParaRPr lang="en-US"/>
          </a:p>
        </p:txBody>
      </p:sp>
      <p:sp>
        <p:nvSpPr>
          <p:cNvPr id="6" name="Footer Placeholder 4">
            <a:extLst>
              <a:ext uri="{FF2B5EF4-FFF2-40B4-BE49-F238E27FC236}">
                <a16:creationId xmlns:a16="http://schemas.microsoft.com/office/drawing/2014/main" id="{1DF4F499-6204-FDE2-8881-BF494048485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83B9782-24FB-38EF-9022-653AFD4F0128}"/>
              </a:ext>
            </a:extLst>
          </p:cNvPr>
          <p:cNvSpPr>
            <a:spLocks noGrp="1"/>
          </p:cNvSpPr>
          <p:nvPr>
            <p:ph type="sldNum" sz="quarter" idx="12"/>
          </p:nvPr>
        </p:nvSpPr>
        <p:spPr/>
        <p:txBody>
          <a:bodyPr/>
          <a:lstStyle>
            <a:lvl1pPr>
              <a:defRPr/>
            </a:lvl1pPr>
          </a:lstStyle>
          <a:p>
            <a:pPr>
              <a:defRPr/>
            </a:pPr>
            <a:fld id="{ABAA94D3-9904-485B-8DE2-7FC2C28DF3ED}" type="slidenum">
              <a:rPr lang="en-US" altLang="en-US"/>
              <a:pPr>
                <a:defRPr/>
              </a:pPr>
              <a:t>‹#›</a:t>
            </a:fld>
            <a:endParaRPr lang="en-US" altLang="en-US"/>
          </a:p>
        </p:txBody>
      </p:sp>
    </p:spTree>
    <p:extLst>
      <p:ext uri="{BB962C8B-B14F-4D97-AF65-F5344CB8AC3E}">
        <p14:creationId xmlns:p14="http://schemas.microsoft.com/office/powerpoint/2010/main" val="2395235235"/>
      </p:ext>
    </p:extLst>
  </p:cSld>
  <p:clrMapOvr>
    <a:masterClrMapping/>
  </p:clrMapOvr>
  <p:transition spd="slow">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57400" y="381000"/>
            <a:ext cx="6324600" cy="1143000"/>
          </a:xfrm>
        </p:spPr>
        <p:txBody>
          <a:bodyPr>
            <a:normAutofit/>
          </a:bodyPr>
          <a:lstStyle>
            <a:lvl1pPr>
              <a:defRPr sz="3600" b="1">
                <a:latin typeface="Open Sans"/>
              </a:defRPr>
            </a:lvl1pPr>
          </a:lstStyle>
          <a:p>
            <a:r>
              <a:rPr lang="en-US" dirty="0"/>
              <a:t>Click to edit Master title style</a:t>
            </a:r>
          </a:p>
        </p:txBody>
      </p:sp>
      <p:sp>
        <p:nvSpPr>
          <p:cNvPr id="3" name="Content Placeholder 2"/>
          <p:cNvSpPr>
            <a:spLocks noGrp="1"/>
          </p:cNvSpPr>
          <p:nvPr>
            <p:ph idx="1"/>
          </p:nvPr>
        </p:nvSpPr>
        <p:spPr>
          <a:xfrm>
            <a:off x="685800" y="1676400"/>
            <a:ext cx="8229600" cy="4953000"/>
          </a:xfrm>
        </p:spPr>
        <p:txBody>
          <a:bodyPr>
            <a:normAutofit/>
          </a:bodyPr>
          <a:lstStyle>
            <a:lvl1pPr>
              <a:defRPr sz="2800">
                <a:latin typeface="Open Sans"/>
              </a:defRPr>
            </a:lvl1pPr>
            <a:lvl2pPr>
              <a:defRPr sz="2800">
                <a:latin typeface="Open Sans"/>
              </a:defRPr>
            </a:lvl2pPr>
            <a:lvl3pPr>
              <a:defRPr sz="2800">
                <a:latin typeface="Open Sans"/>
              </a:defRPr>
            </a:lvl3pPr>
            <a:lvl4pPr>
              <a:defRPr sz="2800">
                <a:latin typeface="Open Sans"/>
              </a:defRPr>
            </a:lvl4pPr>
            <a:lvl5pPr>
              <a:defRPr sz="2800">
                <a:latin typeface="Open San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04CF5FF-5349-1108-5CE0-6774029B53AF}"/>
              </a:ext>
            </a:extLst>
          </p:cNvPr>
          <p:cNvSpPr>
            <a:spLocks noGrp="1"/>
          </p:cNvSpPr>
          <p:nvPr>
            <p:ph type="dt" sz="half" idx="10"/>
          </p:nvPr>
        </p:nvSpPr>
        <p:spPr>
          <a:xfrm>
            <a:off x="447675" y="6526213"/>
            <a:ext cx="2133600" cy="365125"/>
          </a:xfrm>
        </p:spPr>
        <p:txBody>
          <a:bodyPr/>
          <a:lstStyle>
            <a:lvl1pPr>
              <a:defRPr/>
            </a:lvl1pPr>
          </a:lstStyle>
          <a:p>
            <a:pPr>
              <a:defRPr/>
            </a:pPr>
            <a:fld id="{40DB0D63-827D-45EC-AF1D-66FD7756EC2D}" type="datetime1">
              <a:rPr lang="en-US"/>
              <a:pPr>
                <a:defRPr/>
              </a:pPr>
              <a:t>3/24/2025</a:t>
            </a:fld>
            <a:endParaRPr lang="en-US"/>
          </a:p>
        </p:txBody>
      </p:sp>
      <p:sp>
        <p:nvSpPr>
          <p:cNvPr id="5" name="Footer Placeholder 4">
            <a:extLst>
              <a:ext uri="{FF2B5EF4-FFF2-40B4-BE49-F238E27FC236}">
                <a16:creationId xmlns:a16="http://schemas.microsoft.com/office/drawing/2014/main" id="{F56C08D8-5F44-4BC0-9A58-986A6D26BEE0}"/>
              </a:ext>
            </a:extLst>
          </p:cNvPr>
          <p:cNvSpPr>
            <a:spLocks noGrp="1"/>
          </p:cNvSpPr>
          <p:nvPr>
            <p:ph type="ftr" sz="quarter" idx="11"/>
          </p:nvPr>
        </p:nvSpPr>
        <p:spPr>
          <a:xfrm>
            <a:off x="3267075" y="6526213"/>
            <a:ext cx="2895600" cy="365125"/>
          </a:xfrm>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EFC25A5-D48E-F83E-13F7-B0BE94E669EE}"/>
              </a:ext>
            </a:extLst>
          </p:cNvPr>
          <p:cNvSpPr>
            <a:spLocks noGrp="1"/>
          </p:cNvSpPr>
          <p:nvPr>
            <p:ph type="sldNum" sz="quarter" idx="12"/>
          </p:nvPr>
        </p:nvSpPr>
        <p:spPr>
          <a:xfrm>
            <a:off x="7000875" y="6526213"/>
            <a:ext cx="2133600" cy="365125"/>
          </a:xfrm>
        </p:spPr>
        <p:txBody>
          <a:bodyPr/>
          <a:lstStyle>
            <a:lvl1pPr>
              <a:defRPr/>
            </a:lvl1pPr>
          </a:lstStyle>
          <a:p>
            <a:pPr>
              <a:defRPr/>
            </a:pPr>
            <a:fld id="{E5618D21-9C9C-409C-B1BF-2F8BDA6ADB7C}" type="slidenum">
              <a:rPr lang="en-US" altLang="en-US"/>
              <a:pPr>
                <a:defRPr/>
              </a:pPr>
              <a:t>‹#›</a:t>
            </a:fld>
            <a:endParaRPr lang="en-US" altLang="en-US"/>
          </a:p>
        </p:txBody>
      </p:sp>
    </p:spTree>
    <p:extLst>
      <p:ext uri="{BB962C8B-B14F-4D97-AF65-F5344CB8AC3E}">
        <p14:creationId xmlns:p14="http://schemas.microsoft.com/office/powerpoint/2010/main" val="1941357848"/>
      </p:ext>
    </p:extLst>
  </p:cSld>
  <p:clrMapOvr>
    <a:masterClrMapping/>
  </p:clrMapOvr>
  <p:transition spd="slow">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47999B-8A44-0D21-13BC-77B31941B33A}"/>
              </a:ext>
            </a:extLst>
          </p:cNvPr>
          <p:cNvSpPr>
            <a:spLocks noGrp="1"/>
          </p:cNvSpPr>
          <p:nvPr>
            <p:ph type="dt" sz="half" idx="10"/>
          </p:nvPr>
        </p:nvSpPr>
        <p:spPr/>
        <p:txBody>
          <a:bodyPr/>
          <a:lstStyle>
            <a:lvl1pPr>
              <a:defRPr/>
            </a:lvl1pPr>
          </a:lstStyle>
          <a:p>
            <a:pPr>
              <a:defRPr/>
            </a:pPr>
            <a:fld id="{EE8823F6-CB8F-4C5D-BF53-41E5E1A94C9F}" type="datetime1">
              <a:rPr lang="en-US"/>
              <a:pPr>
                <a:defRPr/>
              </a:pPr>
              <a:t>3/24/2025</a:t>
            </a:fld>
            <a:endParaRPr lang="en-US"/>
          </a:p>
        </p:txBody>
      </p:sp>
      <p:sp>
        <p:nvSpPr>
          <p:cNvPr id="5" name="Footer Placeholder 4">
            <a:extLst>
              <a:ext uri="{FF2B5EF4-FFF2-40B4-BE49-F238E27FC236}">
                <a16:creationId xmlns:a16="http://schemas.microsoft.com/office/drawing/2014/main" id="{886B8044-059A-3CCC-58F1-2C3B3067B3D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283F036-B467-7752-85EA-8D4B7E6D5FFA}"/>
              </a:ext>
            </a:extLst>
          </p:cNvPr>
          <p:cNvSpPr>
            <a:spLocks noGrp="1"/>
          </p:cNvSpPr>
          <p:nvPr>
            <p:ph type="sldNum" sz="quarter" idx="12"/>
          </p:nvPr>
        </p:nvSpPr>
        <p:spPr/>
        <p:txBody>
          <a:bodyPr/>
          <a:lstStyle>
            <a:lvl1pPr>
              <a:defRPr/>
            </a:lvl1pPr>
          </a:lstStyle>
          <a:p>
            <a:pPr>
              <a:defRPr/>
            </a:pPr>
            <a:fld id="{CFD5A8D0-323C-4EB7-9C44-704378A650AF}" type="slidenum">
              <a:rPr lang="en-US" altLang="en-US"/>
              <a:pPr>
                <a:defRPr/>
              </a:pPr>
              <a:t>‹#›</a:t>
            </a:fld>
            <a:endParaRPr lang="en-US" altLang="en-US"/>
          </a:p>
        </p:txBody>
      </p:sp>
    </p:spTree>
    <p:extLst>
      <p:ext uri="{BB962C8B-B14F-4D97-AF65-F5344CB8AC3E}">
        <p14:creationId xmlns:p14="http://schemas.microsoft.com/office/powerpoint/2010/main" val="2289453903"/>
      </p:ext>
    </p:extLst>
  </p:cSld>
  <p:clrMapOvr>
    <a:masterClrMapping/>
  </p:clrMapOvr>
  <p:transition spd="slow">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E98D8630-4E5F-3270-B2F3-61F73A675956}"/>
              </a:ext>
            </a:extLst>
          </p:cNvPr>
          <p:cNvSpPr>
            <a:spLocks noGrp="1"/>
          </p:cNvSpPr>
          <p:nvPr>
            <p:ph type="dt" sz="half" idx="10"/>
          </p:nvPr>
        </p:nvSpPr>
        <p:spPr/>
        <p:txBody>
          <a:bodyPr/>
          <a:lstStyle>
            <a:lvl1pPr>
              <a:defRPr/>
            </a:lvl1pPr>
          </a:lstStyle>
          <a:p>
            <a:pPr>
              <a:defRPr/>
            </a:pPr>
            <a:fld id="{2F9B0C11-742E-4FC5-909F-71BC7CD97B15}" type="datetime1">
              <a:rPr lang="en-US"/>
              <a:pPr>
                <a:defRPr/>
              </a:pPr>
              <a:t>3/24/2025</a:t>
            </a:fld>
            <a:endParaRPr lang="en-US"/>
          </a:p>
        </p:txBody>
      </p:sp>
      <p:sp>
        <p:nvSpPr>
          <p:cNvPr id="6" name="Footer Placeholder 4">
            <a:extLst>
              <a:ext uri="{FF2B5EF4-FFF2-40B4-BE49-F238E27FC236}">
                <a16:creationId xmlns:a16="http://schemas.microsoft.com/office/drawing/2014/main" id="{665C5B2E-2AD5-FFAB-BE7A-E45D343EA0FF}"/>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B10401E6-4521-79C7-FB3A-855A8041F017}"/>
              </a:ext>
            </a:extLst>
          </p:cNvPr>
          <p:cNvSpPr>
            <a:spLocks noGrp="1"/>
          </p:cNvSpPr>
          <p:nvPr>
            <p:ph type="sldNum" sz="quarter" idx="12"/>
          </p:nvPr>
        </p:nvSpPr>
        <p:spPr/>
        <p:txBody>
          <a:bodyPr/>
          <a:lstStyle>
            <a:lvl1pPr>
              <a:defRPr/>
            </a:lvl1pPr>
          </a:lstStyle>
          <a:p>
            <a:pPr>
              <a:defRPr/>
            </a:pPr>
            <a:fld id="{C48CF39F-7002-498B-8D64-5140460C6D1A}" type="slidenum">
              <a:rPr lang="en-US" altLang="en-US"/>
              <a:pPr>
                <a:defRPr/>
              </a:pPr>
              <a:t>‹#›</a:t>
            </a:fld>
            <a:endParaRPr lang="en-US" altLang="en-US"/>
          </a:p>
        </p:txBody>
      </p:sp>
    </p:spTree>
    <p:extLst>
      <p:ext uri="{BB962C8B-B14F-4D97-AF65-F5344CB8AC3E}">
        <p14:creationId xmlns:p14="http://schemas.microsoft.com/office/powerpoint/2010/main" val="3314676462"/>
      </p:ext>
    </p:extLst>
  </p:cSld>
  <p:clrMapOvr>
    <a:masterClrMapping/>
  </p:clrMapOvr>
  <p:transition spd="slow">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C448DEAD-3B38-0549-577B-9E648C7244F9}"/>
              </a:ext>
            </a:extLst>
          </p:cNvPr>
          <p:cNvSpPr>
            <a:spLocks noGrp="1"/>
          </p:cNvSpPr>
          <p:nvPr>
            <p:ph type="dt" sz="half" idx="10"/>
          </p:nvPr>
        </p:nvSpPr>
        <p:spPr/>
        <p:txBody>
          <a:bodyPr/>
          <a:lstStyle>
            <a:lvl1pPr>
              <a:defRPr/>
            </a:lvl1pPr>
          </a:lstStyle>
          <a:p>
            <a:pPr>
              <a:defRPr/>
            </a:pPr>
            <a:fld id="{363B20A2-961D-48F5-B09A-E0297D168EB3}" type="datetime1">
              <a:rPr lang="en-US"/>
              <a:pPr>
                <a:defRPr/>
              </a:pPr>
              <a:t>3/24/2025</a:t>
            </a:fld>
            <a:endParaRPr lang="en-US"/>
          </a:p>
        </p:txBody>
      </p:sp>
      <p:sp>
        <p:nvSpPr>
          <p:cNvPr id="8" name="Footer Placeholder 4">
            <a:extLst>
              <a:ext uri="{FF2B5EF4-FFF2-40B4-BE49-F238E27FC236}">
                <a16:creationId xmlns:a16="http://schemas.microsoft.com/office/drawing/2014/main" id="{6417B492-40F4-B5E2-B707-144283180DAE}"/>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77CF5961-56DE-AB84-142D-757EBD708E2A}"/>
              </a:ext>
            </a:extLst>
          </p:cNvPr>
          <p:cNvSpPr>
            <a:spLocks noGrp="1"/>
          </p:cNvSpPr>
          <p:nvPr>
            <p:ph type="sldNum" sz="quarter" idx="12"/>
          </p:nvPr>
        </p:nvSpPr>
        <p:spPr/>
        <p:txBody>
          <a:bodyPr/>
          <a:lstStyle>
            <a:lvl1pPr>
              <a:defRPr/>
            </a:lvl1pPr>
          </a:lstStyle>
          <a:p>
            <a:pPr>
              <a:defRPr/>
            </a:pPr>
            <a:fld id="{A7A1C718-4107-47FD-AAD4-EA73AC950BAE}" type="slidenum">
              <a:rPr lang="en-US" altLang="en-US"/>
              <a:pPr>
                <a:defRPr/>
              </a:pPr>
              <a:t>‹#›</a:t>
            </a:fld>
            <a:endParaRPr lang="en-US" altLang="en-US"/>
          </a:p>
        </p:txBody>
      </p:sp>
    </p:spTree>
    <p:extLst>
      <p:ext uri="{BB962C8B-B14F-4D97-AF65-F5344CB8AC3E}">
        <p14:creationId xmlns:p14="http://schemas.microsoft.com/office/powerpoint/2010/main" val="3186136370"/>
      </p:ext>
    </p:extLst>
  </p:cSld>
  <p:clrMapOvr>
    <a:masterClrMapping/>
  </p:clrMapOvr>
  <p:transition spd="slow">
    <p:split orient="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429000" y="304800"/>
            <a:ext cx="7010400" cy="1143000"/>
          </a:xfrm>
        </p:spPr>
        <p:txBody>
          <a:bodyPr/>
          <a:lstStyle/>
          <a:p>
            <a:r>
              <a:rPr lang="en-US"/>
              <a:t>Click to edit Master title style</a:t>
            </a:r>
          </a:p>
        </p:txBody>
      </p:sp>
      <p:sp>
        <p:nvSpPr>
          <p:cNvPr id="3" name="Date Placeholder 3">
            <a:extLst>
              <a:ext uri="{FF2B5EF4-FFF2-40B4-BE49-F238E27FC236}">
                <a16:creationId xmlns:a16="http://schemas.microsoft.com/office/drawing/2014/main" id="{659048BB-2AC7-AB81-934B-AE98D9FF3C16}"/>
              </a:ext>
            </a:extLst>
          </p:cNvPr>
          <p:cNvSpPr>
            <a:spLocks noGrp="1"/>
          </p:cNvSpPr>
          <p:nvPr>
            <p:ph type="dt" sz="half" idx="10"/>
          </p:nvPr>
        </p:nvSpPr>
        <p:spPr/>
        <p:txBody>
          <a:bodyPr/>
          <a:lstStyle>
            <a:lvl1pPr>
              <a:defRPr/>
            </a:lvl1pPr>
          </a:lstStyle>
          <a:p>
            <a:pPr>
              <a:defRPr/>
            </a:pPr>
            <a:fld id="{AE98D9D0-2432-4B20-A480-4548D7A0718A}" type="datetime1">
              <a:rPr lang="en-US"/>
              <a:pPr>
                <a:defRPr/>
              </a:pPr>
              <a:t>3/24/2025</a:t>
            </a:fld>
            <a:endParaRPr lang="en-US"/>
          </a:p>
        </p:txBody>
      </p:sp>
      <p:sp>
        <p:nvSpPr>
          <p:cNvPr id="4" name="Footer Placeholder 4">
            <a:extLst>
              <a:ext uri="{FF2B5EF4-FFF2-40B4-BE49-F238E27FC236}">
                <a16:creationId xmlns:a16="http://schemas.microsoft.com/office/drawing/2014/main" id="{C3F8D9C3-C9E1-DEB4-CCA9-3538ACAA0429}"/>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5DDDBEE1-BBC1-22D4-BE95-68A8188AAC22}"/>
              </a:ext>
            </a:extLst>
          </p:cNvPr>
          <p:cNvSpPr>
            <a:spLocks noGrp="1"/>
          </p:cNvSpPr>
          <p:nvPr>
            <p:ph type="sldNum" sz="quarter" idx="12"/>
          </p:nvPr>
        </p:nvSpPr>
        <p:spPr/>
        <p:txBody>
          <a:bodyPr/>
          <a:lstStyle>
            <a:lvl1pPr>
              <a:defRPr/>
            </a:lvl1pPr>
          </a:lstStyle>
          <a:p>
            <a:pPr>
              <a:defRPr/>
            </a:pPr>
            <a:fld id="{BBCDC991-5C63-493D-8ABD-4201E2DCAAD5}" type="slidenum">
              <a:rPr lang="en-US" altLang="en-US"/>
              <a:pPr>
                <a:defRPr/>
              </a:pPr>
              <a:t>‹#›</a:t>
            </a:fld>
            <a:endParaRPr lang="en-US" altLang="en-US"/>
          </a:p>
        </p:txBody>
      </p:sp>
    </p:spTree>
    <p:extLst>
      <p:ext uri="{BB962C8B-B14F-4D97-AF65-F5344CB8AC3E}">
        <p14:creationId xmlns:p14="http://schemas.microsoft.com/office/powerpoint/2010/main" val="2449087767"/>
      </p:ext>
    </p:extLst>
  </p:cSld>
  <p:clrMapOvr>
    <a:masterClrMapping/>
  </p:clrMapOvr>
  <p:transition spd="slow">
    <p:split orient="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FCA3CB75-4B54-001F-8357-3ED508156D80}"/>
              </a:ext>
            </a:extLst>
          </p:cNvPr>
          <p:cNvSpPr>
            <a:spLocks noGrp="1"/>
          </p:cNvSpPr>
          <p:nvPr>
            <p:ph type="dt" sz="half" idx="10"/>
          </p:nvPr>
        </p:nvSpPr>
        <p:spPr/>
        <p:txBody>
          <a:bodyPr/>
          <a:lstStyle>
            <a:lvl1pPr>
              <a:defRPr/>
            </a:lvl1pPr>
          </a:lstStyle>
          <a:p>
            <a:pPr>
              <a:defRPr/>
            </a:pPr>
            <a:fld id="{3E7240BD-4F51-483E-9845-7C08D21E27C5}" type="datetime1">
              <a:rPr lang="en-US"/>
              <a:pPr>
                <a:defRPr/>
              </a:pPr>
              <a:t>3/24/2025</a:t>
            </a:fld>
            <a:endParaRPr lang="en-US"/>
          </a:p>
        </p:txBody>
      </p:sp>
      <p:sp>
        <p:nvSpPr>
          <p:cNvPr id="3" name="Footer Placeholder 4">
            <a:extLst>
              <a:ext uri="{FF2B5EF4-FFF2-40B4-BE49-F238E27FC236}">
                <a16:creationId xmlns:a16="http://schemas.microsoft.com/office/drawing/2014/main" id="{4E88906B-5BE3-0594-0D16-FB6133734DEF}"/>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C836B27B-3F25-D4E2-2E66-98429704C26D}"/>
              </a:ext>
            </a:extLst>
          </p:cNvPr>
          <p:cNvSpPr>
            <a:spLocks noGrp="1"/>
          </p:cNvSpPr>
          <p:nvPr>
            <p:ph type="sldNum" sz="quarter" idx="12"/>
          </p:nvPr>
        </p:nvSpPr>
        <p:spPr/>
        <p:txBody>
          <a:bodyPr/>
          <a:lstStyle>
            <a:lvl1pPr>
              <a:defRPr/>
            </a:lvl1pPr>
          </a:lstStyle>
          <a:p>
            <a:pPr>
              <a:defRPr/>
            </a:pPr>
            <a:fld id="{48D19460-6FC0-41FA-80C7-EBB7681B85B3}" type="slidenum">
              <a:rPr lang="en-US" altLang="en-US"/>
              <a:pPr>
                <a:defRPr/>
              </a:pPr>
              <a:t>‹#›</a:t>
            </a:fld>
            <a:endParaRPr lang="en-US" altLang="en-US"/>
          </a:p>
        </p:txBody>
      </p:sp>
    </p:spTree>
    <p:extLst>
      <p:ext uri="{BB962C8B-B14F-4D97-AF65-F5344CB8AC3E}">
        <p14:creationId xmlns:p14="http://schemas.microsoft.com/office/powerpoint/2010/main" val="2139839512"/>
      </p:ext>
    </p:extLst>
  </p:cSld>
  <p:clrMapOvr>
    <a:masterClrMapping/>
  </p:clrMapOvr>
  <p:transition spd="slow">
    <p:split orient="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16C1F51F-C6C7-100E-6544-AC6A24DE0823}"/>
              </a:ext>
            </a:extLst>
          </p:cNvPr>
          <p:cNvSpPr>
            <a:spLocks noGrp="1"/>
          </p:cNvSpPr>
          <p:nvPr>
            <p:ph type="dt" sz="half" idx="10"/>
          </p:nvPr>
        </p:nvSpPr>
        <p:spPr/>
        <p:txBody>
          <a:bodyPr/>
          <a:lstStyle>
            <a:lvl1pPr>
              <a:defRPr/>
            </a:lvl1pPr>
          </a:lstStyle>
          <a:p>
            <a:pPr>
              <a:defRPr/>
            </a:pPr>
            <a:fld id="{7BEA2BC1-8CA7-4C94-87BF-EA25D1EA3DEE}" type="datetime1">
              <a:rPr lang="en-US"/>
              <a:pPr>
                <a:defRPr/>
              </a:pPr>
              <a:t>3/24/2025</a:t>
            </a:fld>
            <a:endParaRPr lang="en-US"/>
          </a:p>
        </p:txBody>
      </p:sp>
      <p:sp>
        <p:nvSpPr>
          <p:cNvPr id="6" name="Footer Placeholder 4">
            <a:extLst>
              <a:ext uri="{FF2B5EF4-FFF2-40B4-BE49-F238E27FC236}">
                <a16:creationId xmlns:a16="http://schemas.microsoft.com/office/drawing/2014/main" id="{2F1D65BD-A0A5-E1C5-4DE0-B9C64822533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AF1B0EE-58AE-3335-7CC9-C57A5BCCBDD2}"/>
              </a:ext>
            </a:extLst>
          </p:cNvPr>
          <p:cNvSpPr>
            <a:spLocks noGrp="1"/>
          </p:cNvSpPr>
          <p:nvPr>
            <p:ph type="sldNum" sz="quarter" idx="12"/>
          </p:nvPr>
        </p:nvSpPr>
        <p:spPr/>
        <p:txBody>
          <a:bodyPr/>
          <a:lstStyle>
            <a:lvl1pPr>
              <a:defRPr/>
            </a:lvl1pPr>
          </a:lstStyle>
          <a:p>
            <a:pPr>
              <a:defRPr/>
            </a:pPr>
            <a:fld id="{7E62ADBD-D27D-4636-B656-A2E558CD4C84}" type="slidenum">
              <a:rPr lang="en-US" altLang="en-US"/>
              <a:pPr>
                <a:defRPr/>
              </a:pPr>
              <a:t>‹#›</a:t>
            </a:fld>
            <a:endParaRPr lang="en-US" altLang="en-US"/>
          </a:p>
        </p:txBody>
      </p:sp>
    </p:spTree>
    <p:extLst>
      <p:ext uri="{BB962C8B-B14F-4D97-AF65-F5344CB8AC3E}">
        <p14:creationId xmlns:p14="http://schemas.microsoft.com/office/powerpoint/2010/main" val="1237718738"/>
      </p:ext>
    </p:extLst>
  </p:cSld>
  <p:clrMapOvr>
    <a:masterClrMapping/>
  </p:clrMapOvr>
  <p:transition spd="slow">
    <p:split orient="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FA8AFB10-1336-CA7B-54D7-521E237BB687}"/>
              </a:ext>
            </a:extLst>
          </p:cNvPr>
          <p:cNvSpPr>
            <a:spLocks noGrp="1"/>
          </p:cNvSpPr>
          <p:nvPr>
            <p:ph type="dt" sz="half" idx="10"/>
          </p:nvPr>
        </p:nvSpPr>
        <p:spPr/>
        <p:txBody>
          <a:bodyPr/>
          <a:lstStyle>
            <a:lvl1pPr>
              <a:defRPr/>
            </a:lvl1pPr>
          </a:lstStyle>
          <a:p>
            <a:pPr>
              <a:defRPr/>
            </a:pPr>
            <a:fld id="{6A822546-8956-4A69-BA8F-AC2D96439C48}" type="datetime1">
              <a:rPr lang="en-US"/>
              <a:pPr>
                <a:defRPr/>
              </a:pPr>
              <a:t>3/24/2025</a:t>
            </a:fld>
            <a:endParaRPr lang="en-US"/>
          </a:p>
        </p:txBody>
      </p:sp>
      <p:sp>
        <p:nvSpPr>
          <p:cNvPr id="6" name="Footer Placeholder 4">
            <a:extLst>
              <a:ext uri="{FF2B5EF4-FFF2-40B4-BE49-F238E27FC236}">
                <a16:creationId xmlns:a16="http://schemas.microsoft.com/office/drawing/2014/main" id="{0E25FE9C-382D-E905-6503-28A528C5670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382BCDB-F784-E4CC-6D25-22593FE4CA4D}"/>
              </a:ext>
            </a:extLst>
          </p:cNvPr>
          <p:cNvSpPr>
            <a:spLocks noGrp="1"/>
          </p:cNvSpPr>
          <p:nvPr>
            <p:ph type="sldNum" sz="quarter" idx="12"/>
          </p:nvPr>
        </p:nvSpPr>
        <p:spPr/>
        <p:txBody>
          <a:bodyPr/>
          <a:lstStyle>
            <a:lvl1pPr>
              <a:defRPr/>
            </a:lvl1pPr>
          </a:lstStyle>
          <a:p>
            <a:pPr>
              <a:defRPr/>
            </a:pPr>
            <a:fld id="{967F4578-8811-44CA-93B9-79FB1ABCA2FC}" type="slidenum">
              <a:rPr lang="en-US" altLang="en-US"/>
              <a:pPr>
                <a:defRPr/>
              </a:pPr>
              <a:t>‹#›</a:t>
            </a:fld>
            <a:endParaRPr lang="en-US" altLang="en-US"/>
          </a:p>
        </p:txBody>
      </p:sp>
    </p:spTree>
    <p:extLst>
      <p:ext uri="{BB962C8B-B14F-4D97-AF65-F5344CB8AC3E}">
        <p14:creationId xmlns:p14="http://schemas.microsoft.com/office/powerpoint/2010/main" val="3822409465"/>
      </p:ext>
    </p:extLst>
  </p:cSld>
  <p:clrMapOvr>
    <a:masterClrMapping/>
  </p:clrMapOvr>
  <p:transition spd="slow">
    <p:split orient="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D94CDE-C5FF-28D4-8BEB-B4668E1E5EAC}"/>
              </a:ext>
            </a:extLst>
          </p:cNvPr>
          <p:cNvSpPr>
            <a:spLocks noGrp="1"/>
          </p:cNvSpPr>
          <p:nvPr>
            <p:ph type="dt" sz="half" idx="10"/>
          </p:nvPr>
        </p:nvSpPr>
        <p:spPr/>
        <p:txBody>
          <a:bodyPr/>
          <a:lstStyle>
            <a:lvl1pPr>
              <a:defRPr/>
            </a:lvl1pPr>
          </a:lstStyle>
          <a:p>
            <a:pPr>
              <a:defRPr/>
            </a:pPr>
            <a:fld id="{8B80F240-1833-4EBA-B6D4-518B38C2B565}" type="datetime1">
              <a:rPr lang="en-US"/>
              <a:pPr>
                <a:defRPr/>
              </a:pPr>
              <a:t>3/24/2025</a:t>
            </a:fld>
            <a:endParaRPr lang="en-US"/>
          </a:p>
        </p:txBody>
      </p:sp>
      <p:sp>
        <p:nvSpPr>
          <p:cNvPr id="5" name="Footer Placeholder 4">
            <a:extLst>
              <a:ext uri="{FF2B5EF4-FFF2-40B4-BE49-F238E27FC236}">
                <a16:creationId xmlns:a16="http://schemas.microsoft.com/office/drawing/2014/main" id="{6A79B4F8-E6A8-340C-B1DE-4609FFCBB01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B3F33F6-6A72-410D-B2CC-9A798D3183A6}"/>
              </a:ext>
            </a:extLst>
          </p:cNvPr>
          <p:cNvSpPr>
            <a:spLocks noGrp="1"/>
          </p:cNvSpPr>
          <p:nvPr>
            <p:ph type="sldNum" sz="quarter" idx="12"/>
          </p:nvPr>
        </p:nvSpPr>
        <p:spPr/>
        <p:txBody>
          <a:bodyPr/>
          <a:lstStyle>
            <a:lvl1pPr>
              <a:defRPr/>
            </a:lvl1pPr>
          </a:lstStyle>
          <a:p>
            <a:pPr>
              <a:defRPr/>
            </a:pPr>
            <a:fld id="{FABD4898-CB1A-4A06-82B3-2B845E6B07A8}" type="slidenum">
              <a:rPr lang="en-US" altLang="en-US"/>
              <a:pPr>
                <a:defRPr/>
              </a:pPr>
              <a:t>‹#›</a:t>
            </a:fld>
            <a:endParaRPr lang="en-US" altLang="en-US"/>
          </a:p>
        </p:txBody>
      </p:sp>
    </p:spTree>
    <p:extLst>
      <p:ext uri="{BB962C8B-B14F-4D97-AF65-F5344CB8AC3E}">
        <p14:creationId xmlns:p14="http://schemas.microsoft.com/office/powerpoint/2010/main" val="1952506718"/>
      </p:ext>
    </p:extLst>
  </p:cSld>
  <p:clrMapOvr>
    <a:masterClrMapping/>
  </p:clrMapOvr>
  <p:transition spd="slow">
    <p:split orient="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4" name="Picture 1" descr="Background 03.jpg">
            <a:extLst>
              <a:ext uri="{FF2B5EF4-FFF2-40B4-BE49-F238E27FC236}">
                <a16:creationId xmlns:a16="http://schemas.microsoft.com/office/drawing/2014/main" id="{8659D1E9-0D2E-09C2-02AD-6909F0D40B5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4763"/>
            <a:ext cx="10683875" cy="755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 descr="Background 02.jpg">
            <a:extLst>
              <a:ext uri="{FF2B5EF4-FFF2-40B4-BE49-F238E27FC236}">
                <a16:creationId xmlns:a16="http://schemas.microsoft.com/office/drawing/2014/main" id="{05C7CED7-52D3-73C8-975C-567A287EC90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4763"/>
            <a:ext cx="10683875" cy="755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3DDC76C5-F575-29EC-B2D5-BB601EF39BFA}"/>
              </a:ext>
            </a:extLst>
          </p:cNvPr>
          <p:cNvSpPr/>
          <p:nvPr userDrawn="1"/>
        </p:nvSpPr>
        <p:spPr>
          <a:xfrm>
            <a:off x="2022475" y="3905250"/>
            <a:ext cx="3095625" cy="2987675"/>
          </a:xfrm>
          <a:prstGeom prst="rect">
            <a:avLst/>
          </a:prstGeom>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r>
              <a:rPr lang="en-US">
                <a:solidFill>
                  <a:srgbClr val="FFFFFF"/>
                </a:solidFill>
                <a:ea typeface="ＭＳ Ｐゴシック" charset="-128"/>
              </a:rPr>
              <a:t>IMAGE(S)</a:t>
            </a:r>
          </a:p>
        </p:txBody>
      </p:sp>
      <p:sp>
        <p:nvSpPr>
          <p:cNvPr id="7" name="Title 6">
            <a:extLst>
              <a:ext uri="{FF2B5EF4-FFF2-40B4-BE49-F238E27FC236}">
                <a16:creationId xmlns:a16="http://schemas.microsoft.com/office/drawing/2014/main" id="{C70F7FCD-3E86-3C29-7B14-657C90F867B6}"/>
              </a:ext>
            </a:extLst>
          </p:cNvPr>
          <p:cNvSpPr txBox="1">
            <a:spLocks/>
          </p:cNvSpPr>
          <p:nvPr userDrawn="1"/>
        </p:nvSpPr>
        <p:spPr bwMode="auto">
          <a:xfrm>
            <a:off x="5362575" y="3905250"/>
            <a:ext cx="5040313" cy="3097213"/>
          </a:xfrm>
          <a:prstGeom prst="rect">
            <a:avLst/>
          </a:prstGeom>
          <a:noFill/>
          <a:ln>
            <a:noFill/>
          </a:ln>
        </p:spPr>
        <p:txBody>
          <a:bodyPr lIns="104287" tIns="52144" rIns="104287" bIns="52144"/>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defRPr/>
            </a:pPr>
            <a:r>
              <a:rPr lang="en-GB" sz="2000" baseline="30000">
                <a:latin typeface="Open Sans"/>
              </a:rPr>
              <a:t>Body Copy Open Sans Bold 20pt</a:t>
            </a:r>
          </a:p>
          <a:p>
            <a:pPr eaLnBrk="1" hangingPunct="1">
              <a:defRPr/>
            </a:pPr>
            <a:endParaRPr lang="en-GB" sz="2000" baseline="30000">
              <a:latin typeface="Open Sans"/>
            </a:endParaRPr>
          </a:p>
          <a:p>
            <a:pPr eaLnBrk="1" hangingPunct="1">
              <a:defRPr/>
            </a:pPr>
            <a:r>
              <a:rPr lang="en-GB" sz="2000" baseline="30000">
                <a:latin typeface="Open Sans"/>
              </a:rPr>
              <a:t>Estio molorrorem vernatia dis et ute volupta tiaecatis maion premodi ciderum, nulparuntio eicit doluptatem saerum voluptur soluptatur, ime cusa doloria delestibus, officia aute consequibus, accatur eriossit liquo est, ullest, inistiatem lit odician dandebitis modi destius a de natur, nobis dolut delitat mint, optatqu ossimet expliqu amendipsunt quo bernatio. </a:t>
            </a:r>
          </a:p>
          <a:p>
            <a:pPr eaLnBrk="1" hangingPunct="1">
              <a:defRPr/>
            </a:pPr>
            <a:endParaRPr lang="en-GB" sz="2000" baseline="30000">
              <a:latin typeface="Open Sans"/>
            </a:endParaRPr>
          </a:p>
          <a:p>
            <a:pPr eaLnBrk="1" hangingPunct="1">
              <a:defRPr/>
            </a:pPr>
            <a:r>
              <a:rPr lang="en-GB" sz="2000" baseline="30000">
                <a:latin typeface="Open Sans"/>
              </a:rPr>
              <a:t>Nestiorerio berum ratquatur, sit, temque nis di accabore volliqui resequo quam quam ratiatus quidendae providi corro officiusamus etureped utas doloria si nobit idesti tet exero volendunt aute cor apicae enimusae moluptio voluptus etusa in es et doloreperia.</a:t>
            </a:r>
          </a:p>
        </p:txBody>
      </p:sp>
      <p:sp>
        <p:nvSpPr>
          <p:cNvPr id="8" name="Title 6">
            <a:extLst>
              <a:ext uri="{FF2B5EF4-FFF2-40B4-BE49-F238E27FC236}">
                <a16:creationId xmlns:a16="http://schemas.microsoft.com/office/drawing/2014/main" id="{2B89E5AD-E7B6-DAC1-40ED-FC0179682649}"/>
              </a:ext>
            </a:extLst>
          </p:cNvPr>
          <p:cNvSpPr txBox="1">
            <a:spLocks/>
          </p:cNvSpPr>
          <p:nvPr userDrawn="1"/>
        </p:nvSpPr>
        <p:spPr bwMode="auto">
          <a:xfrm>
            <a:off x="1911350" y="2649538"/>
            <a:ext cx="6632575" cy="887412"/>
          </a:xfrm>
          <a:prstGeom prst="rect">
            <a:avLst/>
          </a:prstGeom>
          <a:noFill/>
          <a:ln>
            <a:noFill/>
          </a:ln>
        </p:spPr>
        <p:txBody>
          <a:bodyPr lIns="104287" tIns="52144" rIns="104287" bIns="52144"/>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lnSpc>
                <a:spcPct val="70000"/>
              </a:lnSpc>
              <a:defRPr/>
            </a:pPr>
            <a:r>
              <a:rPr lang="en-US" sz="3000" b="1">
                <a:solidFill>
                  <a:srgbClr val="0079B8"/>
                </a:solidFill>
                <a:latin typeface="Open Sans"/>
              </a:rPr>
              <a:t>Slide Title Open Sans Bold 30pt</a:t>
            </a:r>
            <a:br>
              <a:rPr lang="en-US" sz="3000" b="1">
                <a:solidFill>
                  <a:srgbClr val="0079B8"/>
                </a:solidFill>
                <a:latin typeface="Open Sans"/>
              </a:rPr>
            </a:br>
            <a:br>
              <a:rPr lang="en-US" sz="2200" b="1">
                <a:solidFill>
                  <a:srgbClr val="0079B8"/>
                </a:solidFill>
                <a:latin typeface="Open Sans"/>
              </a:rPr>
            </a:br>
            <a:r>
              <a:rPr lang="en-US" sz="2200" b="1">
                <a:solidFill>
                  <a:srgbClr val="0079B8"/>
                </a:solidFill>
                <a:latin typeface="Open Sans"/>
              </a:rPr>
              <a:t>Subtitle Open Sans Bold 22pt</a:t>
            </a:r>
          </a:p>
        </p:txBody>
      </p:sp>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3">
            <a:extLst>
              <a:ext uri="{FF2B5EF4-FFF2-40B4-BE49-F238E27FC236}">
                <a16:creationId xmlns:a16="http://schemas.microsoft.com/office/drawing/2014/main" id="{04C9F01D-02E5-9F8D-2149-A0A47C25A6FF}"/>
              </a:ext>
            </a:extLst>
          </p:cNvPr>
          <p:cNvSpPr>
            <a:spLocks noGrp="1"/>
          </p:cNvSpPr>
          <p:nvPr>
            <p:ph type="dt" sz="half" idx="10"/>
          </p:nvPr>
        </p:nvSpPr>
        <p:spPr/>
        <p:txBody>
          <a:bodyPr/>
          <a:lstStyle>
            <a:lvl1pPr>
              <a:defRPr/>
            </a:lvl1pPr>
          </a:lstStyle>
          <a:p>
            <a:pPr>
              <a:defRPr/>
            </a:pPr>
            <a:fld id="{0FEE7247-E149-499A-9DBD-0F3299F99F52}" type="datetime1">
              <a:rPr lang="en-US"/>
              <a:pPr>
                <a:defRPr/>
              </a:pPr>
              <a:t>3/24/2025</a:t>
            </a:fld>
            <a:endParaRPr lang="en-US"/>
          </a:p>
        </p:txBody>
      </p:sp>
      <p:sp>
        <p:nvSpPr>
          <p:cNvPr id="10" name="Footer Placeholder 4">
            <a:extLst>
              <a:ext uri="{FF2B5EF4-FFF2-40B4-BE49-F238E27FC236}">
                <a16:creationId xmlns:a16="http://schemas.microsoft.com/office/drawing/2014/main" id="{96CAAA0A-5D12-379F-8769-EA87836685CA}"/>
              </a:ext>
            </a:extLst>
          </p:cNvPr>
          <p:cNvSpPr>
            <a:spLocks noGrp="1"/>
          </p:cNvSpPr>
          <p:nvPr>
            <p:ph type="ftr" sz="quarter" idx="11"/>
          </p:nvPr>
        </p:nvSpPr>
        <p:spPr/>
        <p:txBody>
          <a:bodyPr/>
          <a:lstStyle>
            <a:lvl1pPr>
              <a:defRPr/>
            </a:lvl1pPr>
          </a:lstStyle>
          <a:p>
            <a:pPr>
              <a:defRPr/>
            </a:pPr>
            <a:endParaRPr lang="en-US"/>
          </a:p>
        </p:txBody>
      </p:sp>
      <p:sp>
        <p:nvSpPr>
          <p:cNvPr id="11" name="Slide Number Placeholder 5">
            <a:extLst>
              <a:ext uri="{FF2B5EF4-FFF2-40B4-BE49-F238E27FC236}">
                <a16:creationId xmlns:a16="http://schemas.microsoft.com/office/drawing/2014/main" id="{44A5394F-17CD-0980-B3D5-0C119649D84C}"/>
              </a:ext>
            </a:extLst>
          </p:cNvPr>
          <p:cNvSpPr>
            <a:spLocks noGrp="1"/>
          </p:cNvSpPr>
          <p:nvPr>
            <p:ph type="sldNum" sz="quarter" idx="12"/>
          </p:nvPr>
        </p:nvSpPr>
        <p:spPr/>
        <p:txBody>
          <a:bodyPr/>
          <a:lstStyle>
            <a:lvl1pPr>
              <a:defRPr/>
            </a:lvl1pPr>
          </a:lstStyle>
          <a:p>
            <a:pPr>
              <a:defRPr/>
            </a:pPr>
            <a:fld id="{5299B4D8-5CA8-48DF-B376-98C901E96E93}" type="slidenum">
              <a:rPr lang="en-US" altLang="en-US"/>
              <a:pPr>
                <a:defRPr/>
              </a:pPr>
              <a:t>‹#›</a:t>
            </a:fld>
            <a:endParaRPr lang="en-US" altLang="en-US"/>
          </a:p>
        </p:txBody>
      </p:sp>
    </p:spTree>
    <p:extLst>
      <p:ext uri="{BB962C8B-B14F-4D97-AF65-F5344CB8AC3E}">
        <p14:creationId xmlns:p14="http://schemas.microsoft.com/office/powerpoint/2010/main" val="4147728686"/>
      </p:ext>
    </p:extLst>
  </p:cSld>
  <p:clrMapOvr>
    <a:masterClrMapping/>
  </p:clrMapOvr>
  <p:transition spd="slow">
    <p:split orient="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1" descr="Background 03.jpg">
            <a:extLst>
              <a:ext uri="{FF2B5EF4-FFF2-40B4-BE49-F238E27FC236}">
                <a16:creationId xmlns:a16="http://schemas.microsoft.com/office/drawing/2014/main" id="{F7E1BB6A-91D0-91CE-41AE-42E41739774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4763"/>
            <a:ext cx="10683875" cy="755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4" name="Date Placeholder 2">
            <a:extLst>
              <a:ext uri="{FF2B5EF4-FFF2-40B4-BE49-F238E27FC236}">
                <a16:creationId xmlns:a16="http://schemas.microsoft.com/office/drawing/2014/main" id="{7702A627-488F-88D4-015E-9D228DE934B2}"/>
              </a:ext>
            </a:extLst>
          </p:cNvPr>
          <p:cNvSpPr>
            <a:spLocks noGrp="1"/>
          </p:cNvSpPr>
          <p:nvPr>
            <p:ph type="dt" sz="half" idx="10"/>
          </p:nvPr>
        </p:nvSpPr>
        <p:spPr/>
        <p:txBody>
          <a:bodyPr/>
          <a:lstStyle>
            <a:lvl1pPr>
              <a:defRPr/>
            </a:lvl1pPr>
          </a:lstStyle>
          <a:p>
            <a:pPr>
              <a:defRPr/>
            </a:pPr>
            <a:fld id="{A982A804-B93C-4EF7-B8B7-5F35C9E7D480}" type="datetime1">
              <a:rPr lang="en-US"/>
              <a:pPr>
                <a:defRPr/>
              </a:pPr>
              <a:t>3/24/2025</a:t>
            </a:fld>
            <a:endParaRPr lang="en-US"/>
          </a:p>
        </p:txBody>
      </p:sp>
      <p:sp>
        <p:nvSpPr>
          <p:cNvPr id="5" name="Footer Placeholder 3">
            <a:extLst>
              <a:ext uri="{FF2B5EF4-FFF2-40B4-BE49-F238E27FC236}">
                <a16:creationId xmlns:a16="http://schemas.microsoft.com/office/drawing/2014/main" id="{EBB0E5E7-C695-65C2-5091-B547E40D3CE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id="{7EA8EF73-2BFA-7789-C7D0-A41B6876E67E}"/>
              </a:ext>
            </a:extLst>
          </p:cNvPr>
          <p:cNvSpPr>
            <a:spLocks noGrp="1"/>
          </p:cNvSpPr>
          <p:nvPr>
            <p:ph type="sldNum" sz="quarter" idx="12"/>
          </p:nvPr>
        </p:nvSpPr>
        <p:spPr/>
        <p:txBody>
          <a:bodyPr/>
          <a:lstStyle>
            <a:lvl1pPr>
              <a:defRPr/>
            </a:lvl1pPr>
          </a:lstStyle>
          <a:p>
            <a:pPr>
              <a:defRPr/>
            </a:pPr>
            <a:fld id="{A742591C-07E1-4D27-B8F8-5FFE81906FE9}" type="slidenum">
              <a:rPr lang="en-US" altLang="en-US"/>
              <a:pPr>
                <a:defRPr/>
              </a:pPr>
              <a:t>‹#›</a:t>
            </a:fld>
            <a:endParaRPr lang="en-US" altLang="en-US"/>
          </a:p>
        </p:txBody>
      </p:sp>
    </p:spTree>
    <p:extLst>
      <p:ext uri="{BB962C8B-B14F-4D97-AF65-F5344CB8AC3E}">
        <p14:creationId xmlns:p14="http://schemas.microsoft.com/office/powerpoint/2010/main" val="2634628826"/>
      </p:ext>
    </p:extLst>
  </p:cSld>
  <p:clrMapOvr>
    <a:masterClrMapping/>
  </p:clrMapOvr>
  <p:transition spd="slow">
    <p:split orient="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8">
            <a:extLst>
              <a:ext uri="{FF2B5EF4-FFF2-40B4-BE49-F238E27FC236}">
                <a16:creationId xmlns:a16="http://schemas.microsoft.com/office/drawing/2014/main" id="{E7FC9B6E-6BD7-C195-D9A9-89C50135643D}"/>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5919788" cy="444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itle Placeholder 1">
            <a:extLst>
              <a:ext uri="{FF2B5EF4-FFF2-40B4-BE49-F238E27FC236}">
                <a16:creationId xmlns:a16="http://schemas.microsoft.com/office/drawing/2014/main" id="{B42DF2A2-CE87-32FC-306B-FAB045115179}"/>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a:extLst>
              <a:ext uri="{FF2B5EF4-FFF2-40B4-BE49-F238E27FC236}">
                <a16:creationId xmlns:a16="http://schemas.microsoft.com/office/drawing/2014/main" id="{E9111A5C-478D-5570-C6B6-B49324B2B6A3}"/>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7488542F-8CD6-1020-B765-6984B8CDA0FD}"/>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B202B597-AB3F-43B1-982A-C190730B4029}" type="datetime1">
              <a:rPr lang="en-US"/>
              <a:pPr>
                <a:defRPr/>
              </a:pPr>
              <a:t>3/24/2025</a:t>
            </a:fld>
            <a:endParaRPr lang="en-US"/>
          </a:p>
        </p:txBody>
      </p:sp>
      <p:sp>
        <p:nvSpPr>
          <p:cNvPr id="5" name="Footer Placeholder 4">
            <a:extLst>
              <a:ext uri="{FF2B5EF4-FFF2-40B4-BE49-F238E27FC236}">
                <a16:creationId xmlns:a16="http://schemas.microsoft.com/office/drawing/2014/main" id="{67D0D7DB-A4BD-B1FC-4128-31B51D68B5F8}"/>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A7DA73AD-BD88-EE45-5838-E90CDBB85A75}"/>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8EF1FC73-6D67-4563-947F-31BC675D3E0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993" r:id="rId1"/>
    <p:sldLayoutId id="2147483994" r:id="rId2"/>
    <p:sldLayoutId id="2147483985" r:id="rId3"/>
    <p:sldLayoutId id="2147483986" r:id="rId4"/>
    <p:sldLayoutId id="2147483987" r:id="rId5"/>
    <p:sldLayoutId id="2147483988" r:id="rId6"/>
    <p:sldLayoutId id="2147483989" r:id="rId7"/>
    <p:sldLayoutId id="2147483990" r:id="rId8"/>
    <p:sldLayoutId id="2147483991" r:id="rId9"/>
    <p:sldLayoutId id="2147483992" r:id="rId10"/>
    <p:sldLayoutId id="2147483995" r:id="rId11"/>
    <p:sldLayoutId id="2147483996" r:id="rId12"/>
  </p:sldLayoutIdLst>
  <p:transition spd="slow">
    <p:split orient="vert"/>
  </p:transition>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slideLayout" Target="../slideLayouts/slideLayout2.xml"/><Relationship Id="rId5" Type="http://schemas.openxmlformats.org/officeDocument/2006/relationships/image" Target="../media/image45.wmf"/><Relationship Id="rId4" Type="http://schemas.openxmlformats.org/officeDocument/2006/relationships/image" Target="../media/image44.w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51.wmf"/><Relationship Id="rId18" Type="http://schemas.openxmlformats.org/officeDocument/2006/relationships/oleObject" Target="../embeddings/oleObject9.bin"/><Relationship Id="rId3" Type="http://schemas.openxmlformats.org/officeDocument/2006/relationships/image" Target="../media/image46.wmf"/><Relationship Id="rId21" Type="http://schemas.openxmlformats.org/officeDocument/2006/relationships/image" Target="../media/image55.wmf"/><Relationship Id="rId7" Type="http://schemas.openxmlformats.org/officeDocument/2006/relationships/image" Target="../media/image48.wmf"/><Relationship Id="rId12" Type="http://schemas.openxmlformats.org/officeDocument/2006/relationships/oleObject" Target="../embeddings/oleObject6.bin"/><Relationship Id="rId17" Type="http://schemas.openxmlformats.org/officeDocument/2006/relationships/image" Target="../media/image53.wmf"/><Relationship Id="rId2" Type="http://schemas.openxmlformats.org/officeDocument/2006/relationships/oleObject" Target="../embeddings/oleObject1.bin"/><Relationship Id="rId16" Type="http://schemas.openxmlformats.org/officeDocument/2006/relationships/oleObject" Target="../embeddings/oleObject8.bin"/><Relationship Id="rId20"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oleObject" Target="../embeddings/oleObject3.bin"/><Relationship Id="rId11" Type="http://schemas.openxmlformats.org/officeDocument/2006/relationships/image" Target="../media/image50.wmf"/><Relationship Id="rId5" Type="http://schemas.openxmlformats.org/officeDocument/2006/relationships/image" Target="../media/image47.wmf"/><Relationship Id="rId15" Type="http://schemas.openxmlformats.org/officeDocument/2006/relationships/image" Target="../media/image52.wmf"/><Relationship Id="rId10" Type="http://schemas.openxmlformats.org/officeDocument/2006/relationships/oleObject" Target="../embeddings/oleObject5.bin"/><Relationship Id="rId19" Type="http://schemas.openxmlformats.org/officeDocument/2006/relationships/image" Target="../media/image54.wmf"/><Relationship Id="rId4" Type="http://schemas.openxmlformats.org/officeDocument/2006/relationships/oleObject" Target="../embeddings/oleObject2.bin"/><Relationship Id="rId9" Type="http://schemas.openxmlformats.org/officeDocument/2006/relationships/image" Target="../media/image49.wmf"/><Relationship Id="rId14" Type="http://schemas.openxmlformats.org/officeDocument/2006/relationships/oleObject" Target="../embeddings/oleObject7.bin"/></Relationships>
</file>

<file path=ppt/slides/_rels/slide3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9CFCF87-A481-21C4-5C46-99B96A01FBDB}"/>
              </a:ext>
            </a:extLst>
          </p:cNvPr>
          <p:cNvSpPr txBox="1">
            <a:spLocks/>
          </p:cNvSpPr>
          <p:nvPr/>
        </p:nvSpPr>
        <p:spPr bwMode="auto">
          <a:xfrm>
            <a:off x="1676400" y="2300288"/>
            <a:ext cx="7467600" cy="747712"/>
          </a:xfrm>
          <a:prstGeom prst="rect">
            <a:avLst/>
          </a:prstGeom>
          <a:noFill/>
          <a:ln w="9525">
            <a:noFill/>
            <a:miter lim="800000"/>
            <a:headEnd/>
            <a:tailEnd/>
          </a:ln>
        </p:spPr>
        <p:txBody>
          <a:bodyPr anchor="ctr"/>
          <a:lstStyle/>
          <a:p>
            <a:pPr algn="ctr">
              <a:defRPr/>
            </a:pPr>
            <a:r>
              <a:rPr lang="en-US" sz="2500" b="1" dirty="0">
                <a:solidFill>
                  <a:schemeClr val="bg1"/>
                </a:solidFill>
                <a:latin typeface="+mj-lt"/>
                <a:ea typeface="+mj-ea"/>
                <a:cs typeface="+mj-cs"/>
              </a:rPr>
              <a:t>Course  : COMP8043041 – Machine Learning</a:t>
            </a:r>
          </a:p>
          <a:p>
            <a:pPr algn="ctr">
              <a:defRPr/>
            </a:pPr>
            <a:r>
              <a:rPr lang="en-US" sz="2500" b="1" dirty="0">
                <a:solidFill>
                  <a:schemeClr val="bg1"/>
                </a:solidFill>
                <a:latin typeface="+mj-lt"/>
                <a:ea typeface="+mj-ea"/>
                <a:cs typeface="+mj-cs"/>
              </a:rPr>
              <a:t>Period </a:t>
            </a:r>
            <a:r>
              <a:rPr lang="en-US" sz="2500" b="1">
                <a:solidFill>
                  <a:schemeClr val="bg1"/>
                </a:solidFill>
                <a:latin typeface="+mj-lt"/>
                <a:ea typeface="+mj-ea"/>
                <a:cs typeface="+mj-cs"/>
              </a:rPr>
              <a:t>: June </a:t>
            </a:r>
            <a:r>
              <a:rPr lang="en-US" sz="2500" b="1" dirty="0">
                <a:solidFill>
                  <a:schemeClr val="bg1"/>
                </a:solidFill>
                <a:latin typeface="+mj-lt"/>
                <a:ea typeface="+mj-ea"/>
                <a:cs typeface="+mj-cs"/>
              </a:rPr>
              <a:t>2023</a:t>
            </a:r>
            <a:endParaRPr lang="id-ID" sz="2500" b="1" dirty="0">
              <a:solidFill>
                <a:schemeClr val="bg1"/>
              </a:solidFill>
              <a:latin typeface="+mj-lt"/>
              <a:ea typeface="+mj-ea"/>
              <a:cs typeface="+mj-cs"/>
            </a:endParaRPr>
          </a:p>
        </p:txBody>
      </p:sp>
      <p:sp>
        <p:nvSpPr>
          <p:cNvPr id="5" name="Title 1">
            <a:extLst>
              <a:ext uri="{FF2B5EF4-FFF2-40B4-BE49-F238E27FC236}">
                <a16:creationId xmlns:a16="http://schemas.microsoft.com/office/drawing/2014/main" id="{6E0BC2A6-D104-8DFE-49B2-1127EB909E07}"/>
              </a:ext>
            </a:extLst>
          </p:cNvPr>
          <p:cNvSpPr txBox="1">
            <a:spLocks/>
          </p:cNvSpPr>
          <p:nvPr/>
        </p:nvSpPr>
        <p:spPr bwMode="auto">
          <a:xfrm>
            <a:off x="1676400" y="4067175"/>
            <a:ext cx="7467600" cy="1204913"/>
          </a:xfrm>
          <a:prstGeom prst="rect">
            <a:avLst/>
          </a:prstGeom>
          <a:noFill/>
          <a:ln w="9525">
            <a:noFill/>
            <a:miter lim="800000"/>
            <a:headEnd/>
            <a:tailEnd/>
          </a:ln>
        </p:spPr>
        <p:txBody>
          <a:bodyPr anchor="ctr"/>
          <a:lstStyle/>
          <a:p>
            <a:pPr algn="ctr">
              <a:defRPr/>
            </a:pPr>
            <a:r>
              <a:rPr lang="en-US" sz="3600" b="1" dirty="0">
                <a:solidFill>
                  <a:schemeClr val="bg1"/>
                </a:solidFill>
                <a:latin typeface="+mj-lt"/>
                <a:ea typeface="+mj-ea"/>
                <a:cs typeface="+mj-cs"/>
              </a:rPr>
              <a:t>Regression</a:t>
            </a:r>
          </a:p>
          <a:p>
            <a:pPr algn="ctr">
              <a:defRPr/>
            </a:pPr>
            <a:r>
              <a:rPr lang="en-US" sz="3600" b="1" dirty="0">
                <a:solidFill>
                  <a:schemeClr val="bg1"/>
                </a:solidFill>
                <a:latin typeface="+mj-lt"/>
                <a:ea typeface="+mj-ea"/>
                <a:cs typeface="+mj-cs"/>
              </a:rPr>
              <a:t>Session 03</a:t>
            </a:r>
          </a:p>
        </p:txBody>
      </p:sp>
      <p:sp>
        <p:nvSpPr>
          <p:cNvPr id="6" name="Title 1">
            <a:extLst>
              <a:ext uri="{FF2B5EF4-FFF2-40B4-BE49-F238E27FC236}">
                <a16:creationId xmlns:a16="http://schemas.microsoft.com/office/drawing/2014/main" id="{92A73759-4B55-34FA-DC9B-37C668F60C81}"/>
              </a:ext>
            </a:extLst>
          </p:cNvPr>
          <p:cNvSpPr txBox="1">
            <a:spLocks/>
          </p:cNvSpPr>
          <p:nvPr/>
        </p:nvSpPr>
        <p:spPr bwMode="auto">
          <a:xfrm>
            <a:off x="1676400" y="6324600"/>
            <a:ext cx="7467600" cy="533400"/>
          </a:xfrm>
          <a:prstGeom prst="rect">
            <a:avLst/>
          </a:prstGeom>
          <a:noFill/>
          <a:ln w="9525">
            <a:noFill/>
            <a:miter lim="800000"/>
            <a:headEnd/>
            <a:tailEnd/>
          </a:ln>
        </p:spPr>
        <p:txBody>
          <a:bodyPr anchor="ctr"/>
          <a:lstStyle/>
          <a:p>
            <a:pPr algn="ctr">
              <a:defRPr/>
            </a:pPr>
            <a:r>
              <a:rPr lang="en-US" sz="2200" b="1" dirty="0">
                <a:solidFill>
                  <a:schemeClr val="bg1"/>
                </a:solidFill>
                <a:latin typeface="+mj-lt"/>
                <a:ea typeface="+mj-ea"/>
                <a:cs typeface="+mj-cs"/>
              </a:rPr>
              <a:t>KDS – Amalia Zahra, S.Kom., Ph.D.</a:t>
            </a:r>
            <a:endParaRPr lang="id-ID" sz="2200" b="1" dirty="0">
              <a:solidFill>
                <a:schemeClr val="bg1"/>
              </a:solidFill>
              <a:latin typeface="+mj-lt"/>
              <a:ea typeface="+mj-ea"/>
              <a:cs typeface="+mj-cs"/>
            </a:endParaRPr>
          </a:p>
        </p:txBody>
      </p:sp>
    </p:spTree>
  </p:cSld>
  <p:clrMapOvr>
    <a:masterClrMapping/>
  </p:clrMapOvr>
  <p:transition spd="slow">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5B6C1BAF-120F-04C5-A485-D6BC7285A649}"/>
              </a:ext>
            </a:extLst>
          </p:cNvPr>
          <p:cNvSpPr>
            <a:spLocks noGrp="1"/>
          </p:cNvSpPr>
          <p:nvPr>
            <p:ph type="title"/>
          </p:nvPr>
        </p:nvSpPr>
        <p:spPr/>
        <p:txBody>
          <a:bodyPr/>
          <a:lstStyle/>
          <a:p>
            <a:r>
              <a:rPr lang="en-US" altLang="en-US">
                <a:latin typeface="Open Sans" pitchFamily="34" charset="0"/>
              </a:rPr>
              <a:t>Learning Outcomes</a:t>
            </a:r>
          </a:p>
        </p:txBody>
      </p:sp>
      <p:sp>
        <p:nvSpPr>
          <p:cNvPr id="3" name="Content Placeholder 2">
            <a:extLst>
              <a:ext uri="{FF2B5EF4-FFF2-40B4-BE49-F238E27FC236}">
                <a16:creationId xmlns:a16="http://schemas.microsoft.com/office/drawing/2014/main" id="{7E34CF3C-FD2C-083F-116F-041FCDF89A80}"/>
              </a:ext>
            </a:extLst>
          </p:cNvPr>
          <p:cNvSpPr>
            <a:spLocks noGrp="1"/>
          </p:cNvSpPr>
          <p:nvPr>
            <p:ph idx="1"/>
          </p:nvPr>
        </p:nvSpPr>
        <p:spPr/>
        <p:txBody>
          <a:bodyPr>
            <a:normAutofit/>
          </a:bodyPr>
          <a:lstStyle/>
          <a:p>
            <a:pPr marL="0" indent="0">
              <a:buFont typeface="Arial" panose="020B0604020202020204" pitchFamily="34" charset="0"/>
              <a:buNone/>
              <a:defRPr/>
            </a:pPr>
            <a:r>
              <a:rPr lang="en-US" sz="2500" dirty="0"/>
              <a:t>After the completion of this session, students are expected to achieve the following learning outcomes:</a:t>
            </a:r>
          </a:p>
          <a:p>
            <a:pPr>
              <a:defRPr/>
            </a:pPr>
            <a:r>
              <a:rPr lang="en-US" sz="2500" dirty="0"/>
              <a:t>LO2: Describe the characteristics of various Machine Learning algorithms and understand how each of them works, including the mathematical principles underlying the algorithms.</a:t>
            </a:r>
          </a:p>
          <a:p>
            <a:pPr>
              <a:defRPr/>
            </a:pPr>
            <a:r>
              <a:rPr lang="en-US" sz="2500" dirty="0"/>
              <a:t>LO3: Apply relevant Machine Learning algorithms according to individual cases/problems and perform evaluation.</a:t>
            </a:r>
          </a:p>
          <a:p>
            <a:pPr>
              <a:defRPr/>
            </a:pPr>
            <a:r>
              <a:rPr lang="en-US" sz="2500" dirty="0"/>
              <a:t>LO4: Analyze the results obtained from Machine Learning experiments from several perspectives.</a:t>
            </a:r>
          </a:p>
          <a:p>
            <a:pPr>
              <a:defRPr/>
            </a:pPr>
            <a:endParaRPr lang="en-US" sz="2500" dirty="0"/>
          </a:p>
          <a:p>
            <a:pPr>
              <a:defRPr/>
            </a:pPr>
            <a:endParaRPr lang="en-US" sz="2500" dirty="0"/>
          </a:p>
        </p:txBody>
      </p:sp>
      <p:sp>
        <p:nvSpPr>
          <p:cNvPr id="8196" name="Slide Number Placeholder 3">
            <a:extLst>
              <a:ext uri="{FF2B5EF4-FFF2-40B4-BE49-F238E27FC236}">
                <a16:creationId xmlns:a16="http://schemas.microsoft.com/office/drawing/2014/main" id="{A9AE84D1-8FC8-1109-3080-867408CDD51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12EA65B-505F-4632-8C7C-A6054B745EF6}" type="slidenum">
              <a:rPr lang="en-US" altLang="en-US" sz="1200" smtClean="0">
                <a:solidFill>
                  <a:srgbClr val="898989"/>
                </a:solidFill>
              </a:rPr>
              <a:pPr>
                <a:spcBef>
                  <a:spcPct val="0"/>
                </a:spcBef>
                <a:buFontTx/>
                <a:buNone/>
              </a:pPr>
              <a:t>2</a:t>
            </a:fld>
            <a:endParaRPr lang="en-US" altLang="en-US" sz="1200">
              <a:solidFill>
                <a:srgbClr val="898989"/>
              </a:solidFill>
            </a:endParaRPr>
          </a:p>
        </p:txBody>
      </p:sp>
    </p:spTree>
  </p:cSld>
  <p:clrMapOvr>
    <a:masterClrMapping/>
  </p:clrMapOvr>
  <p:transition spd="slow">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9E487274-8855-8664-8A27-A98A8F4F6AE0}"/>
              </a:ext>
            </a:extLst>
          </p:cNvPr>
          <p:cNvSpPr>
            <a:spLocks noGrp="1"/>
          </p:cNvSpPr>
          <p:nvPr>
            <p:ph type="title"/>
          </p:nvPr>
        </p:nvSpPr>
        <p:spPr>
          <a:xfrm>
            <a:off x="1219200" y="533400"/>
            <a:ext cx="7391400" cy="914400"/>
          </a:xfrm>
        </p:spPr>
        <p:txBody>
          <a:bodyPr/>
          <a:lstStyle/>
          <a:p>
            <a:r>
              <a:rPr lang="en-US" altLang="en-US">
                <a:latin typeface="Open Sans" pitchFamily="34" charset="0"/>
              </a:rPr>
              <a:t>Topics</a:t>
            </a:r>
            <a:endParaRPr lang="id-ID" altLang="en-US">
              <a:latin typeface="Open Sans" pitchFamily="34" charset="0"/>
            </a:endParaRPr>
          </a:p>
        </p:txBody>
      </p:sp>
      <p:sp>
        <p:nvSpPr>
          <p:cNvPr id="9219" name="Content Placeholder 2">
            <a:extLst>
              <a:ext uri="{FF2B5EF4-FFF2-40B4-BE49-F238E27FC236}">
                <a16:creationId xmlns:a16="http://schemas.microsoft.com/office/drawing/2014/main" id="{3B0C725C-8138-E160-8AF9-DB12129CF767}"/>
              </a:ext>
            </a:extLst>
          </p:cNvPr>
          <p:cNvSpPr>
            <a:spLocks noGrp="1"/>
          </p:cNvSpPr>
          <p:nvPr>
            <p:ph idx="1"/>
          </p:nvPr>
        </p:nvSpPr>
        <p:spPr>
          <a:xfrm>
            <a:off x="700088" y="1600200"/>
            <a:ext cx="8229600" cy="4391025"/>
          </a:xfrm>
        </p:spPr>
        <p:txBody>
          <a:bodyPr/>
          <a:lstStyle/>
          <a:p>
            <a:r>
              <a:rPr lang="en-US" altLang="en-US" sz="3200" dirty="0">
                <a:latin typeface="Open Sans" pitchFamily="34" charset="0"/>
              </a:rPr>
              <a:t>Regression vs Classification</a:t>
            </a:r>
          </a:p>
          <a:p>
            <a:r>
              <a:rPr lang="en-US" altLang="en-US" sz="3200" dirty="0">
                <a:latin typeface="Open Sans" pitchFamily="34" charset="0"/>
              </a:rPr>
              <a:t>Regression Analysis</a:t>
            </a:r>
          </a:p>
          <a:p>
            <a:pPr lvl="1"/>
            <a:r>
              <a:rPr lang="en-US" altLang="en-US" sz="3200" dirty="0">
                <a:latin typeface="Open Sans" pitchFamily="34" charset="0"/>
              </a:rPr>
              <a:t>Simple Linear Regression</a:t>
            </a:r>
          </a:p>
          <a:p>
            <a:pPr lvl="1"/>
            <a:r>
              <a:rPr lang="en-US" altLang="en-US" sz="3200" dirty="0">
                <a:latin typeface="Open Sans" pitchFamily="34" charset="0"/>
              </a:rPr>
              <a:t>Non-linear Regression</a:t>
            </a:r>
          </a:p>
          <a:p>
            <a:r>
              <a:rPr lang="en-US" altLang="en-US" sz="3200" dirty="0">
                <a:latin typeface="Open Sans" pitchFamily="34" charset="0"/>
              </a:rPr>
              <a:t>Regression Model Evaluation</a:t>
            </a:r>
          </a:p>
        </p:txBody>
      </p:sp>
      <p:sp>
        <p:nvSpPr>
          <p:cNvPr id="9220" name="Slide Number Placeholder 1">
            <a:extLst>
              <a:ext uri="{FF2B5EF4-FFF2-40B4-BE49-F238E27FC236}">
                <a16:creationId xmlns:a16="http://schemas.microsoft.com/office/drawing/2014/main" id="{BF4A37AC-D607-DFF4-F087-416A5ACF8B8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A1F6CD5-4E1A-49AE-97D4-53F20EDF47BB}" type="slidenum">
              <a:rPr lang="en-US" altLang="en-US" sz="1200" smtClean="0">
                <a:solidFill>
                  <a:srgbClr val="898989"/>
                </a:solidFill>
              </a:rPr>
              <a:pPr>
                <a:spcBef>
                  <a:spcPct val="0"/>
                </a:spcBef>
                <a:buFontTx/>
                <a:buNone/>
              </a:pPr>
              <a:t>3</a:t>
            </a:fld>
            <a:endParaRPr lang="en-US" altLang="en-US" sz="1200">
              <a:solidFill>
                <a:srgbClr val="898989"/>
              </a:solidFill>
            </a:endParaRPr>
          </a:p>
        </p:txBody>
      </p:sp>
    </p:spTree>
  </p:cSld>
  <p:clrMapOvr>
    <a:masterClrMapping/>
  </p:clrMapOvr>
  <p:transition spd="slow">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F374B00-C08B-47B8-A7C2-4EA80DCCC66F}"/>
              </a:ext>
            </a:extLst>
          </p:cNvPr>
          <p:cNvSpPr>
            <a:spLocks noGrp="1"/>
          </p:cNvSpPr>
          <p:nvPr>
            <p:ph type="title"/>
          </p:nvPr>
        </p:nvSpPr>
        <p:spPr>
          <a:xfrm>
            <a:off x="1143000" y="3048000"/>
            <a:ext cx="7772400" cy="1362075"/>
          </a:xfrm>
        </p:spPr>
        <p:txBody>
          <a:bodyPr/>
          <a:lstStyle/>
          <a:p>
            <a:pPr algn="ctr">
              <a:defRPr/>
            </a:pPr>
            <a:r>
              <a:rPr lang="en-US" dirty="0"/>
              <a:t>Regression vs Classification</a:t>
            </a:r>
          </a:p>
        </p:txBody>
      </p:sp>
      <p:sp>
        <p:nvSpPr>
          <p:cNvPr id="10243" name="Slide Number Placeholder 3">
            <a:extLst>
              <a:ext uri="{FF2B5EF4-FFF2-40B4-BE49-F238E27FC236}">
                <a16:creationId xmlns:a16="http://schemas.microsoft.com/office/drawing/2014/main" id="{732B378D-23E7-126E-60C4-6D1C7424709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5464207-BF1B-428B-ADCB-596882A9646B}" type="slidenum">
              <a:rPr lang="en-US" altLang="en-US" sz="1200" smtClean="0">
                <a:solidFill>
                  <a:srgbClr val="898989"/>
                </a:solidFill>
              </a:rPr>
              <a:pPr>
                <a:spcBef>
                  <a:spcPct val="0"/>
                </a:spcBef>
                <a:buFontTx/>
                <a:buNone/>
              </a:pPr>
              <a:t>4</a:t>
            </a:fld>
            <a:endParaRPr lang="en-US" altLang="en-US" sz="1200">
              <a:solidFill>
                <a:srgbClr val="898989"/>
              </a:solidFill>
            </a:endParaRPr>
          </a:p>
        </p:txBody>
      </p:sp>
    </p:spTree>
  </p:cSld>
  <p:clrMapOvr>
    <a:masterClrMapping/>
  </p:clrMapOvr>
  <p:transition spd="slow">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4AC94345-7375-FB7F-1180-C8B12FE4E6A3}"/>
              </a:ext>
            </a:extLst>
          </p:cNvPr>
          <p:cNvSpPr>
            <a:spLocks noGrp="1"/>
          </p:cNvSpPr>
          <p:nvPr>
            <p:ph type="title"/>
          </p:nvPr>
        </p:nvSpPr>
        <p:spPr>
          <a:xfrm>
            <a:off x="1371600" y="457200"/>
            <a:ext cx="7391400" cy="914400"/>
          </a:xfrm>
        </p:spPr>
        <p:txBody>
          <a:bodyPr/>
          <a:lstStyle/>
          <a:p>
            <a:r>
              <a:rPr lang="en-US" altLang="en-US" sz="2400">
                <a:latin typeface="Open Sans" pitchFamily="34" charset="0"/>
              </a:rPr>
              <a:t>Regression vs Classification</a:t>
            </a:r>
            <a:endParaRPr lang="id-ID" altLang="en-US" sz="2400">
              <a:latin typeface="Open Sans" pitchFamily="34" charset="0"/>
            </a:endParaRPr>
          </a:p>
        </p:txBody>
      </p:sp>
      <p:sp>
        <p:nvSpPr>
          <p:cNvPr id="11267" name="Slide Number Placeholder 1">
            <a:extLst>
              <a:ext uri="{FF2B5EF4-FFF2-40B4-BE49-F238E27FC236}">
                <a16:creationId xmlns:a16="http://schemas.microsoft.com/office/drawing/2014/main" id="{CF6B49C1-77A0-2C25-DC3E-7EEC6DB9BCE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FB75D8B-4428-4ECA-9532-0D1349B4E6C7}" type="slidenum">
              <a:rPr lang="en-US" altLang="en-US" sz="1200" smtClean="0">
                <a:solidFill>
                  <a:srgbClr val="898989"/>
                </a:solidFill>
              </a:rPr>
              <a:pPr>
                <a:spcBef>
                  <a:spcPct val="0"/>
                </a:spcBef>
                <a:buFontTx/>
                <a:buNone/>
              </a:pPr>
              <a:t>5</a:t>
            </a:fld>
            <a:endParaRPr lang="en-US" altLang="en-US" sz="1200">
              <a:solidFill>
                <a:srgbClr val="898989"/>
              </a:solidFill>
            </a:endParaRPr>
          </a:p>
        </p:txBody>
      </p:sp>
      <p:pic>
        <p:nvPicPr>
          <p:cNvPr id="11268" name="Picture 6" descr="Image for post">
            <a:extLst>
              <a:ext uri="{FF2B5EF4-FFF2-40B4-BE49-F238E27FC236}">
                <a16:creationId xmlns:a16="http://schemas.microsoft.com/office/drawing/2014/main" id="{C61784F8-F0A9-79B3-C8EA-2E7A6BAAD0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572" t="4124" r="13210" b="10654"/>
          <a:stretch>
            <a:fillRect/>
          </a:stretch>
        </p:blipFill>
        <p:spPr bwMode="auto">
          <a:xfrm>
            <a:off x="609600" y="1447800"/>
            <a:ext cx="5929313"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Rounded Corners 1">
            <a:extLst>
              <a:ext uri="{FF2B5EF4-FFF2-40B4-BE49-F238E27FC236}">
                <a16:creationId xmlns:a16="http://schemas.microsoft.com/office/drawing/2014/main" id="{9C73DD9E-9CB2-5D06-0BC6-201A4491B1FF}"/>
              </a:ext>
            </a:extLst>
          </p:cNvPr>
          <p:cNvSpPr/>
          <p:nvPr/>
        </p:nvSpPr>
        <p:spPr>
          <a:xfrm>
            <a:off x="6672263" y="1714500"/>
            <a:ext cx="2286000" cy="914400"/>
          </a:xfrm>
          <a:prstGeom prst="roundRect">
            <a:avLst/>
          </a:prstGeom>
          <a:solidFill>
            <a:srgbClr val="92D05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r>
              <a:rPr lang="en-US" altLang="en-US" sz="2000" b="1" dirty="0">
                <a:solidFill>
                  <a:srgbClr val="0070C0"/>
                </a:solidFill>
              </a:rPr>
              <a:t>predict numeric value (continuous)</a:t>
            </a:r>
            <a:endParaRPr lang="id-ID" altLang="en-US" sz="2000" b="1" dirty="0">
              <a:solidFill>
                <a:srgbClr val="0070C0"/>
              </a:solidFill>
            </a:endParaRPr>
          </a:p>
        </p:txBody>
      </p:sp>
      <p:sp>
        <p:nvSpPr>
          <p:cNvPr id="3" name="Rectangle: Rounded Corners 2">
            <a:extLst>
              <a:ext uri="{FF2B5EF4-FFF2-40B4-BE49-F238E27FC236}">
                <a16:creationId xmlns:a16="http://schemas.microsoft.com/office/drawing/2014/main" id="{354DA3D0-4A4B-DB9A-AA99-24490835AE4E}"/>
              </a:ext>
            </a:extLst>
          </p:cNvPr>
          <p:cNvSpPr/>
          <p:nvPr/>
        </p:nvSpPr>
        <p:spPr>
          <a:xfrm>
            <a:off x="6672263" y="4419600"/>
            <a:ext cx="2286000" cy="914400"/>
          </a:xfrm>
          <a:prstGeom prst="roundRect">
            <a:avLst/>
          </a:prstGeom>
          <a:solidFill>
            <a:srgbClr val="92D05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r>
              <a:rPr lang="en-US" altLang="en-US" sz="2000" b="1" dirty="0">
                <a:solidFill>
                  <a:srgbClr val="0070C0"/>
                </a:solidFill>
              </a:rPr>
              <a:t>predict category (discrete)</a:t>
            </a:r>
            <a:endParaRPr lang="id-ID" altLang="en-US" sz="2000" b="1" dirty="0">
              <a:solidFill>
                <a:srgbClr val="0070C0"/>
              </a:solidFill>
            </a:endParaRPr>
          </a:p>
        </p:txBody>
      </p:sp>
      <p:sp>
        <p:nvSpPr>
          <p:cNvPr id="5" name="TextBox 4">
            <a:extLst>
              <a:ext uri="{FF2B5EF4-FFF2-40B4-BE49-F238E27FC236}">
                <a16:creationId xmlns:a16="http://schemas.microsoft.com/office/drawing/2014/main" id="{2AD62B06-15C3-B482-A7EB-00E5E728C220}"/>
              </a:ext>
            </a:extLst>
          </p:cNvPr>
          <p:cNvSpPr txBox="1">
            <a:spLocks noChangeArrowheads="1"/>
          </p:cNvSpPr>
          <p:nvPr/>
        </p:nvSpPr>
        <p:spPr bwMode="auto">
          <a:xfrm>
            <a:off x="852488" y="6323013"/>
            <a:ext cx="6211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latin typeface="Arial" panose="020B0604020202020204" pitchFamily="34" charset="0"/>
              </a:rPr>
              <a:t>Regression and classification are both supervised learning.</a:t>
            </a: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0"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799A72DA-02B3-5027-B881-B482B4AEAB8A}"/>
              </a:ext>
            </a:extLst>
          </p:cNvPr>
          <p:cNvSpPr>
            <a:spLocks noGrp="1"/>
          </p:cNvSpPr>
          <p:nvPr>
            <p:ph type="title"/>
          </p:nvPr>
        </p:nvSpPr>
        <p:spPr/>
        <p:txBody>
          <a:bodyPr>
            <a:normAutofit fontScale="90000"/>
          </a:bodyPr>
          <a:lstStyle/>
          <a:p>
            <a:pPr>
              <a:defRPr/>
            </a:pPr>
            <a:r>
              <a:rPr lang="en-US" altLang="en-US" dirty="0">
                <a:latin typeface="Open Sans" pitchFamily="34" charset="0"/>
              </a:rPr>
              <a:t>Regression vs Classification: Algorithms</a:t>
            </a:r>
          </a:p>
        </p:txBody>
      </p:sp>
      <p:graphicFrame>
        <p:nvGraphicFramePr>
          <p:cNvPr id="5" name="Table 5">
            <a:extLst>
              <a:ext uri="{FF2B5EF4-FFF2-40B4-BE49-F238E27FC236}">
                <a16:creationId xmlns:a16="http://schemas.microsoft.com/office/drawing/2014/main" id="{A23023DD-26B2-2827-94EA-5BAA79D235B9}"/>
              </a:ext>
            </a:extLst>
          </p:cNvPr>
          <p:cNvGraphicFramePr>
            <a:graphicFrameLocks noGrp="1"/>
          </p:cNvGraphicFramePr>
          <p:nvPr>
            <p:ph idx="1"/>
          </p:nvPr>
        </p:nvGraphicFramePr>
        <p:xfrm>
          <a:off x="685800" y="1905000"/>
          <a:ext cx="8229600" cy="3657599"/>
        </p:xfrm>
        <a:graphic>
          <a:graphicData uri="http://schemas.openxmlformats.org/drawingml/2006/table">
            <a:tbl>
              <a:tblPr firstRow="1" bandRow="1">
                <a:tableStyleId>{FABFCF23-3B69-468F-B69F-88F6DE6A72F2}</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858469">
                <a:tc>
                  <a:txBody>
                    <a:bodyPr/>
                    <a:lstStyle/>
                    <a:p>
                      <a:pPr algn="ctr"/>
                      <a:r>
                        <a:rPr lang="en-US" sz="3200" dirty="0"/>
                        <a:t>Regression</a:t>
                      </a:r>
                    </a:p>
                  </a:txBody>
                  <a:tcPr anchor="ctr"/>
                </a:tc>
                <a:tc>
                  <a:txBody>
                    <a:bodyPr/>
                    <a:lstStyle/>
                    <a:p>
                      <a:pPr algn="ctr"/>
                      <a:r>
                        <a:rPr lang="en-US" sz="3200" dirty="0"/>
                        <a:t>Classification</a:t>
                      </a:r>
                    </a:p>
                  </a:txBody>
                  <a:tcPr anchor="ctr"/>
                </a:tc>
                <a:extLst>
                  <a:ext uri="{0D108BD9-81ED-4DB2-BD59-A6C34878D82A}">
                    <a16:rowId xmlns:a16="http://schemas.microsoft.com/office/drawing/2014/main" val="10000"/>
                  </a:ext>
                </a:extLst>
              </a:tr>
              <a:tr h="520284">
                <a:tc>
                  <a:txBody>
                    <a:bodyPr/>
                    <a:lstStyle/>
                    <a:p>
                      <a:pPr>
                        <a:spcBef>
                          <a:spcPts val="300"/>
                        </a:spcBef>
                        <a:spcAft>
                          <a:spcPts val="300"/>
                        </a:spcAft>
                      </a:pPr>
                      <a:r>
                        <a:rPr lang="en-US" sz="2000" dirty="0"/>
                        <a:t>Linear Regression</a:t>
                      </a:r>
                    </a:p>
                  </a:txBody>
                  <a:tcPr anchor="ctr"/>
                </a:tc>
                <a:tc>
                  <a:txBody>
                    <a:bodyPr/>
                    <a:lstStyle/>
                    <a:p>
                      <a:pPr>
                        <a:spcBef>
                          <a:spcPts val="300"/>
                        </a:spcBef>
                        <a:spcAft>
                          <a:spcPts val="300"/>
                        </a:spcAft>
                      </a:pPr>
                      <a:r>
                        <a:rPr lang="en-US" sz="2000" dirty="0"/>
                        <a:t>k-Nearest Neighbor (KNN)</a:t>
                      </a:r>
                    </a:p>
                  </a:txBody>
                  <a:tcPr anchor="ctr"/>
                </a:tc>
                <a:extLst>
                  <a:ext uri="{0D108BD9-81ED-4DB2-BD59-A6C34878D82A}">
                    <a16:rowId xmlns:a16="http://schemas.microsoft.com/office/drawing/2014/main" val="10001"/>
                  </a:ext>
                </a:extLst>
              </a:tr>
              <a:tr h="468256">
                <a:tc>
                  <a:txBody>
                    <a:bodyPr/>
                    <a:lstStyle/>
                    <a:p>
                      <a:pPr>
                        <a:spcBef>
                          <a:spcPts val="300"/>
                        </a:spcBef>
                        <a:spcAft>
                          <a:spcPts val="300"/>
                        </a:spcAft>
                      </a:pPr>
                      <a:r>
                        <a:rPr lang="en-US" sz="2000" dirty="0"/>
                        <a:t>Non-Linear Regression</a:t>
                      </a:r>
                    </a:p>
                  </a:txBody>
                  <a:tcPr anchor="ctr"/>
                </a:tc>
                <a:tc>
                  <a:txBody>
                    <a:bodyPr/>
                    <a:lstStyle/>
                    <a:p>
                      <a:pPr>
                        <a:spcBef>
                          <a:spcPts val="300"/>
                        </a:spcBef>
                        <a:spcAft>
                          <a:spcPts val="300"/>
                        </a:spcAft>
                      </a:pPr>
                      <a:r>
                        <a:rPr lang="en-US" sz="2000" dirty="0"/>
                        <a:t>Decision Tree</a:t>
                      </a:r>
                    </a:p>
                  </a:txBody>
                  <a:tcPr anchor="ctr"/>
                </a:tc>
                <a:extLst>
                  <a:ext uri="{0D108BD9-81ED-4DB2-BD59-A6C34878D82A}">
                    <a16:rowId xmlns:a16="http://schemas.microsoft.com/office/drawing/2014/main" val="10002"/>
                  </a:ext>
                </a:extLst>
              </a:tr>
              <a:tr h="494270">
                <a:tc>
                  <a:txBody>
                    <a:bodyPr/>
                    <a:lstStyle/>
                    <a:p>
                      <a:pPr>
                        <a:spcBef>
                          <a:spcPts val="300"/>
                        </a:spcBef>
                        <a:spcAft>
                          <a:spcPts val="300"/>
                        </a:spcAft>
                      </a:pPr>
                      <a:r>
                        <a:rPr lang="en-US" sz="2000" dirty="0"/>
                        <a:t>Random Forest</a:t>
                      </a:r>
                    </a:p>
                  </a:txBody>
                  <a:tcPr anchor="ctr"/>
                </a:tc>
                <a:tc>
                  <a:txBody>
                    <a:bodyPr/>
                    <a:lstStyle/>
                    <a:p>
                      <a:pPr>
                        <a:spcBef>
                          <a:spcPts val="300"/>
                        </a:spcBef>
                        <a:spcAft>
                          <a:spcPts val="300"/>
                        </a:spcAft>
                      </a:pPr>
                      <a:r>
                        <a:rPr lang="en-US" sz="2000" dirty="0"/>
                        <a:t>Naïve Bayes</a:t>
                      </a:r>
                    </a:p>
                  </a:txBody>
                  <a:tcPr anchor="ctr"/>
                </a:tc>
                <a:extLst>
                  <a:ext uri="{0D108BD9-81ED-4DB2-BD59-A6C34878D82A}">
                    <a16:rowId xmlns:a16="http://schemas.microsoft.com/office/drawing/2014/main" val="10003"/>
                  </a:ext>
                </a:extLst>
              </a:tr>
              <a:tr h="442242">
                <a:tc>
                  <a:txBody>
                    <a:bodyPr/>
                    <a:lstStyle/>
                    <a:p>
                      <a:pPr>
                        <a:spcBef>
                          <a:spcPts val="300"/>
                        </a:spcBef>
                        <a:spcAft>
                          <a:spcPts val="300"/>
                        </a:spcAft>
                      </a:pPr>
                      <a:r>
                        <a:rPr lang="en-US" sz="2000" dirty="0"/>
                        <a:t>Multilayer Perceptron</a:t>
                      </a:r>
                    </a:p>
                  </a:txBody>
                  <a:tcPr anchor="ctr"/>
                </a:tc>
                <a:tc>
                  <a:txBody>
                    <a:bodyPr/>
                    <a:lstStyle/>
                    <a:p>
                      <a:pPr>
                        <a:spcBef>
                          <a:spcPts val="300"/>
                        </a:spcBef>
                        <a:spcAft>
                          <a:spcPts val="300"/>
                        </a:spcAft>
                      </a:pPr>
                      <a:r>
                        <a:rPr lang="en-US" sz="2000" dirty="0"/>
                        <a:t>Support Vector Machine (SVM)</a:t>
                      </a:r>
                    </a:p>
                  </a:txBody>
                  <a:tcPr anchor="ctr"/>
                </a:tc>
                <a:extLst>
                  <a:ext uri="{0D108BD9-81ED-4DB2-BD59-A6C34878D82A}">
                    <a16:rowId xmlns:a16="http://schemas.microsoft.com/office/drawing/2014/main" val="10004"/>
                  </a:ext>
                </a:extLst>
              </a:tr>
              <a:tr h="468256">
                <a:tc>
                  <a:txBody>
                    <a:bodyPr/>
                    <a:lstStyle/>
                    <a:p>
                      <a:pPr>
                        <a:spcBef>
                          <a:spcPts val="300"/>
                        </a:spcBef>
                        <a:spcAft>
                          <a:spcPts val="300"/>
                        </a:spcAft>
                      </a:pPr>
                      <a:r>
                        <a:rPr lang="en-US" sz="2000" dirty="0"/>
                        <a:t>Convolutional Neural Network (CNN)</a:t>
                      </a:r>
                    </a:p>
                  </a:txBody>
                  <a:tcPr anchor="ctr"/>
                </a:tc>
                <a:tc>
                  <a:txBody>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lang="en-US" sz="2000" dirty="0"/>
                        <a:t>Convolutional Neural Network (CNN)</a:t>
                      </a:r>
                    </a:p>
                  </a:txBody>
                  <a:tcPr anchor="ctr"/>
                </a:tc>
                <a:extLst>
                  <a:ext uri="{0D108BD9-81ED-4DB2-BD59-A6C34878D82A}">
                    <a16:rowId xmlns:a16="http://schemas.microsoft.com/office/drawing/2014/main" val="10005"/>
                  </a:ext>
                </a:extLst>
              </a:tr>
              <a:tr h="405822">
                <a:tc>
                  <a:txBody>
                    <a:bodyPr/>
                    <a:lstStyle/>
                    <a:p>
                      <a:pPr>
                        <a:spcBef>
                          <a:spcPts val="300"/>
                        </a:spcBef>
                        <a:spcAft>
                          <a:spcPts val="300"/>
                        </a:spcAft>
                      </a:pPr>
                      <a:r>
                        <a:rPr lang="en-US" sz="2000" dirty="0" err="1"/>
                        <a:t>etc</a:t>
                      </a:r>
                      <a:endParaRPr lang="en-US" sz="2000" dirty="0"/>
                    </a:p>
                  </a:txBody>
                  <a:tcPr anchor="ctr"/>
                </a:tc>
                <a:tc>
                  <a:txBody>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lang="en-US" sz="2000" dirty="0" err="1"/>
                        <a:t>etc</a:t>
                      </a:r>
                      <a:endParaRPr lang="en-US" sz="2000" dirty="0"/>
                    </a:p>
                  </a:txBody>
                  <a:tcPr anchor="ctr"/>
                </a:tc>
                <a:extLst>
                  <a:ext uri="{0D108BD9-81ED-4DB2-BD59-A6C34878D82A}">
                    <a16:rowId xmlns:a16="http://schemas.microsoft.com/office/drawing/2014/main" val="10006"/>
                  </a:ext>
                </a:extLst>
              </a:tr>
            </a:tbl>
          </a:graphicData>
        </a:graphic>
      </p:graphicFrame>
      <p:sp>
        <p:nvSpPr>
          <p:cNvPr id="13340" name="Slide Number Placeholder 3">
            <a:extLst>
              <a:ext uri="{FF2B5EF4-FFF2-40B4-BE49-F238E27FC236}">
                <a16:creationId xmlns:a16="http://schemas.microsoft.com/office/drawing/2014/main" id="{B42DF82B-917E-169F-B0EF-E444F9BA4DE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710D1E6-3D80-4ED3-B2F3-D6727E9C3C1B}" type="slidenum">
              <a:rPr lang="en-US" altLang="en-US" sz="1200" smtClean="0">
                <a:solidFill>
                  <a:srgbClr val="898989"/>
                </a:solidFill>
              </a:rPr>
              <a:pPr>
                <a:spcBef>
                  <a:spcPct val="0"/>
                </a:spcBef>
                <a:buFontTx/>
                <a:buNone/>
              </a:pPr>
              <a:t>6</a:t>
            </a:fld>
            <a:endParaRPr lang="en-US" altLang="en-US" sz="1200">
              <a:solidFill>
                <a:srgbClr val="898989"/>
              </a:solidFill>
            </a:endParaRPr>
          </a:p>
        </p:txBody>
      </p:sp>
    </p:spTree>
  </p:cSld>
  <p:clrMapOvr>
    <a:masterClrMapping/>
  </p:clrMapOvr>
  <p:transition spd="slow">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A57A6AE8-D9D0-AFD7-3E3C-2C9CC0CB000D}"/>
              </a:ext>
            </a:extLst>
          </p:cNvPr>
          <p:cNvSpPr>
            <a:spLocks noGrp="1"/>
          </p:cNvSpPr>
          <p:nvPr>
            <p:ph type="title"/>
          </p:nvPr>
        </p:nvSpPr>
        <p:spPr/>
        <p:txBody>
          <a:bodyPr/>
          <a:lstStyle/>
          <a:p>
            <a:r>
              <a:rPr lang="en-US" altLang="en-US">
                <a:latin typeface="Open Sans" pitchFamily="34" charset="0"/>
              </a:rPr>
              <a:t>Quiz</a:t>
            </a:r>
          </a:p>
        </p:txBody>
      </p:sp>
      <p:sp>
        <p:nvSpPr>
          <p:cNvPr id="14339" name="Content Placeholder 2">
            <a:extLst>
              <a:ext uri="{FF2B5EF4-FFF2-40B4-BE49-F238E27FC236}">
                <a16:creationId xmlns:a16="http://schemas.microsoft.com/office/drawing/2014/main" id="{39D07984-0AB8-E4A3-6F4F-DD50DFC98611}"/>
              </a:ext>
            </a:extLst>
          </p:cNvPr>
          <p:cNvSpPr>
            <a:spLocks noGrp="1"/>
          </p:cNvSpPr>
          <p:nvPr>
            <p:ph idx="1"/>
          </p:nvPr>
        </p:nvSpPr>
        <p:spPr>
          <a:xfrm>
            <a:off x="1000125" y="1573213"/>
            <a:ext cx="7610475" cy="1017587"/>
          </a:xfrm>
        </p:spPr>
        <p:txBody>
          <a:bodyPr/>
          <a:lstStyle/>
          <a:p>
            <a:pPr marL="0" indent="0">
              <a:buFont typeface="Arial" panose="020B0604020202020204" pitchFamily="34" charset="0"/>
              <a:buNone/>
            </a:pPr>
            <a:r>
              <a:rPr lang="en-US" altLang="en-US">
                <a:latin typeface="Open Sans" pitchFamily="34" charset="0"/>
              </a:rPr>
              <a:t>Given the illustration below, which one is </a:t>
            </a:r>
            <a:r>
              <a:rPr lang="en-US" altLang="en-US" b="1">
                <a:solidFill>
                  <a:srgbClr val="0070C0"/>
                </a:solidFill>
                <a:latin typeface="Open Sans" pitchFamily="34" charset="0"/>
              </a:rPr>
              <a:t>regression</a:t>
            </a:r>
            <a:r>
              <a:rPr lang="en-US" altLang="en-US">
                <a:latin typeface="Open Sans" pitchFamily="34" charset="0"/>
              </a:rPr>
              <a:t>, and which one is </a:t>
            </a:r>
            <a:r>
              <a:rPr lang="en-US" altLang="en-US" b="1">
                <a:solidFill>
                  <a:srgbClr val="0070C0"/>
                </a:solidFill>
                <a:latin typeface="Open Sans" pitchFamily="34" charset="0"/>
              </a:rPr>
              <a:t>classification</a:t>
            </a:r>
            <a:r>
              <a:rPr lang="en-US" altLang="en-US">
                <a:latin typeface="Open Sans" pitchFamily="34" charset="0"/>
              </a:rPr>
              <a:t>?</a:t>
            </a:r>
          </a:p>
        </p:txBody>
      </p:sp>
      <p:sp>
        <p:nvSpPr>
          <p:cNvPr id="14340" name="Slide Number Placeholder 3">
            <a:extLst>
              <a:ext uri="{FF2B5EF4-FFF2-40B4-BE49-F238E27FC236}">
                <a16:creationId xmlns:a16="http://schemas.microsoft.com/office/drawing/2014/main" id="{369ADBBC-A345-1234-C287-A0B448F8420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4A49408-92E1-4792-A2B5-423655038272}" type="slidenum">
              <a:rPr lang="en-US" altLang="en-US" sz="1200" smtClean="0">
                <a:solidFill>
                  <a:srgbClr val="898989"/>
                </a:solidFill>
              </a:rPr>
              <a:pPr>
                <a:spcBef>
                  <a:spcPct val="0"/>
                </a:spcBef>
                <a:buFontTx/>
                <a:buNone/>
              </a:pPr>
              <a:t>7</a:t>
            </a:fld>
            <a:endParaRPr lang="en-US" altLang="en-US" sz="1200">
              <a:solidFill>
                <a:srgbClr val="898989"/>
              </a:solidFill>
            </a:endParaRPr>
          </a:p>
        </p:txBody>
      </p:sp>
      <p:pic>
        <p:nvPicPr>
          <p:cNvPr id="14341" name="Picture 2" descr="Image for post">
            <a:extLst>
              <a:ext uri="{FF2B5EF4-FFF2-40B4-BE49-F238E27FC236}">
                <a16:creationId xmlns:a16="http://schemas.microsoft.com/office/drawing/2014/main" id="{8E06068B-B6AA-FC6F-EE1A-4A7DDE3238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1667"/>
          <a:stretch>
            <a:fillRect/>
          </a:stretch>
        </p:blipFill>
        <p:spPr bwMode="auto">
          <a:xfrm>
            <a:off x="825500" y="2819400"/>
            <a:ext cx="7610475" cy="336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2" name="TextBox 4">
            <a:extLst>
              <a:ext uri="{FF2B5EF4-FFF2-40B4-BE49-F238E27FC236}">
                <a16:creationId xmlns:a16="http://schemas.microsoft.com/office/drawing/2014/main" id="{723FA8A7-526B-5AEC-D01A-D787928ECFFE}"/>
              </a:ext>
            </a:extLst>
          </p:cNvPr>
          <p:cNvSpPr txBox="1">
            <a:spLocks noChangeArrowheads="1"/>
          </p:cNvSpPr>
          <p:nvPr/>
        </p:nvSpPr>
        <p:spPr bwMode="auto">
          <a:xfrm>
            <a:off x="2590800" y="5995988"/>
            <a:ext cx="466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latin typeface="Arial" panose="020B0604020202020204" pitchFamily="34" charset="0"/>
              </a:rPr>
              <a:t>(a)</a:t>
            </a:r>
          </a:p>
        </p:txBody>
      </p:sp>
      <p:sp>
        <p:nvSpPr>
          <p:cNvPr id="14343" name="TextBox 5">
            <a:extLst>
              <a:ext uri="{FF2B5EF4-FFF2-40B4-BE49-F238E27FC236}">
                <a16:creationId xmlns:a16="http://schemas.microsoft.com/office/drawing/2014/main" id="{8F28B07D-CA68-CAB4-7CB2-234B73417BD7}"/>
              </a:ext>
            </a:extLst>
          </p:cNvPr>
          <p:cNvSpPr txBox="1">
            <a:spLocks noChangeArrowheads="1"/>
          </p:cNvSpPr>
          <p:nvPr/>
        </p:nvSpPr>
        <p:spPr bwMode="auto">
          <a:xfrm>
            <a:off x="6324600" y="5995988"/>
            <a:ext cx="466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latin typeface="Arial" panose="020B0604020202020204" pitchFamily="34" charset="0"/>
              </a:rPr>
              <a:t>(b)</a:t>
            </a:r>
          </a:p>
        </p:txBody>
      </p:sp>
    </p:spTree>
  </p:cSld>
  <p:clrMapOvr>
    <a:masterClrMapping/>
  </p:clrMapOvr>
  <p:transition spd="slow">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B16F7F6-0BEF-BB67-1694-A75AB21BAFBA}"/>
              </a:ext>
            </a:extLst>
          </p:cNvPr>
          <p:cNvSpPr>
            <a:spLocks noGrp="1"/>
          </p:cNvSpPr>
          <p:nvPr>
            <p:ph type="title"/>
          </p:nvPr>
        </p:nvSpPr>
        <p:spPr>
          <a:xfrm>
            <a:off x="1143000" y="3048000"/>
            <a:ext cx="7772400" cy="1362075"/>
          </a:xfrm>
        </p:spPr>
        <p:txBody>
          <a:bodyPr/>
          <a:lstStyle/>
          <a:p>
            <a:pPr algn="ctr">
              <a:defRPr/>
            </a:pPr>
            <a:r>
              <a:rPr lang="en-US" dirty="0"/>
              <a:t>Regression Analysis</a:t>
            </a:r>
          </a:p>
        </p:txBody>
      </p:sp>
      <p:sp>
        <p:nvSpPr>
          <p:cNvPr id="16387" name="Slide Number Placeholder 3">
            <a:extLst>
              <a:ext uri="{FF2B5EF4-FFF2-40B4-BE49-F238E27FC236}">
                <a16:creationId xmlns:a16="http://schemas.microsoft.com/office/drawing/2014/main" id="{46BE7032-64EF-5BF0-D094-AF2C2240FA1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5BAC0CF-8694-40AC-9869-0A6A69104B02}" type="slidenum">
              <a:rPr lang="en-US" altLang="en-US" sz="1200" smtClean="0">
                <a:solidFill>
                  <a:srgbClr val="898989"/>
                </a:solidFill>
              </a:rPr>
              <a:pPr>
                <a:spcBef>
                  <a:spcPct val="0"/>
                </a:spcBef>
                <a:buFontTx/>
                <a:buNone/>
              </a:pPr>
              <a:t>8</a:t>
            </a:fld>
            <a:endParaRPr lang="en-US" altLang="en-US" sz="1200">
              <a:solidFill>
                <a:srgbClr val="898989"/>
              </a:solidFill>
            </a:endParaRPr>
          </a:p>
        </p:txBody>
      </p:sp>
    </p:spTree>
  </p:cSld>
  <p:clrMapOvr>
    <a:masterClrMapping/>
  </p:clrMapOvr>
  <p:transition spd="slow">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4">
            <a:extLst>
              <a:ext uri="{FF2B5EF4-FFF2-40B4-BE49-F238E27FC236}">
                <a16:creationId xmlns:a16="http://schemas.microsoft.com/office/drawing/2014/main" id="{8C3265F4-6087-1115-90B6-4AE4A81AD5FD}"/>
              </a:ext>
            </a:extLst>
          </p:cNvPr>
          <p:cNvSpPr>
            <a:spLocks noGrp="1"/>
          </p:cNvSpPr>
          <p:nvPr>
            <p:ph type="title"/>
          </p:nvPr>
        </p:nvSpPr>
        <p:spPr/>
        <p:txBody>
          <a:bodyPr/>
          <a:lstStyle/>
          <a:p>
            <a:r>
              <a:rPr lang="en-US" altLang="en-US">
                <a:latin typeface="Open Sans" pitchFamily="34" charset="0"/>
              </a:rPr>
              <a:t>What is Regression?</a:t>
            </a:r>
          </a:p>
        </p:txBody>
      </p:sp>
      <p:sp>
        <p:nvSpPr>
          <p:cNvPr id="6" name="Content Placeholder 5">
            <a:extLst>
              <a:ext uri="{FF2B5EF4-FFF2-40B4-BE49-F238E27FC236}">
                <a16:creationId xmlns:a16="http://schemas.microsoft.com/office/drawing/2014/main" id="{2D0014A5-0F44-8D21-1C96-8C2BD793A34F}"/>
              </a:ext>
            </a:extLst>
          </p:cNvPr>
          <p:cNvSpPr>
            <a:spLocks noGrp="1"/>
          </p:cNvSpPr>
          <p:nvPr>
            <p:ph idx="1"/>
          </p:nvPr>
        </p:nvSpPr>
        <p:spPr/>
        <p:txBody>
          <a:bodyPr>
            <a:normAutofit lnSpcReduction="10000"/>
          </a:bodyPr>
          <a:lstStyle/>
          <a:p>
            <a:pPr>
              <a:defRPr/>
            </a:pPr>
            <a:r>
              <a:rPr lang="en-US" sz="2400" b="1" dirty="0"/>
              <a:t>Regression analysis </a:t>
            </a:r>
            <a:r>
              <a:rPr lang="en-US" sz="2400" dirty="0"/>
              <a:t>is a study that allows us to predict a continuous </a:t>
            </a:r>
            <a:r>
              <a:rPr lang="en-US" sz="2400" dirty="0">
                <a:solidFill>
                  <a:srgbClr val="0070C0"/>
                </a:solidFill>
              </a:rPr>
              <a:t>outcome variable</a:t>
            </a:r>
            <a:r>
              <a:rPr lang="en-US" sz="2400" dirty="0"/>
              <a:t>/explained variable/dependent variable (y) based on the value of  one or multiple </a:t>
            </a:r>
            <a:r>
              <a:rPr lang="en-US" sz="2400" dirty="0">
                <a:solidFill>
                  <a:srgbClr val="0070C0"/>
                </a:solidFill>
              </a:rPr>
              <a:t>predictor variable(s)/</a:t>
            </a:r>
            <a:r>
              <a:rPr lang="en-US" sz="2400" dirty="0"/>
              <a:t>explanatory variable(s)/independent variable(s) (x).</a:t>
            </a:r>
          </a:p>
          <a:p>
            <a:pPr>
              <a:defRPr/>
            </a:pPr>
            <a:r>
              <a:rPr lang="en-US" sz="2400" dirty="0"/>
              <a:t>If there is only one independent variable, the regression analysis is called </a:t>
            </a:r>
            <a:r>
              <a:rPr lang="en-US" sz="2400" u="sng" dirty="0"/>
              <a:t>simple regression</a:t>
            </a:r>
            <a:r>
              <a:rPr lang="en-US" sz="2400" dirty="0"/>
              <a:t>.</a:t>
            </a:r>
          </a:p>
          <a:p>
            <a:pPr lvl="1">
              <a:defRPr/>
            </a:pPr>
            <a:r>
              <a:rPr lang="en-US" sz="2400" dirty="0"/>
              <a:t>simple linear regression and non-linear regression</a:t>
            </a:r>
          </a:p>
          <a:p>
            <a:pPr>
              <a:defRPr/>
            </a:pPr>
            <a:r>
              <a:rPr lang="en-US" sz="2400" dirty="0"/>
              <a:t>If the number of independent variables is more than one, it is called </a:t>
            </a:r>
            <a:r>
              <a:rPr lang="en-US" sz="2400" u="sng" dirty="0"/>
              <a:t>multiple regression</a:t>
            </a:r>
            <a:r>
              <a:rPr lang="en-US" sz="2400" dirty="0"/>
              <a:t>.</a:t>
            </a:r>
          </a:p>
          <a:p>
            <a:pPr>
              <a:defRPr/>
            </a:pPr>
            <a:r>
              <a:rPr lang="en-US" sz="2400" dirty="0"/>
              <a:t>The outcome of regression analysis is an </a:t>
            </a:r>
            <a:r>
              <a:rPr lang="en-US" sz="2400" dirty="0">
                <a:solidFill>
                  <a:srgbClr val="00B050"/>
                </a:solidFill>
              </a:rPr>
              <a:t>equation</a:t>
            </a:r>
            <a:r>
              <a:rPr lang="en-US" sz="2400" dirty="0"/>
              <a:t>.</a:t>
            </a:r>
          </a:p>
          <a:p>
            <a:pPr lvl="1">
              <a:defRPr/>
            </a:pPr>
            <a:r>
              <a:rPr lang="en-US" sz="2000" dirty="0"/>
              <a:t>This equation is a function that receives value(s) of independent variable(s) to produce/predict a value of the dependent variable.</a:t>
            </a:r>
          </a:p>
        </p:txBody>
      </p:sp>
      <p:sp>
        <p:nvSpPr>
          <p:cNvPr id="17412" name="Slide Number Placeholder 3">
            <a:extLst>
              <a:ext uri="{FF2B5EF4-FFF2-40B4-BE49-F238E27FC236}">
                <a16:creationId xmlns:a16="http://schemas.microsoft.com/office/drawing/2014/main" id="{A9FD1F12-9D68-7B9E-072F-41B589ED089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ACA2336-7783-4CE8-A45E-1E49D1061D26}" type="slidenum">
              <a:rPr lang="en-US" altLang="en-US" sz="1200" smtClean="0">
                <a:solidFill>
                  <a:srgbClr val="898989"/>
                </a:solidFill>
              </a:rPr>
              <a:pPr>
                <a:spcBef>
                  <a:spcPct val="0"/>
                </a:spcBef>
                <a:buFontTx/>
                <a:buNone/>
              </a:pPr>
              <a:t>9</a:t>
            </a:fld>
            <a:endParaRPr lang="en-US" altLang="en-US" sz="1200">
              <a:solidFill>
                <a:srgbClr val="898989"/>
              </a:solidFill>
            </a:endParaRPr>
          </a:p>
        </p:txBody>
      </p:sp>
    </p:spTree>
  </p:cSld>
  <p:clrMapOvr>
    <a:masterClrMapping/>
  </p:clrMapOvr>
  <p:transition spd="slow">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12BF027A-2DD3-D6C2-DB95-BFEE384C3319}"/>
              </a:ext>
            </a:extLst>
          </p:cNvPr>
          <p:cNvSpPr>
            <a:spLocks noGrp="1"/>
          </p:cNvSpPr>
          <p:nvPr>
            <p:ph type="title"/>
          </p:nvPr>
        </p:nvSpPr>
        <p:spPr/>
        <p:txBody>
          <a:bodyPr/>
          <a:lstStyle/>
          <a:p>
            <a:r>
              <a:rPr lang="en-US" altLang="en-US">
                <a:latin typeface="Open Sans" pitchFamily="34" charset="0"/>
              </a:rPr>
              <a:t>Logistic Regression</a:t>
            </a:r>
          </a:p>
        </p:txBody>
      </p:sp>
      <p:sp>
        <p:nvSpPr>
          <p:cNvPr id="18435" name="Content Placeholder 2">
            <a:extLst>
              <a:ext uri="{FF2B5EF4-FFF2-40B4-BE49-F238E27FC236}">
                <a16:creationId xmlns:a16="http://schemas.microsoft.com/office/drawing/2014/main" id="{3B13B2CB-B79E-FFA6-3416-38310163091D}"/>
              </a:ext>
            </a:extLst>
          </p:cNvPr>
          <p:cNvSpPr>
            <a:spLocks noGrp="1"/>
          </p:cNvSpPr>
          <p:nvPr>
            <p:ph idx="1"/>
          </p:nvPr>
        </p:nvSpPr>
        <p:spPr>
          <a:xfrm>
            <a:off x="685800" y="1524000"/>
            <a:ext cx="8229600" cy="5105400"/>
          </a:xfrm>
        </p:spPr>
        <p:txBody>
          <a:bodyPr/>
          <a:lstStyle/>
          <a:p>
            <a:pPr marL="342900" lvl="1" indent="-342900">
              <a:spcBef>
                <a:spcPct val="0"/>
              </a:spcBef>
              <a:buFont typeface="Arial" panose="020B0604020202020204" pitchFamily="34" charset="0"/>
              <a:buChar char="•"/>
            </a:pPr>
            <a:r>
              <a:rPr lang="en-US" altLang="en-US" sz="2200" dirty="0">
                <a:latin typeface="Open Sans" pitchFamily="34" charset="0"/>
              </a:rPr>
              <a:t>Logistic Regression is NOT used for regression!</a:t>
            </a:r>
          </a:p>
          <a:p>
            <a:pPr marL="342900" lvl="1" indent="-342900">
              <a:spcBef>
                <a:spcPct val="0"/>
              </a:spcBef>
              <a:buFont typeface="Arial" panose="020B0604020202020204" pitchFamily="34" charset="0"/>
              <a:buChar char="•"/>
            </a:pPr>
            <a:r>
              <a:rPr lang="en-US" altLang="en-US" sz="2200" dirty="0">
                <a:latin typeface="Open Sans" pitchFamily="34" charset="0"/>
              </a:rPr>
              <a:t>Widely used for classification (dependent variable </a:t>
            </a:r>
            <a:r>
              <a:rPr lang="en-US" altLang="en-US" sz="2200" i="1" dirty="0">
                <a:latin typeface="Open Sans" pitchFamily="34" charset="0"/>
              </a:rPr>
              <a:t>f(x)</a:t>
            </a:r>
            <a:r>
              <a:rPr lang="en-US" altLang="en-US" sz="2200" dirty="0">
                <a:latin typeface="Open Sans" pitchFamily="34" charset="0"/>
              </a:rPr>
              <a:t> is </a:t>
            </a:r>
            <a:r>
              <a:rPr lang="en-US" altLang="en-US" sz="2200" b="1" dirty="0">
                <a:latin typeface="Open Sans" pitchFamily="34" charset="0"/>
              </a:rPr>
              <a:t>binary</a:t>
            </a:r>
            <a:r>
              <a:rPr lang="en-US" altLang="en-US" sz="2200" dirty="0">
                <a:latin typeface="Open Sans" pitchFamily="34" charset="0"/>
              </a:rPr>
              <a:t>). </a:t>
            </a:r>
          </a:p>
          <a:p>
            <a:pPr marL="342900" lvl="1" indent="-342900">
              <a:spcBef>
                <a:spcPct val="0"/>
              </a:spcBef>
              <a:buFont typeface="Arial" panose="020B0604020202020204" pitchFamily="34" charset="0"/>
              <a:buChar char="•"/>
            </a:pPr>
            <a:r>
              <a:rPr lang="en-US" altLang="en-US" sz="2200" dirty="0">
                <a:latin typeface="Open Sans" pitchFamily="34" charset="0"/>
              </a:rPr>
              <a:t>All data must be in numeric.</a:t>
            </a:r>
          </a:p>
          <a:p>
            <a:pPr marL="342900" lvl="1" indent="-342900">
              <a:spcBef>
                <a:spcPct val="0"/>
              </a:spcBef>
              <a:buFont typeface="Arial" panose="020B0604020202020204" pitchFamily="34" charset="0"/>
              <a:buChar char="•"/>
            </a:pPr>
            <a:r>
              <a:rPr lang="en-US" altLang="en-US" sz="2200" dirty="0">
                <a:latin typeface="Open Sans" pitchFamily="34" charset="0"/>
              </a:rPr>
              <a:t>Often used in neural network to introduce nonlinearity.</a:t>
            </a:r>
          </a:p>
          <a:p>
            <a:pPr marL="342900" lvl="1" indent="-342900">
              <a:spcBef>
                <a:spcPct val="0"/>
              </a:spcBef>
              <a:buFont typeface="Arial" panose="020B0604020202020204" pitchFamily="34" charset="0"/>
              <a:buChar char="•"/>
            </a:pPr>
            <a:r>
              <a:rPr lang="en-US" altLang="en-US" sz="2200" dirty="0">
                <a:latin typeface="Open Sans" pitchFamily="34" charset="0"/>
              </a:rPr>
              <a:t>Data modeled to fit a logistic line (</a:t>
            </a:r>
            <a:r>
              <a:rPr lang="en-US" altLang="en-US" sz="2200" i="1" dirty="0">
                <a:latin typeface="Open Sans" pitchFamily="34" charset="0"/>
              </a:rPr>
              <a:t>S</a:t>
            </a:r>
            <a:r>
              <a:rPr lang="en-US" altLang="en-US" sz="2200" dirty="0">
                <a:latin typeface="Open Sans" pitchFamily="34" charset="0"/>
              </a:rPr>
              <a:t>-like shape).</a:t>
            </a:r>
          </a:p>
          <a:p>
            <a:r>
              <a:rPr lang="en-US" altLang="en-US" sz="2200" dirty="0">
                <a:latin typeface="Open Sans" pitchFamily="34" charset="0"/>
              </a:rPr>
              <a:t>Parameters </a:t>
            </a:r>
            <a:r>
              <a:rPr lang="en-US" altLang="en-US" sz="2200" i="1" dirty="0">
                <a:latin typeface="Open Sans" pitchFamily="34" charset="0"/>
              </a:rPr>
              <a:t>k</a:t>
            </a:r>
            <a:r>
              <a:rPr lang="en-US" altLang="en-US" sz="2200" dirty="0">
                <a:latin typeface="Open Sans" pitchFamily="34" charset="0"/>
              </a:rPr>
              <a:t> is estimated to "best fit" the data.</a:t>
            </a:r>
          </a:p>
          <a:p>
            <a:endParaRPr lang="en-US" altLang="en-US" sz="2200" dirty="0">
              <a:latin typeface="Open Sans" pitchFamily="34" charset="0"/>
            </a:endParaRPr>
          </a:p>
        </p:txBody>
      </p:sp>
      <p:sp>
        <p:nvSpPr>
          <p:cNvPr id="18436" name="Slide Number Placeholder 3">
            <a:extLst>
              <a:ext uri="{FF2B5EF4-FFF2-40B4-BE49-F238E27FC236}">
                <a16:creationId xmlns:a16="http://schemas.microsoft.com/office/drawing/2014/main" id="{9718CE8E-AEAF-1069-D137-4F096A232D2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FAE9D74-ACEE-48BF-B412-331804DE69F2}" type="slidenum">
              <a:rPr lang="en-US" altLang="en-US" sz="1200" smtClean="0">
                <a:solidFill>
                  <a:srgbClr val="898989"/>
                </a:solidFill>
              </a:rPr>
              <a:pPr>
                <a:spcBef>
                  <a:spcPct val="0"/>
                </a:spcBef>
                <a:buFontTx/>
                <a:buNone/>
              </a:pPr>
              <a:t>10</a:t>
            </a:fld>
            <a:endParaRPr lang="en-US" altLang="en-US" sz="1200">
              <a:solidFill>
                <a:srgbClr val="898989"/>
              </a:solidFill>
            </a:endParaRPr>
          </a:p>
        </p:txBody>
      </p:sp>
      <p:pic>
        <p:nvPicPr>
          <p:cNvPr id="18437" name="Picture 2">
            <a:extLst>
              <a:ext uri="{FF2B5EF4-FFF2-40B4-BE49-F238E27FC236}">
                <a16:creationId xmlns:a16="http://schemas.microsoft.com/office/drawing/2014/main" id="{F681B97E-8EB2-0AD8-BF6A-177D67B29A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2550" y="4953000"/>
            <a:ext cx="3103563"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8438" name="Group 3">
            <a:extLst>
              <a:ext uri="{FF2B5EF4-FFF2-40B4-BE49-F238E27FC236}">
                <a16:creationId xmlns:a16="http://schemas.microsoft.com/office/drawing/2014/main" id="{A1CBE8EF-1C06-CA0C-926A-92987F66FA47}"/>
              </a:ext>
            </a:extLst>
          </p:cNvPr>
          <p:cNvGrpSpPr>
            <a:grpSpLocks/>
          </p:cNvGrpSpPr>
          <p:nvPr/>
        </p:nvGrpSpPr>
        <p:grpSpPr bwMode="auto">
          <a:xfrm>
            <a:off x="1447800" y="4041775"/>
            <a:ext cx="3495675" cy="2740025"/>
            <a:chOff x="381110" y="3849663"/>
            <a:chExt cx="3250387" cy="2587541"/>
          </a:xfrm>
        </p:grpSpPr>
        <p:pic>
          <p:nvPicPr>
            <p:cNvPr id="18439" name="Picture 5">
              <a:extLst>
                <a:ext uri="{FF2B5EF4-FFF2-40B4-BE49-F238E27FC236}">
                  <a16:creationId xmlns:a16="http://schemas.microsoft.com/office/drawing/2014/main" id="{1924C581-2610-81EE-A1A8-4D4D2EF016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110" y="3849663"/>
              <a:ext cx="485775" cy="29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40" name="Picture 8">
              <a:extLst>
                <a:ext uri="{FF2B5EF4-FFF2-40B4-BE49-F238E27FC236}">
                  <a16:creationId xmlns:a16="http://schemas.microsoft.com/office/drawing/2014/main" id="{0BBC410E-56C4-E653-80C0-A1E3FB710F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0997" y="6126046"/>
              <a:ext cx="1905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41" name="Picture 9">
              <a:extLst>
                <a:ext uri="{FF2B5EF4-FFF2-40B4-BE49-F238E27FC236}">
                  <a16:creationId xmlns:a16="http://schemas.microsoft.com/office/drawing/2014/main" id="{12815C1F-D6CC-DC47-F431-F53F0F8882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7898" y="4144938"/>
              <a:ext cx="2903099" cy="2292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ransition spd="slow">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 name="Picture 2" descr="https://miro.medium.com/max/700/0*gw7tT54lP2aE3yoa.png">
            <a:extLst>
              <a:ext uri="{FF2B5EF4-FFF2-40B4-BE49-F238E27FC236}">
                <a16:creationId xmlns:a16="http://schemas.microsoft.com/office/drawing/2014/main" id="{02A79114-75D1-6456-2DCA-80533BA121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1543" r="17577" b="44714"/>
          <a:stretch>
            <a:fillRect/>
          </a:stretch>
        </p:blipFill>
        <p:spPr bwMode="auto">
          <a:xfrm>
            <a:off x="5413375" y="5562600"/>
            <a:ext cx="1116013"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9" name="Title 1">
            <a:extLst>
              <a:ext uri="{FF2B5EF4-FFF2-40B4-BE49-F238E27FC236}">
                <a16:creationId xmlns:a16="http://schemas.microsoft.com/office/drawing/2014/main" id="{AF9BA78D-38A0-EC6D-FC14-BCFD900A14CA}"/>
              </a:ext>
            </a:extLst>
          </p:cNvPr>
          <p:cNvSpPr>
            <a:spLocks noGrp="1"/>
          </p:cNvSpPr>
          <p:nvPr>
            <p:ph type="title"/>
          </p:nvPr>
        </p:nvSpPr>
        <p:spPr>
          <a:xfrm>
            <a:off x="2057400" y="228600"/>
            <a:ext cx="6324600" cy="1143000"/>
          </a:xfrm>
        </p:spPr>
        <p:txBody>
          <a:bodyPr/>
          <a:lstStyle/>
          <a:p>
            <a:r>
              <a:rPr lang="en-US" altLang="en-US">
                <a:latin typeface="Open Sans" pitchFamily="34" charset="0"/>
              </a:rPr>
              <a:t>Regression</a:t>
            </a:r>
          </a:p>
        </p:txBody>
      </p:sp>
      <p:sp>
        <p:nvSpPr>
          <p:cNvPr id="19460" name="Slide Number Placeholder 3">
            <a:extLst>
              <a:ext uri="{FF2B5EF4-FFF2-40B4-BE49-F238E27FC236}">
                <a16:creationId xmlns:a16="http://schemas.microsoft.com/office/drawing/2014/main" id="{19FF17D9-323F-DE81-7919-38B5DAC549F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493E27E-880C-4983-86E3-B43278264C84}" type="slidenum">
              <a:rPr lang="en-US" altLang="en-US" sz="1200" smtClean="0">
                <a:solidFill>
                  <a:srgbClr val="898989"/>
                </a:solidFill>
              </a:rPr>
              <a:pPr>
                <a:spcBef>
                  <a:spcPct val="0"/>
                </a:spcBef>
                <a:buFontTx/>
                <a:buNone/>
              </a:pPr>
              <a:t>11</a:t>
            </a:fld>
            <a:endParaRPr lang="en-US" altLang="en-US" sz="1200">
              <a:solidFill>
                <a:srgbClr val="898989"/>
              </a:solidFill>
            </a:endParaRPr>
          </a:p>
        </p:txBody>
      </p:sp>
      <p:sp>
        <p:nvSpPr>
          <p:cNvPr id="5" name="Rectangle 4">
            <a:extLst>
              <a:ext uri="{FF2B5EF4-FFF2-40B4-BE49-F238E27FC236}">
                <a16:creationId xmlns:a16="http://schemas.microsoft.com/office/drawing/2014/main" id="{649E347A-DE18-080C-17A9-B2A15D0FAC28}"/>
              </a:ext>
            </a:extLst>
          </p:cNvPr>
          <p:cNvSpPr/>
          <p:nvPr/>
        </p:nvSpPr>
        <p:spPr>
          <a:xfrm>
            <a:off x="3657600" y="1597025"/>
            <a:ext cx="2438400" cy="990600"/>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solidFill>
                  <a:schemeClr val="tx1"/>
                </a:solidFill>
              </a:rPr>
              <a:t>Regression Analysis</a:t>
            </a:r>
          </a:p>
        </p:txBody>
      </p:sp>
      <p:sp>
        <p:nvSpPr>
          <p:cNvPr id="7" name="Rectangle 6">
            <a:extLst>
              <a:ext uri="{FF2B5EF4-FFF2-40B4-BE49-F238E27FC236}">
                <a16:creationId xmlns:a16="http://schemas.microsoft.com/office/drawing/2014/main" id="{0CC43E8F-0B04-CB29-03F3-AFD722A91266}"/>
              </a:ext>
            </a:extLst>
          </p:cNvPr>
          <p:cNvSpPr/>
          <p:nvPr/>
        </p:nvSpPr>
        <p:spPr>
          <a:xfrm>
            <a:off x="1676400" y="3113088"/>
            <a:ext cx="1981200" cy="762000"/>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solidFill>
                  <a:schemeClr val="tx1"/>
                </a:solidFill>
              </a:rPr>
              <a:t>Linear Regression</a:t>
            </a:r>
          </a:p>
        </p:txBody>
      </p:sp>
      <p:sp>
        <p:nvSpPr>
          <p:cNvPr id="9" name="Rectangle 8">
            <a:extLst>
              <a:ext uri="{FF2B5EF4-FFF2-40B4-BE49-F238E27FC236}">
                <a16:creationId xmlns:a16="http://schemas.microsoft.com/office/drawing/2014/main" id="{D6777904-91E1-F234-FC43-69213209A776}"/>
              </a:ext>
            </a:extLst>
          </p:cNvPr>
          <p:cNvSpPr/>
          <p:nvPr/>
        </p:nvSpPr>
        <p:spPr>
          <a:xfrm>
            <a:off x="6086475" y="3113088"/>
            <a:ext cx="1981200" cy="762000"/>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solidFill>
                  <a:schemeClr val="tx1"/>
                </a:solidFill>
              </a:rPr>
              <a:t>Nonlinear Regression</a:t>
            </a:r>
          </a:p>
        </p:txBody>
      </p:sp>
      <p:sp>
        <p:nvSpPr>
          <p:cNvPr id="11" name="Rectangle 10">
            <a:extLst>
              <a:ext uri="{FF2B5EF4-FFF2-40B4-BE49-F238E27FC236}">
                <a16:creationId xmlns:a16="http://schemas.microsoft.com/office/drawing/2014/main" id="{C264138B-05B4-A1E7-EC9D-0314294D3876}"/>
              </a:ext>
            </a:extLst>
          </p:cNvPr>
          <p:cNvSpPr/>
          <p:nvPr/>
        </p:nvSpPr>
        <p:spPr>
          <a:xfrm>
            <a:off x="533400" y="4419600"/>
            <a:ext cx="1828800" cy="914400"/>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Simple Linear Regression (SLR)</a:t>
            </a:r>
          </a:p>
        </p:txBody>
      </p:sp>
      <p:sp>
        <p:nvSpPr>
          <p:cNvPr id="13" name="Rectangle 12">
            <a:extLst>
              <a:ext uri="{FF2B5EF4-FFF2-40B4-BE49-F238E27FC236}">
                <a16:creationId xmlns:a16="http://schemas.microsoft.com/office/drawing/2014/main" id="{ACF68076-6FB6-2FEA-62BC-5747B8C9321C}"/>
              </a:ext>
            </a:extLst>
          </p:cNvPr>
          <p:cNvSpPr/>
          <p:nvPr/>
        </p:nvSpPr>
        <p:spPr>
          <a:xfrm>
            <a:off x="2743200" y="4419600"/>
            <a:ext cx="1828800" cy="914400"/>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Multiple Linear Regression (SLR)</a:t>
            </a:r>
          </a:p>
        </p:txBody>
      </p:sp>
      <p:sp>
        <p:nvSpPr>
          <p:cNvPr id="15" name="Rectangle 14">
            <a:extLst>
              <a:ext uri="{FF2B5EF4-FFF2-40B4-BE49-F238E27FC236}">
                <a16:creationId xmlns:a16="http://schemas.microsoft.com/office/drawing/2014/main" id="{1FFE301C-A44D-7EE1-ABE8-850226A5858C}"/>
              </a:ext>
            </a:extLst>
          </p:cNvPr>
          <p:cNvSpPr/>
          <p:nvPr/>
        </p:nvSpPr>
        <p:spPr>
          <a:xfrm>
            <a:off x="5268913" y="4419600"/>
            <a:ext cx="1600200" cy="914400"/>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Quadratic Regression</a:t>
            </a:r>
          </a:p>
        </p:txBody>
      </p:sp>
      <p:sp>
        <p:nvSpPr>
          <p:cNvPr id="17" name="Rectangle 16">
            <a:extLst>
              <a:ext uri="{FF2B5EF4-FFF2-40B4-BE49-F238E27FC236}">
                <a16:creationId xmlns:a16="http://schemas.microsoft.com/office/drawing/2014/main" id="{5E716EF4-4E89-8F7D-3FA0-371A29CAF8A0}"/>
              </a:ext>
            </a:extLst>
          </p:cNvPr>
          <p:cNvSpPr/>
          <p:nvPr/>
        </p:nvSpPr>
        <p:spPr>
          <a:xfrm>
            <a:off x="7315200" y="4419600"/>
            <a:ext cx="1600200" cy="914400"/>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Cubic Regression</a:t>
            </a:r>
          </a:p>
        </p:txBody>
      </p:sp>
      <p:sp>
        <p:nvSpPr>
          <p:cNvPr id="18" name="TextBox 17">
            <a:extLst>
              <a:ext uri="{FF2B5EF4-FFF2-40B4-BE49-F238E27FC236}">
                <a16:creationId xmlns:a16="http://schemas.microsoft.com/office/drawing/2014/main" id="{867DE77F-5BDF-2294-7491-3D17D2CD3EC9}"/>
              </a:ext>
            </a:extLst>
          </p:cNvPr>
          <p:cNvSpPr txBox="1"/>
          <p:nvPr/>
        </p:nvSpPr>
        <p:spPr>
          <a:xfrm>
            <a:off x="1687513" y="6064250"/>
            <a:ext cx="1654175" cy="461963"/>
          </a:xfrm>
          <a:prstGeom prst="rect">
            <a:avLst/>
          </a:prstGeom>
          <a:noFill/>
        </p:spPr>
        <p:txBody>
          <a:bodyPr wrap="none">
            <a:spAutoFit/>
          </a:bodyPr>
          <a:lstStyle/>
          <a:p>
            <a:pPr>
              <a:defRPr/>
            </a:pPr>
            <a:r>
              <a:rPr lang="en-US" sz="2400" dirty="0">
                <a:solidFill>
                  <a:srgbClr val="0070C0"/>
                </a:solidFill>
                <a:latin typeface="+mj-lt"/>
              </a:rPr>
              <a:t>straight line</a:t>
            </a:r>
          </a:p>
        </p:txBody>
      </p:sp>
      <p:sp>
        <p:nvSpPr>
          <p:cNvPr id="20" name="TextBox 19">
            <a:extLst>
              <a:ext uri="{FF2B5EF4-FFF2-40B4-BE49-F238E27FC236}">
                <a16:creationId xmlns:a16="http://schemas.microsoft.com/office/drawing/2014/main" id="{4A084F05-05F4-9E10-976C-3CB1AD20DC5C}"/>
              </a:ext>
            </a:extLst>
          </p:cNvPr>
          <p:cNvSpPr txBox="1"/>
          <p:nvPr/>
        </p:nvSpPr>
        <p:spPr>
          <a:xfrm>
            <a:off x="6294438" y="6015038"/>
            <a:ext cx="1565275" cy="461962"/>
          </a:xfrm>
          <a:prstGeom prst="rect">
            <a:avLst/>
          </a:prstGeom>
          <a:noFill/>
        </p:spPr>
        <p:txBody>
          <a:bodyPr wrap="none">
            <a:spAutoFit/>
          </a:bodyPr>
          <a:lstStyle/>
          <a:p>
            <a:pPr>
              <a:defRPr/>
            </a:pPr>
            <a:r>
              <a:rPr lang="en-US" sz="2400" dirty="0">
                <a:solidFill>
                  <a:srgbClr val="0070C0"/>
                </a:solidFill>
                <a:latin typeface="+mj-lt"/>
              </a:rPr>
              <a:t>curved line</a:t>
            </a:r>
          </a:p>
        </p:txBody>
      </p:sp>
      <p:cxnSp>
        <p:nvCxnSpPr>
          <p:cNvPr id="22" name="Connector: Elbow 21">
            <a:extLst>
              <a:ext uri="{FF2B5EF4-FFF2-40B4-BE49-F238E27FC236}">
                <a16:creationId xmlns:a16="http://schemas.microsoft.com/office/drawing/2014/main" id="{65A66FDE-F5A5-EDFC-8845-02C3A270B0D0}"/>
              </a:ext>
            </a:extLst>
          </p:cNvPr>
          <p:cNvCxnSpPr>
            <a:stCxn id="5" idx="2"/>
            <a:endCxn id="7" idx="0"/>
          </p:cNvCxnSpPr>
          <p:nvPr/>
        </p:nvCxnSpPr>
        <p:spPr>
          <a:xfrm rot="5400000">
            <a:off x="3509168" y="1745457"/>
            <a:ext cx="525463" cy="2209800"/>
          </a:xfrm>
          <a:prstGeom prst="bentConnector3">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7B91666B-9BC7-C8C7-E679-CFD599CF17C8}"/>
              </a:ext>
            </a:extLst>
          </p:cNvPr>
          <p:cNvCxnSpPr>
            <a:cxnSpLocks/>
            <a:stCxn id="5" idx="2"/>
            <a:endCxn id="9" idx="0"/>
          </p:cNvCxnSpPr>
          <p:nvPr/>
        </p:nvCxnSpPr>
        <p:spPr>
          <a:xfrm rot="16200000" flipH="1">
            <a:off x="5714206" y="1750219"/>
            <a:ext cx="525463" cy="2200275"/>
          </a:xfrm>
          <a:prstGeom prst="bentConnector3">
            <a:avLst>
              <a:gd name="adj1" fmla="val 50000"/>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E6539E94-549D-02E8-B986-F7C471A6052D}"/>
              </a:ext>
            </a:extLst>
          </p:cNvPr>
          <p:cNvCxnSpPr>
            <a:cxnSpLocks/>
            <a:stCxn id="7" idx="2"/>
            <a:endCxn id="11" idx="0"/>
          </p:cNvCxnSpPr>
          <p:nvPr/>
        </p:nvCxnSpPr>
        <p:spPr>
          <a:xfrm rot="5400000">
            <a:off x="1785144" y="3537744"/>
            <a:ext cx="544512" cy="1219200"/>
          </a:xfrm>
          <a:prstGeom prst="bentConnector3">
            <a:avLst>
              <a:gd name="adj1" fmla="val 50000"/>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55DF0A5D-459E-B5F9-45E8-8987F3B4BC17}"/>
              </a:ext>
            </a:extLst>
          </p:cNvPr>
          <p:cNvCxnSpPr>
            <a:cxnSpLocks/>
            <a:stCxn id="7" idx="2"/>
            <a:endCxn id="13" idx="0"/>
          </p:cNvCxnSpPr>
          <p:nvPr/>
        </p:nvCxnSpPr>
        <p:spPr>
          <a:xfrm rot="16200000" flipH="1">
            <a:off x="2890044" y="3652044"/>
            <a:ext cx="544512" cy="990600"/>
          </a:xfrm>
          <a:prstGeom prst="bentConnector3">
            <a:avLst>
              <a:gd name="adj1" fmla="val 50000"/>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0564423A-0E5F-1831-42D6-86E8089A557D}"/>
              </a:ext>
            </a:extLst>
          </p:cNvPr>
          <p:cNvCxnSpPr>
            <a:cxnSpLocks/>
            <a:stCxn id="9" idx="2"/>
            <a:endCxn id="15" idx="0"/>
          </p:cNvCxnSpPr>
          <p:nvPr/>
        </p:nvCxnSpPr>
        <p:spPr>
          <a:xfrm rot="5400000">
            <a:off x="6300788" y="3643313"/>
            <a:ext cx="544512" cy="1008062"/>
          </a:xfrm>
          <a:prstGeom prst="bentConnector3">
            <a:avLst>
              <a:gd name="adj1" fmla="val 50000"/>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003235A0-E388-495D-42FA-F137772D0011}"/>
              </a:ext>
            </a:extLst>
          </p:cNvPr>
          <p:cNvCxnSpPr>
            <a:cxnSpLocks/>
            <a:stCxn id="9" idx="2"/>
            <a:endCxn id="17" idx="0"/>
          </p:cNvCxnSpPr>
          <p:nvPr/>
        </p:nvCxnSpPr>
        <p:spPr>
          <a:xfrm rot="16200000" flipH="1">
            <a:off x="7323932" y="3628231"/>
            <a:ext cx="544512" cy="1038225"/>
          </a:xfrm>
          <a:prstGeom prst="bentConnector3">
            <a:avLst>
              <a:gd name="adj1" fmla="val 50000"/>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8" name="Arrow: Down 37">
            <a:extLst>
              <a:ext uri="{FF2B5EF4-FFF2-40B4-BE49-F238E27FC236}">
                <a16:creationId xmlns:a16="http://schemas.microsoft.com/office/drawing/2014/main" id="{07EDCB38-E310-E39D-AE92-DA3C1371B871}"/>
              </a:ext>
            </a:extLst>
          </p:cNvPr>
          <p:cNvSpPr/>
          <p:nvPr/>
        </p:nvSpPr>
        <p:spPr>
          <a:xfrm>
            <a:off x="2362200" y="5519738"/>
            <a:ext cx="304800" cy="542925"/>
          </a:xfrm>
          <a:prstGeom prst="down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0" name="Arrow: Down 39">
            <a:extLst>
              <a:ext uri="{FF2B5EF4-FFF2-40B4-BE49-F238E27FC236}">
                <a16:creationId xmlns:a16="http://schemas.microsoft.com/office/drawing/2014/main" id="{A0979078-BA8B-67EB-7976-FEF9C1616772}"/>
              </a:ext>
            </a:extLst>
          </p:cNvPr>
          <p:cNvSpPr/>
          <p:nvPr/>
        </p:nvSpPr>
        <p:spPr>
          <a:xfrm>
            <a:off x="6924675" y="5470525"/>
            <a:ext cx="304800" cy="544513"/>
          </a:xfrm>
          <a:prstGeom prst="down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42" name="Straight Connector 41">
            <a:extLst>
              <a:ext uri="{FF2B5EF4-FFF2-40B4-BE49-F238E27FC236}">
                <a16:creationId xmlns:a16="http://schemas.microsoft.com/office/drawing/2014/main" id="{1B9E35E0-A8BB-D270-DB8F-F07049775EFD}"/>
              </a:ext>
            </a:extLst>
          </p:cNvPr>
          <p:cNvCxnSpPr/>
          <p:nvPr/>
        </p:nvCxnSpPr>
        <p:spPr>
          <a:xfrm>
            <a:off x="4876800" y="3113088"/>
            <a:ext cx="0" cy="3475037"/>
          </a:xfrm>
          <a:prstGeom prst="line">
            <a:avLst/>
          </a:prstGeom>
          <a:ln w="1905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FDD4FB89-D544-622E-36AC-D334F78FCA5E}"/>
              </a:ext>
            </a:extLst>
          </p:cNvPr>
          <p:cNvSpPr/>
          <p:nvPr/>
        </p:nvSpPr>
        <p:spPr>
          <a:xfrm>
            <a:off x="381000" y="4283075"/>
            <a:ext cx="2124075" cy="1279525"/>
          </a:xfrm>
          <a:prstGeom prst="ellipse">
            <a:avLst/>
          </a:prstGeom>
          <a:no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5" name="Oval 44">
            <a:extLst>
              <a:ext uri="{FF2B5EF4-FFF2-40B4-BE49-F238E27FC236}">
                <a16:creationId xmlns:a16="http://schemas.microsoft.com/office/drawing/2014/main" id="{5401B956-2439-C3DA-976F-224A45B9DFE8}"/>
              </a:ext>
            </a:extLst>
          </p:cNvPr>
          <p:cNvSpPr/>
          <p:nvPr/>
        </p:nvSpPr>
        <p:spPr>
          <a:xfrm>
            <a:off x="4953000" y="4238625"/>
            <a:ext cx="2124075" cy="1281113"/>
          </a:xfrm>
          <a:prstGeom prst="ellipse">
            <a:avLst/>
          </a:prstGeom>
          <a:no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47" name="Picture 2" descr="https://miro.medium.com/max/700/0*gw7tT54lP2aE3yoa.png">
            <a:extLst>
              <a:ext uri="{FF2B5EF4-FFF2-40B4-BE49-F238E27FC236}">
                <a16:creationId xmlns:a16="http://schemas.microsoft.com/office/drawing/2014/main" id="{81B0AF3F-1532-D7F1-F88B-7C72AEEEE7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9615" t="40437" r="53281"/>
          <a:stretch>
            <a:fillRect/>
          </a:stretch>
        </p:blipFill>
        <p:spPr bwMode="auto">
          <a:xfrm>
            <a:off x="895350" y="5638800"/>
            <a:ext cx="85725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37DFA34-6BC6-1360-34A7-3550DE8D3D57}"/>
              </a:ext>
            </a:extLst>
          </p:cNvPr>
          <p:cNvSpPr>
            <a:spLocks noGrp="1"/>
          </p:cNvSpPr>
          <p:nvPr>
            <p:ph type="title"/>
          </p:nvPr>
        </p:nvSpPr>
        <p:spPr>
          <a:xfrm>
            <a:off x="925513" y="3505200"/>
            <a:ext cx="7772400" cy="698500"/>
          </a:xfrm>
        </p:spPr>
        <p:txBody>
          <a:bodyPr/>
          <a:lstStyle/>
          <a:p>
            <a:pPr algn="ctr">
              <a:defRPr/>
            </a:pPr>
            <a:r>
              <a:rPr lang="en-US" sz="3200" dirty="0">
                <a:solidFill>
                  <a:schemeClr val="bg1">
                    <a:lumMod val="50000"/>
                  </a:schemeClr>
                </a:solidFill>
              </a:rPr>
              <a:t>Simple Linear Regression (SLR)</a:t>
            </a:r>
          </a:p>
        </p:txBody>
      </p:sp>
      <p:sp>
        <p:nvSpPr>
          <p:cNvPr id="20483" name="Slide Number Placeholder 3">
            <a:extLst>
              <a:ext uri="{FF2B5EF4-FFF2-40B4-BE49-F238E27FC236}">
                <a16:creationId xmlns:a16="http://schemas.microsoft.com/office/drawing/2014/main" id="{37D1BF5D-BC63-C163-9054-7BF9A202C31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670F351-DD48-48E4-A82B-05B63A271E3A}" type="slidenum">
              <a:rPr lang="en-US" altLang="en-US" sz="1200" smtClean="0">
                <a:solidFill>
                  <a:srgbClr val="898989"/>
                </a:solidFill>
              </a:rPr>
              <a:pPr>
                <a:spcBef>
                  <a:spcPct val="0"/>
                </a:spcBef>
                <a:buFontTx/>
                <a:buNone/>
              </a:pPr>
              <a:t>12</a:t>
            </a:fld>
            <a:endParaRPr lang="en-US" altLang="en-US" sz="1200">
              <a:solidFill>
                <a:srgbClr val="898989"/>
              </a:solidFill>
            </a:endParaRPr>
          </a:p>
        </p:txBody>
      </p:sp>
      <p:sp>
        <p:nvSpPr>
          <p:cNvPr id="7" name="Title 4">
            <a:extLst>
              <a:ext uri="{FF2B5EF4-FFF2-40B4-BE49-F238E27FC236}">
                <a16:creationId xmlns:a16="http://schemas.microsoft.com/office/drawing/2014/main" id="{E6D6D347-3369-8CF9-B952-75A3997BDE2B}"/>
              </a:ext>
            </a:extLst>
          </p:cNvPr>
          <p:cNvSpPr txBox="1">
            <a:spLocks/>
          </p:cNvSpPr>
          <p:nvPr/>
        </p:nvSpPr>
        <p:spPr bwMode="auto">
          <a:xfrm>
            <a:off x="903288" y="2667000"/>
            <a:ext cx="7772400" cy="1362075"/>
          </a:xfrm>
          <a:prstGeom prst="rect">
            <a:avLst/>
          </a:prstGeom>
          <a:noFill/>
          <a:ln>
            <a:noFill/>
          </a:ln>
        </p:spPr>
        <p:txBody>
          <a:bodyPr/>
          <a:lstStyle>
            <a:lvl1pPr algn="l" rtl="0" eaLnBrk="0" fontAlgn="base" hangingPunct="0">
              <a:spcBef>
                <a:spcPct val="0"/>
              </a:spcBef>
              <a:spcAft>
                <a:spcPct val="0"/>
              </a:spcAft>
              <a:defRPr sz="4000" b="1" kern="1200" cap="all">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ctr">
              <a:defRPr/>
            </a:pPr>
            <a:r>
              <a:rPr lang="en-US" dirty="0"/>
              <a:t>Regression Analysis</a:t>
            </a:r>
          </a:p>
        </p:txBody>
      </p:sp>
    </p:spTree>
  </p:cSld>
  <p:clrMapOvr>
    <a:masterClrMapping/>
  </p:clrMapOvr>
  <p:transition spd="slow">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25B7B-2C74-A9A4-FEC4-C98F643A6EFB}"/>
              </a:ext>
            </a:extLst>
          </p:cNvPr>
          <p:cNvSpPr>
            <a:spLocks noGrp="1"/>
          </p:cNvSpPr>
          <p:nvPr>
            <p:ph type="title"/>
          </p:nvPr>
        </p:nvSpPr>
        <p:spPr/>
        <p:txBody>
          <a:bodyPr>
            <a:normAutofit fontScale="90000"/>
          </a:bodyPr>
          <a:lstStyle/>
          <a:p>
            <a:pPr>
              <a:defRPr/>
            </a:pPr>
            <a:r>
              <a:rPr lang="en-US" dirty="0"/>
              <a:t>Simple Linear Regression (SLR)</a:t>
            </a:r>
          </a:p>
        </p:txBody>
      </p:sp>
      <p:sp>
        <p:nvSpPr>
          <p:cNvPr id="21507" name="Content Placeholder 2">
            <a:extLst>
              <a:ext uri="{FF2B5EF4-FFF2-40B4-BE49-F238E27FC236}">
                <a16:creationId xmlns:a16="http://schemas.microsoft.com/office/drawing/2014/main" id="{CD746E50-6336-17AC-E6EE-63B3B4FD64F4}"/>
              </a:ext>
            </a:extLst>
          </p:cNvPr>
          <p:cNvSpPr>
            <a:spLocks noGrp="1"/>
          </p:cNvSpPr>
          <p:nvPr>
            <p:ph idx="1"/>
          </p:nvPr>
        </p:nvSpPr>
        <p:spPr/>
        <p:txBody>
          <a:bodyPr/>
          <a:lstStyle/>
          <a:p>
            <a:r>
              <a:rPr lang="en-US" altLang="en-US" b="1">
                <a:solidFill>
                  <a:srgbClr val="0070C0"/>
                </a:solidFill>
                <a:latin typeface="Open Sans" pitchFamily="34" charset="0"/>
              </a:rPr>
              <a:t>x</a:t>
            </a:r>
            <a:r>
              <a:rPr lang="en-US" altLang="en-US">
                <a:latin typeface="Open Sans" pitchFamily="34" charset="0"/>
              </a:rPr>
              <a:t>: independent variable / explanatory variable / predictor variable</a:t>
            </a:r>
          </a:p>
          <a:p>
            <a:endParaRPr lang="en-US" altLang="en-US">
              <a:latin typeface="Open Sans" pitchFamily="34" charset="0"/>
            </a:endParaRPr>
          </a:p>
          <a:p>
            <a:r>
              <a:rPr lang="en-US" altLang="en-US" b="1">
                <a:solidFill>
                  <a:srgbClr val="0070C0"/>
                </a:solidFill>
                <a:latin typeface="Open Sans" pitchFamily="34" charset="0"/>
              </a:rPr>
              <a:t>y</a:t>
            </a:r>
            <a:r>
              <a:rPr lang="en-US" altLang="en-US">
                <a:latin typeface="Open Sans" pitchFamily="34" charset="0"/>
              </a:rPr>
              <a:t>: dependent variable / explained variable / outcome variable</a:t>
            </a:r>
          </a:p>
          <a:p>
            <a:endParaRPr lang="en-US" altLang="en-US">
              <a:latin typeface="Open Sans" pitchFamily="34" charset="0"/>
            </a:endParaRPr>
          </a:p>
          <a:p>
            <a:r>
              <a:rPr lang="en-US" altLang="en-US">
                <a:latin typeface="Open Sans" pitchFamily="34" charset="0"/>
              </a:rPr>
              <a:t>The result equation: </a:t>
            </a:r>
            <a:r>
              <a:rPr lang="en-US" altLang="en-US" b="1">
                <a:latin typeface="Open Sans" pitchFamily="34" charset="0"/>
              </a:rPr>
              <a:t>linear</a:t>
            </a:r>
            <a:r>
              <a:rPr lang="en-US" altLang="en-US">
                <a:latin typeface="Open Sans" pitchFamily="34" charset="0"/>
              </a:rPr>
              <a:t> equation</a:t>
            </a:r>
          </a:p>
        </p:txBody>
      </p:sp>
      <p:sp>
        <p:nvSpPr>
          <p:cNvPr id="21508" name="Slide Number Placeholder 3">
            <a:extLst>
              <a:ext uri="{FF2B5EF4-FFF2-40B4-BE49-F238E27FC236}">
                <a16:creationId xmlns:a16="http://schemas.microsoft.com/office/drawing/2014/main" id="{527AFDED-6264-7F31-6F60-B6B78BEE422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4CCB08F-CA51-4239-A7D5-1C305A348CF2}" type="slidenum">
              <a:rPr lang="en-US" altLang="en-US" sz="1200" smtClean="0">
                <a:solidFill>
                  <a:srgbClr val="898989"/>
                </a:solidFill>
              </a:rPr>
              <a:pPr>
                <a:spcBef>
                  <a:spcPct val="0"/>
                </a:spcBef>
                <a:buFontTx/>
                <a:buNone/>
              </a:pPr>
              <a:t>13</a:t>
            </a:fld>
            <a:endParaRPr lang="en-US" altLang="en-US" sz="1200">
              <a:solidFill>
                <a:srgbClr val="898989"/>
              </a:solidFill>
            </a:endParaRPr>
          </a:p>
        </p:txBody>
      </p:sp>
    </p:spTree>
  </p:cSld>
  <p:clrMapOvr>
    <a:masterClrMapping/>
  </p:clrMapOvr>
  <p:transition spd="slow">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A94EDD4C-4916-3FD8-BD50-66B50FE9BB0C}"/>
              </a:ext>
            </a:extLst>
          </p:cNvPr>
          <p:cNvSpPr>
            <a:spLocks noGrp="1"/>
          </p:cNvSpPr>
          <p:nvPr>
            <p:ph type="title"/>
          </p:nvPr>
        </p:nvSpPr>
        <p:spPr/>
        <p:txBody>
          <a:bodyPr/>
          <a:lstStyle/>
          <a:p>
            <a:r>
              <a:rPr lang="en-US" altLang="en-US">
                <a:latin typeface="Open Sans" pitchFamily="34" charset="0"/>
              </a:rPr>
              <a:t>Case Examples of SLR</a:t>
            </a:r>
          </a:p>
        </p:txBody>
      </p:sp>
      <p:sp>
        <p:nvSpPr>
          <p:cNvPr id="22531" name="Content Placeholder 2">
            <a:extLst>
              <a:ext uri="{FF2B5EF4-FFF2-40B4-BE49-F238E27FC236}">
                <a16:creationId xmlns:a16="http://schemas.microsoft.com/office/drawing/2014/main" id="{A16D10DA-941A-4D64-61BD-C39484B0210F}"/>
              </a:ext>
            </a:extLst>
          </p:cNvPr>
          <p:cNvSpPr>
            <a:spLocks noGrp="1"/>
          </p:cNvSpPr>
          <p:nvPr>
            <p:ph idx="1"/>
          </p:nvPr>
        </p:nvSpPr>
        <p:spPr/>
        <p:txBody>
          <a:bodyPr/>
          <a:lstStyle/>
          <a:p>
            <a:r>
              <a:rPr lang="en-US" altLang="en-US">
                <a:latin typeface="Open Sans" pitchFamily="34" charset="0"/>
              </a:rPr>
              <a:t>Relationship between the working duration of a machine with the quality of products produced by the machine.</a:t>
            </a:r>
          </a:p>
          <a:p>
            <a:r>
              <a:rPr lang="en-US" altLang="en-US">
                <a:latin typeface="Open Sans" pitchFamily="34" charset="0"/>
              </a:rPr>
              <a:t>Relationship between the number of employees with the number of items being produced. </a:t>
            </a:r>
          </a:p>
          <a:p>
            <a:r>
              <a:rPr lang="en-US" altLang="en-US">
                <a:latin typeface="Open Sans" pitchFamily="34" charset="0"/>
              </a:rPr>
              <a:t>Relationship between room temperature in a factory with damaged items being produced.</a:t>
            </a:r>
          </a:p>
          <a:p>
            <a:endParaRPr lang="en-US" altLang="en-US">
              <a:latin typeface="Open Sans" pitchFamily="34" charset="0"/>
            </a:endParaRPr>
          </a:p>
        </p:txBody>
      </p:sp>
      <p:sp>
        <p:nvSpPr>
          <p:cNvPr id="22532" name="Slide Number Placeholder 3">
            <a:extLst>
              <a:ext uri="{FF2B5EF4-FFF2-40B4-BE49-F238E27FC236}">
                <a16:creationId xmlns:a16="http://schemas.microsoft.com/office/drawing/2014/main" id="{26F09CBF-E7B4-82F4-D6DF-6C7D3450C34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FC4C3EE-AF7D-4027-AD75-BE014A062F6A}" type="slidenum">
              <a:rPr lang="en-US" altLang="en-US" sz="1200" smtClean="0">
                <a:solidFill>
                  <a:srgbClr val="898989"/>
                </a:solidFill>
              </a:rPr>
              <a:pPr>
                <a:spcBef>
                  <a:spcPct val="0"/>
                </a:spcBef>
                <a:buFontTx/>
                <a:buNone/>
              </a:pPr>
              <a:t>14</a:t>
            </a:fld>
            <a:endParaRPr lang="en-US" altLang="en-US" sz="1200">
              <a:solidFill>
                <a:srgbClr val="898989"/>
              </a:solidFill>
            </a:endParaRPr>
          </a:p>
        </p:txBody>
      </p:sp>
    </p:spTree>
  </p:cSld>
  <p:clrMapOvr>
    <a:masterClrMapping/>
  </p:clrMapOvr>
  <p:transition spd="slow">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B72376D1-D658-EE23-C597-6BC190649E37}"/>
              </a:ext>
            </a:extLst>
          </p:cNvPr>
          <p:cNvSpPr>
            <a:spLocks noGrp="1"/>
          </p:cNvSpPr>
          <p:nvPr>
            <p:ph type="title"/>
          </p:nvPr>
        </p:nvSpPr>
        <p:spPr/>
        <p:txBody>
          <a:bodyPr/>
          <a:lstStyle/>
          <a:p>
            <a:r>
              <a:rPr lang="en-US" altLang="en-US">
                <a:latin typeface="Open Sans" pitchFamily="34" charset="0"/>
              </a:rPr>
              <a:t>SLR Example</a:t>
            </a:r>
          </a:p>
        </p:txBody>
      </p:sp>
      <p:sp>
        <p:nvSpPr>
          <p:cNvPr id="23555" name="Slide Number Placeholder 3">
            <a:extLst>
              <a:ext uri="{FF2B5EF4-FFF2-40B4-BE49-F238E27FC236}">
                <a16:creationId xmlns:a16="http://schemas.microsoft.com/office/drawing/2014/main" id="{34FCB1F7-8145-2B72-27CF-09F81EDAEBE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A3340DE-3538-4983-B355-630CCECF4E2D}" type="slidenum">
              <a:rPr lang="en-US" altLang="en-US" sz="1200" smtClean="0">
                <a:solidFill>
                  <a:srgbClr val="898989"/>
                </a:solidFill>
              </a:rPr>
              <a:pPr>
                <a:spcBef>
                  <a:spcPct val="0"/>
                </a:spcBef>
                <a:buFontTx/>
                <a:buNone/>
              </a:pPr>
              <a:t>15</a:t>
            </a:fld>
            <a:endParaRPr lang="en-US" altLang="en-US" sz="1200">
              <a:solidFill>
                <a:srgbClr val="898989"/>
              </a:solidFill>
            </a:endParaRPr>
          </a:p>
        </p:txBody>
      </p:sp>
      <p:pic>
        <p:nvPicPr>
          <p:cNvPr id="23556" name="Picture 6">
            <a:extLst>
              <a:ext uri="{FF2B5EF4-FFF2-40B4-BE49-F238E27FC236}">
                <a16:creationId xmlns:a16="http://schemas.microsoft.com/office/drawing/2014/main" id="{334C346E-5E71-AEC3-9378-945A67F5CD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2100" y="2133600"/>
            <a:ext cx="3009900" cy="418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7" name="TextBox 7">
            <a:extLst>
              <a:ext uri="{FF2B5EF4-FFF2-40B4-BE49-F238E27FC236}">
                <a16:creationId xmlns:a16="http://schemas.microsoft.com/office/drawing/2014/main" id="{4AB79E68-A6A0-FC32-84E1-4CC706BED737}"/>
              </a:ext>
            </a:extLst>
          </p:cNvPr>
          <p:cNvSpPr txBox="1">
            <a:spLocks noChangeArrowheads="1"/>
          </p:cNvSpPr>
          <p:nvPr/>
        </p:nvSpPr>
        <p:spPr bwMode="auto">
          <a:xfrm>
            <a:off x="1066800" y="2311400"/>
            <a:ext cx="3505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a:latin typeface="Arial" panose="020B0604020202020204" pitchFamily="34" charset="0"/>
              </a:rPr>
              <a:t>Task: predicting CO2 emissions based on the engine size of a car.</a:t>
            </a:r>
          </a:p>
        </p:txBody>
      </p:sp>
      <p:sp>
        <p:nvSpPr>
          <p:cNvPr id="10" name="TextBox 9">
            <a:extLst>
              <a:ext uri="{FF2B5EF4-FFF2-40B4-BE49-F238E27FC236}">
                <a16:creationId xmlns:a16="http://schemas.microsoft.com/office/drawing/2014/main" id="{2E8FDAC8-1846-19F8-467C-3DA4C1718F80}"/>
              </a:ext>
            </a:extLst>
          </p:cNvPr>
          <p:cNvSpPr txBox="1">
            <a:spLocks noChangeArrowheads="1"/>
          </p:cNvSpPr>
          <p:nvPr/>
        </p:nvSpPr>
        <p:spPr bwMode="auto">
          <a:xfrm>
            <a:off x="1055688" y="4046538"/>
            <a:ext cx="35052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a:latin typeface="Arial" panose="020B0604020202020204" pitchFamily="34" charset="0"/>
              </a:rPr>
              <a:t>x: engine size</a:t>
            </a:r>
          </a:p>
          <a:p>
            <a:pPr>
              <a:spcBef>
                <a:spcPct val="0"/>
              </a:spcBef>
              <a:buFontTx/>
              <a:buNone/>
            </a:pPr>
            <a:r>
              <a:rPr lang="en-US" altLang="en-US" sz="2400">
                <a:latin typeface="Arial" panose="020B0604020202020204" pitchFamily="34" charset="0"/>
              </a:rPr>
              <a:t>y: CO2 emissions</a:t>
            </a:r>
          </a:p>
        </p:txBody>
      </p:sp>
      <p:grpSp>
        <p:nvGrpSpPr>
          <p:cNvPr id="23" name="Group 22">
            <a:extLst>
              <a:ext uri="{FF2B5EF4-FFF2-40B4-BE49-F238E27FC236}">
                <a16:creationId xmlns:a16="http://schemas.microsoft.com/office/drawing/2014/main" id="{6FA83A4B-1944-9D0A-8391-C4334C5C97A6}"/>
              </a:ext>
            </a:extLst>
          </p:cNvPr>
          <p:cNvGrpSpPr>
            <a:grpSpLocks/>
          </p:cNvGrpSpPr>
          <p:nvPr/>
        </p:nvGrpSpPr>
        <p:grpSpPr bwMode="auto">
          <a:xfrm>
            <a:off x="4087813" y="1535113"/>
            <a:ext cx="2568575" cy="903287"/>
            <a:chOff x="4087133" y="1534886"/>
            <a:chExt cx="2569934" cy="903514"/>
          </a:xfrm>
        </p:grpSpPr>
        <p:sp>
          <p:nvSpPr>
            <p:cNvPr id="23565" name="TextBox 10">
              <a:extLst>
                <a:ext uri="{FF2B5EF4-FFF2-40B4-BE49-F238E27FC236}">
                  <a16:creationId xmlns:a16="http://schemas.microsoft.com/office/drawing/2014/main" id="{B4657DDF-5421-B557-8A36-69598D605818}"/>
                </a:ext>
              </a:extLst>
            </p:cNvPr>
            <p:cNvSpPr txBox="1">
              <a:spLocks noChangeArrowheads="1"/>
            </p:cNvSpPr>
            <p:nvPr/>
          </p:nvSpPr>
          <p:spPr bwMode="auto">
            <a:xfrm>
              <a:off x="4087133" y="1534886"/>
              <a:ext cx="256993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latin typeface="Arial" panose="020B0604020202020204" pitchFamily="34" charset="0"/>
                </a:rPr>
                <a:t>x: independent variable</a:t>
              </a:r>
            </a:p>
          </p:txBody>
        </p:sp>
        <p:cxnSp>
          <p:nvCxnSpPr>
            <p:cNvPr id="15" name="Straight Arrow Connector 14">
              <a:extLst>
                <a:ext uri="{FF2B5EF4-FFF2-40B4-BE49-F238E27FC236}">
                  <a16:creationId xmlns:a16="http://schemas.microsoft.com/office/drawing/2014/main" id="{16D27B99-57E4-CCA7-E836-A8683808579E}"/>
                </a:ext>
              </a:extLst>
            </p:cNvPr>
            <p:cNvCxnSpPr>
              <a:stCxn id="23565" idx="2"/>
            </p:cNvCxnSpPr>
            <p:nvPr/>
          </p:nvCxnSpPr>
          <p:spPr>
            <a:xfrm>
              <a:off x="5372099" y="1904866"/>
              <a:ext cx="800523" cy="53353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BBFD7FE4-5FCB-2CC8-95AE-ADCC0950CB60}"/>
              </a:ext>
            </a:extLst>
          </p:cNvPr>
          <p:cNvGrpSpPr>
            <a:grpSpLocks/>
          </p:cNvGrpSpPr>
          <p:nvPr/>
        </p:nvGrpSpPr>
        <p:grpSpPr bwMode="auto">
          <a:xfrm>
            <a:off x="6743700" y="1538288"/>
            <a:ext cx="2390775" cy="900112"/>
            <a:chOff x="6744077" y="1537571"/>
            <a:chExt cx="2390398" cy="900829"/>
          </a:xfrm>
        </p:grpSpPr>
        <p:sp>
          <p:nvSpPr>
            <p:cNvPr id="23563" name="TextBox 12">
              <a:extLst>
                <a:ext uri="{FF2B5EF4-FFF2-40B4-BE49-F238E27FC236}">
                  <a16:creationId xmlns:a16="http://schemas.microsoft.com/office/drawing/2014/main" id="{0DE82B9E-76D7-419F-9347-87D0B55C2E6B}"/>
                </a:ext>
              </a:extLst>
            </p:cNvPr>
            <p:cNvSpPr txBox="1">
              <a:spLocks noChangeArrowheads="1"/>
            </p:cNvSpPr>
            <p:nvPr/>
          </p:nvSpPr>
          <p:spPr bwMode="auto">
            <a:xfrm>
              <a:off x="6744077" y="1537571"/>
              <a:ext cx="23903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latin typeface="Arial" panose="020B0604020202020204" pitchFamily="34" charset="0"/>
                </a:rPr>
                <a:t>y: dependent variable</a:t>
              </a:r>
            </a:p>
          </p:txBody>
        </p:sp>
        <p:cxnSp>
          <p:nvCxnSpPr>
            <p:cNvPr id="16" name="Straight Arrow Connector 15">
              <a:extLst>
                <a:ext uri="{FF2B5EF4-FFF2-40B4-BE49-F238E27FC236}">
                  <a16:creationId xmlns:a16="http://schemas.microsoft.com/office/drawing/2014/main" id="{DCF16D2A-8C90-EAAA-25A5-E7CA8E493859}"/>
                </a:ext>
              </a:extLst>
            </p:cNvPr>
            <p:cNvCxnSpPr>
              <a:cxnSpLocks/>
              <a:stCxn id="23563" idx="2"/>
            </p:cNvCxnSpPr>
            <p:nvPr/>
          </p:nvCxnSpPr>
          <p:spPr>
            <a:xfrm flipH="1">
              <a:off x="7696427" y="1906164"/>
              <a:ext cx="242850" cy="53223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23561" name="TextBox 18">
            <a:extLst>
              <a:ext uri="{FF2B5EF4-FFF2-40B4-BE49-F238E27FC236}">
                <a16:creationId xmlns:a16="http://schemas.microsoft.com/office/drawing/2014/main" id="{A0E174C2-7C5E-3D6D-0175-BF7B1E9E98CB}"/>
              </a:ext>
            </a:extLst>
          </p:cNvPr>
          <p:cNvSpPr txBox="1">
            <a:spLocks noChangeArrowheads="1"/>
          </p:cNvSpPr>
          <p:nvPr/>
        </p:nvSpPr>
        <p:spPr bwMode="auto">
          <a:xfrm>
            <a:off x="2643188" y="5715000"/>
            <a:ext cx="19288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latin typeface="Arial" panose="020B0604020202020204" pitchFamily="34" charset="0"/>
              </a:rPr>
              <a:t>new data sample</a:t>
            </a:r>
          </a:p>
        </p:txBody>
      </p:sp>
      <p:cxnSp>
        <p:nvCxnSpPr>
          <p:cNvPr id="20" name="Straight Arrow Connector 19">
            <a:extLst>
              <a:ext uri="{FF2B5EF4-FFF2-40B4-BE49-F238E27FC236}">
                <a16:creationId xmlns:a16="http://schemas.microsoft.com/office/drawing/2014/main" id="{33E18F46-BAE5-748C-EE20-C14CA231CAB5}"/>
              </a:ext>
            </a:extLst>
          </p:cNvPr>
          <p:cNvCxnSpPr>
            <a:cxnSpLocks/>
            <a:stCxn id="23561" idx="3"/>
          </p:cNvCxnSpPr>
          <p:nvPr/>
        </p:nvCxnSpPr>
        <p:spPr>
          <a:xfrm>
            <a:off x="4572000" y="5899150"/>
            <a:ext cx="9144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500"/>
                                        <p:tgtEl>
                                          <p:spTgt spid="23"/>
                                        </p:tgtEl>
                                      </p:cBhvr>
                                    </p:animEffect>
                                  </p:childTnLst>
                                </p:cTn>
                              </p:par>
                              <p:par>
                                <p:cTn id="12" presetID="10" presetClass="entr" presetSubtype="0" fill="hold"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B06E09A1-BDDF-B8BB-49F4-274C19B7A350}"/>
              </a:ext>
            </a:extLst>
          </p:cNvPr>
          <p:cNvSpPr>
            <a:spLocks noGrp="1"/>
          </p:cNvSpPr>
          <p:nvPr>
            <p:ph type="title"/>
          </p:nvPr>
        </p:nvSpPr>
        <p:spPr/>
        <p:txBody>
          <a:bodyPr/>
          <a:lstStyle/>
          <a:p>
            <a:r>
              <a:rPr lang="en-US" altLang="en-US">
                <a:latin typeface="Open Sans" pitchFamily="34" charset="0"/>
              </a:rPr>
              <a:t>How SLR works</a:t>
            </a:r>
          </a:p>
        </p:txBody>
      </p:sp>
      <p:sp>
        <p:nvSpPr>
          <p:cNvPr id="24579" name="Slide Number Placeholder 3">
            <a:extLst>
              <a:ext uri="{FF2B5EF4-FFF2-40B4-BE49-F238E27FC236}">
                <a16:creationId xmlns:a16="http://schemas.microsoft.com/office/drawing/2014/main" id="{DD1A0E53-07AA-3025-2A06-C2BB9404F0B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DD82C4E-D143-41FF-9371-118F40E6B82D}" type="slidenum">
              <a:rPr lang="en-US" altLang="en-US" sz="1200" smtClean="0">
                <a:solidFill>
                  <a:srgbClr val="898989"/>
                </a:solidFill>
              </a:rPr>
              <a:pPr>
                <a:spcBef>
                  <a:spcPct val="0"/>
                </a:spcBef>
                <a:buFontTx/>
                <a:buNone/>
              </a:pPr>
              <a:t>16</a:t>
            </a:fld>
            <a:endParaRPr lang="en-US" altLang="en-US" sz="1200">
              <a:solidFill>
                <a:srgbClr val="898989"/>
              </a:solidFill>
            </a:endParaRPr>
          </a:p>
        </p:txBody>
      </p:sp>
      <p:pic>
        <p:nvPicPr>
          <p:cNvPr id="24580" name="Picture 4">
            <a:extLst>
              <a:ext uri="{FF2B5EF4-FFF2-40B4-BE49-F238E27FC236}">
                <a16:creationId xmlns:a16="http://schemas.microsoft.com/office/drawing/2014/main" id="{A8D90D89-2B4D-E4E6-D58C-652DFCEF62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2650" y="1612900"/>
            <a:ext cx="2819400" cy="366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1" name="Picture 5">
            <a:extLst>
              <a:ext uri="{FF2B5EF4-FFF2-40B4-BE49-F238E27FC236}">
                <a16:creationId xmlns:a16="http://schemas.microsoft.com/office/drawing/2014/main" id="{8A92ED39-B541-335A-8BFB-24BCCFA1B9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84650" y="1981200"/>
            <a:ext cx="4730750"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a:extLst>
              <a:ext uri="{FF2B5EF4-FFF2-40B4-BE49-F238E27FC236}">
                <a16:creationId xmlns:a16="http://schemas.microsoft.com/office/drawing/2014/main" id="{714B5DF4-C465-21EF-424B-C048A9FB3BF9}"/>
              </a:ext>
            </a:extLst>
          </p:cNvPr>
          <p:cNvCxnSpPr>
            <a:cxnSpLocks/>
          </p:cNvCxnSpPr>
          <p:nvPr/>
        </p:nvCxnSpPr>
        <p:spPr>
          <a:xfrm flipV="1">
            <a:off x="4991100" y="2451100"/>
            <a:ext cx="3657600" cy="179070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AAE4DBA8-5FFE-5DA5-4C45-6C87C50CA11F}"/>
              </a:ext>
            </a:extLst>
          </p:cNvPr>
          <p:cNvGrpSpPr>
            <a:grpSpLocks/>
          </p:cNvGrpSpPr>
          <p:nvPr/>
        </p:nvGrpSpPr>
        <p:grpSpPr bwMode="auto">
          <a:xfrm>
            <a:off x="4783138" y="3910013"/>
            <a:ext cx="914400" cy="763587"/>
            <a:chOff x="4865912" y="3886201"/>
            <a:chExt cx="914400" cy="764179"/>
          </a:xfrm>
        </p:grpSpPr>
        <p:cxnSp>
          <p:nvCxnSpPr>
            <p:cNvPr id="11" name="Straight Connector 10">
              <a:extLst>
                <a:ext uri="{FF2B5EF4-FFF2-40B4-BE49-F238E27FC236}">
                  <a16:creationId xmlns:a16="http://schemas.microsoft.com/office/drawing/2014/main" id="{08A991CC-C309-99DF-97A4-9DF78FB1BD57}"/>
                </a:ext>
              </a:extLst>
            </p:cNvPr>
            <p:cNvCxnSpPr/>
            <p:nvPr/>
          </p:nvCxnSpPr>
          <p:spPr>
            <a:xfrm flipV="1">
              <a:off x="5769199" y="3919564"/>
              <a:ext cx="0" cy="730816"/>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C98733C-EF1B-4E44-8DD5-53E781D9EA0E}"/>
                </a:ext>
              </a:extLst>
            </p:cNvPr>
            <p:cNvCxnSpPr>
              <a:cxnSpLocks/>
            </p:cNvCxnSpPr>
            <p:nvPr/>
          </p:nvCxnSpPr>
          <p:spPr>
            <a:xfrm rot="16200000" flipV="1">
              <a:off x="5323112" y="3429001"/>
              <a:ext cx="0" cy="914400"/>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A3DC8425-9238-7FB8-A2E3-D660D2E17376}"/>
              </a:ext>
            </a:extLst>
          </p:cNvPr>
          <p:cNvSpPr txBox="1">
            <a:spLocks noChangeArrowheads="1"/>
          </p:cNvSpPr>
          <p:nvPr/>
        </p:nvSpPr>
        <p:spPr bwMode="auto">
          <a:xfrm>
            <a:off x="5481638" y="4665663"/>
            <a:ext cx="4333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0000"/>
                </a:solidFill>
                <a:latin typeface="Arial" panose="020B0604020202020204" pitchFamily="34" charset="0"/>
              </a:rPr>
              <a:t>2.4</a:t>
            </a:r>
          </a:p>
        </p:txBody>
      </p:sp>
      <p:sp>
        <p:nvSpPr>
          <p:cNvPr id="15" name="TextBox 14">
            <a:extLst>
              <a:ext uri="{FF2B5EF4-FFF2-40B4-BE49-F238E27FC236}">
                <a16:creationId xmlns:a16="http://schemas.microsoft.com/office/drawing/2014/main" id="{1DCB5EBE-B1CD-E3FD-8331-21F442651FAB}"/>
              </a:ext>
            </a:extLst>
          </p:cNvPr>
          <p:cNvSpPr txBox="1">
            <a:spLocks noChangeArrowheads="1"/>
          </p:cNvSpPr>
          <p:nvPr/>
        </p:nvSpPr>
        <p:spPr bwMode="auto">
          <a:xfrm>
            <a:off x="4387850" y="3746500"/>
            <a:ext cx="4826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0000"/>
                </a:solidFill>
                <a:latin typeface="Arial" panose="020B0604020202020204" pitchFamily="34" charset="0"/>
              </a:rPr>
              <a:t>214</a:t>
            </a:r>
          </a:p>
        </p:txBody>
      </p:sp>
      <p:cxnSp>
        <p:nvCxnSpPr>
          <p:cNvPr id="18" name="Straight Arrow Connector 17">
            <a:extLst>
              <a:ext uri="{FF2B5EF4-FFF2-40B4-BE49-F238E27FC236}">
                <a16:creationId xmlns:a16="http://schemas.microsoft.com/office/drawing/2014/main" id="{52F68096-929D-6B5E-B4CB-1246FBDCAB95}"/>
              </a:ext>
            </a:extLst>
          </p:cNvPr>
          <p:cNvCxnSpPr>
            <a:cxnSpLocks/>
          </p:cNvCxnSpPr>
          <p:nvPr/>
        </p:nvCxnSpPr>
        <p:spPr>
          <a:xfrm flipH="1">
            <a:off x="3352800" y="3943350"/>
            <a:ext cx="1035050" cy="108585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4050EC0-957B-5E15-C11D-55380635896E}"/>
              </a:ext>
            </a:extLst>
          </p:cNvPr>
          <p:cNvSpPr txBox="1">
            <a:spLocks noChangeArrowheads="1"/>
          </p:cNvSpPr>
          <p:nvPr/>
        </p:nvSpPr>
        <p:spPr bwMode="auto">
          <a:xfrm>
            <a:off x="2405063" y="5410200"/>
            <a:ext cx="9477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latin typeface="Arial" panose="020B0604020202020204" pitchFamily="34" charset="0"/>
              </a:rPr>
              <a:t>x = 2.4</a:t>
            </a:r>
          </a:p>
          <a:p>
            <a:pPr>
              <a:spcBef>
                <a:spcPct val="0"/>
              </a:spcBef>
              <a:buFontTx/>
              <a:buNone/>
            </a:pPr>
            <a:r>
              <a:rPr lang="en-US" altLang="en-US" sz="1800">
                <a:latin typeface="Arial" panose="020B0604020202020204" pitchFamily="34" charset="0"/>
              </a:rPr>
              <a:t>y = 214</a:t>
            </a:r>
          </a:p>
        </p:txBody>
      </p:sp>
      <p:sp>
        <p:nvSpPr>
          <p:cNvPr id="29" name="TextBox 28">
            <a:extLst>
              <a:ext uri="{FF2B5EF4-FFF2-40B4-BE49-F238E27FC236}">
                <a16:creationId xmlns:a16="http://schemas.microsoft.com/office/drawing/2014/main" id="{1CCA6B75-931C-7C69-E8A2-304A06E95110}"/>
              </a:ext>
            </a:extLst>
          </p:cNvPr>
          <p:cNvSpPr txBox="1">
            <a:spLocks noChangeArrowheads="1"/>
          </p:cNvSpPr>
          <p:nvPr/>
        </p:nvSpPr>
        <p:spPr bwMode="auto">
          <a:xfrm>
            <a:off x="4662488" y="5776913"/>
            <a:ext cx="27733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b="1">
                <a:solidFill>
                  <a:srgbClr val="0070C0"/>
                </a:solidFill>
                <a:latin typeface="Arial" panose="020B0604020202020204" pitchFamily="34" charset="0"/>
              </a:rPr>
              <a:t>How to find this line?</a:t>
            </a:r>
          </a:p>
        </p:txBody>
      </p:sp>
      <p:cxnSp>
        <p:nvCxnSpPr>
          <p:cNvPr id="31" name="Straight Arrow Connector 30">
            <a:extLst>
              <a:ext uri="{FF2B5EF4-FFF2-40B4-BE49-F238E27FC236}">
                <a16:creationId xmlns:a16="http://schemas.microsoft.com/office/drawing/2014/main" id="{4E46EDD4-9DAB-AAE5-68FC-723DB06E3C8C}"/>
              </a:ext>
            </a:extLst>
          </p:cNvPr>
          <p:cNvCxnSpPr>
            <a:cxnSpLocks/>
            <a:endCxn id="29" idx="3"/>
          </p:cNvCxnSpPr>
          <p:nvPr/>
        </p:nvCxnSpPr>
        <p:spPr>
          <a:xfrm rot="5400000">
            <a:off x="6215856" y="3963194"/>
            <a:ext cx="3233738" cy="793750"/>
          </a:xfrm>
          <a:prstGeom prst="curvedConnector2">
            <a:avLst/>
          </a:prstGeom>
          <a:ln w="285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par>
                          <p:cTn id="13" fill="hold" nodeType="afterGroup">
                            <p:stCondLst>
                              <p:cond delay="500"/>
                            </p:stCondLst>
                            <p:childTnLst>
                              <p:par>
                                <p:cTn id="14" presetID="10" presetClass="entr" presetSubtype="0"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par>
                          <p:cTn id="17" fill="hold" nodeType="afterGroup">
                            <p:stCondLst>
                              <p:cond delay="1000"/>
                            </p:stCondLst>
                            <p:childTnLst>
                              <p:par>
                                <p:cTn id="18" presetID="10" presetClass="entr" presetSubtype="0" fill="hold"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par>
                          <p:cTn id="21" fill="hold" nodeType="afterGroup">
                            <p:stCondLst>
                              <p:cond delay="1500"/>
                            </p:stCondLst>
                            <p:childTnLst>
                              <p:par>
                                <p:cTn id="22" presetID="1" presetClass="entr" presetSubtype="0" fill="hold" nodeType="afterEffect">
                                  <p:stCondLst>
                                    <p:cond delay="0"/>
                                  </p:stCondLst>
                                  <p:childTnLst>
                                    <p:set>
                                      <p:cBhvr>
                                        <p:cTn id="23" dur="1" fill="hold">
                                          <p:stCondLst>
                                            <p:cond delay="0"/>
                                          </p:stCondLst>
                                        </p:cTn>
                                        <p:tgtEl>
                                          <p:spTgt spid="18"/>
                                        </p:tgtEl>
                                        <p:attrNameLst>
                                          <p:attrName>style.visibility</p:attrName>
                                        </p:attrNameLst>
                                      </p:cBhvr>
                                      <p:to>
                                        <p:strVal val="visible"/>
                                      </p:to>
                                    </p:set>
                                  </p:childTnLst>
                                </p:cTn>
                              </p:par>
                            </p:childTnLst>
                          </p:cTn>
                        </p:par>
                        <p:par>
                          <p:cTn id="24" fill="hold" nodeType="afterGroup">
                            <p:stCondLst>
                              <p:cond delay="1500"/>
                            </p:stCondLst>
                            <p:childTnLst>
                              <p:par>
                                <p:cTn id="25" presetID="10" presetClass="entr" presetSubtype="0" fill="hold"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childTnLst>
                          </p:cTn>
                        </p:par>
                        <p:par>
                          <p:cTn id="33" fill="hold" nodeType="afterGroup">
                            <p:stCondLst>
                              <p:cond delay="500"/>
                            </p:stCondLst>
                            <p:childTnLst>
                              <p:par>
                                <p:cTn id="34" presetID="10" presetClass="entr" presetSubtype="0" fill="hold" nodeType="after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28" grpId="0"/>
      <p:bldP spid="2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5F1E04BE-9978-7568-1005-6AA8653400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61288" y="5619750"/>
            <a:ext cx="67468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80313187-8B79-6E0A-9CF7-4FDE1FE976DC}"/>
              </a:ext>
            </a:extLst>
          </p:cNvPr>
          <p:cNvSpPr>
            <a:spLocks noGrp="1"/>
          </p:cNvSpPr>
          <p:nvPr>
            <p:ph type="title"/>
          </p:nvPr>
        </p:nvSpPr>
        <p:spPr>
          <a:xfrm>
            <a:off x="2057400" y="381000"/>
            <a:ext cx="6705600" cy="1143000"/>
          </a:xfrm>
        </p:spPr>
        <p:txBody>
          <a:bodyPr>
            <a:normAutofit fontScale="90000"/>
          </a:bodyPr>
          <a:lstStyle/>
          <a:p>
            <a:pPr>
              <a:defRPr/>
            </a:pPr>
            <a:r>
              <a:rPr lang="en-US" dirty="0"/>
              <a:t>Linear Regression Representation</a:t>
            </a:r>
          </a:p>
        </p:txBody>
      </p:sp>
      <p:sp>
        <p:nvSpPr>
          <p:cNvPr id="3" name="Content Placeholder 2">
            <a:extLst>
              <a:ext uri="{FF2B5EF4-FFF2-40B4-BE49-F238E27FC236}">
                <a16:creationId xmlns:a16="http://schemas.microsoft.com/office/drawing/2014/main" id="{1C69E131-127C-99A9-6C6C-209AACEA5721}"/>
              </a:ext>
            </a:extLst>
          </p:cNvPr>
          <p:cNvSpPr>
            <a:spLocks noGrp="1"/>
          </p:cNvSpPr>
          <p:nvPr>
            <p:ph idx="1"/>
          </p:nvPr>
        </p:nvSpPr>
        <p:spPr>
          <a:xfrm>
            <a:off x="328613" y="5589588"/>
            <a:ext cx="8967787" cy="811212"/>
          </a:xfrm>
        </p:spPr>
        <p:txBody>
          <a:bodyPr/>
          <a:lstStyle/>
          <a:p>
            <a:pPr marL="0" indent="0">
              <a:buFont typeface="Arial" panose="020B0604020202020204" pitchFamily="34" charset="0"/>
              <a:buNone/>
            </a:pPr>
            <a:r>
              <a:rPr lang="en-US" altLang="en-US">
                <a:latin typeface="Open Sans" pitchFamily="34" charset="0"/>
              </a:rPr>
              <a:t>How to find the values for the two parameters (      )? </a:t>
            </a:r>
          </a:p>
        </p:txBody>
      </p:sp>
      <p:sp>
        <p:nvSpPr>
          <p:cNvPr id="26629" name="Slide Number Placeholder 3">
            <a:extLst>
              <a:ext uri="{FF2B5EF4-FFF2-40B4-BE49-F238E27FC236}">
                <a16:creationId xmlns:a16="http://schemas.microsoft.com/office/drawing/2014/main" id="{75347780-A846-1FC5-E418-38044B3E684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1D682E1-93A4-4CD9-839B-0E90A51917FE}" type="slidenum">
              <a:rPr lang="en-US" altLang="en-US" sz="1200" smtClean="0">
                <a:solidFill>
                  <a:srgbClr val="898989"/>
                </a:solidFill>
              </a:rPr>
              <a:pPr>
                <a:spcBef>
                  <a:spcPct val="0"/>
                </a:spcBef>
                <a:buFontTx/>
                <a:buNone/>
              </a:pPr>
              <a:t>17</a:t>
            </a:fld>
            <a:endParaRPr lang="en-US" altLang="en-US" sz="1200">
              <a:solidFill>
                <a:srgbClr val="898989"/>
              </a:solidFill>
            </a:endParaRPr>
          </a:p>
        </p:txBody>
      </p:sp>
      <p:grpSp>
        <p:nvGrpSpPr>
          <p:cNvPr id="26630" name="Group 8">
            <a:extLst>
              <a:ext uri="{FF2B5EF4-FFF2-40B4-BE49-F238E27FC236}">
                <a16:creationId xmlns:a16="http://schemas.microsoft.com/office/drawing/2014/main" id="{891DC520-CD72-1026-6EB5-C90A1DF6851E}"/>
              </a:ext>
            </a:extLst>
          </p:cNvPr>
          <p:cNvGrpSpPr>
            <a:grpSpLocks/>
          </p:cNvGrpSpPr>
          <p:nvPr/>
        </p:nvGrpSpPr>
        <p:grpSpPr bwMode="auto">
          <a:xfrm>
            <a:off x="4032250" y="2041525"/>
            <a:ext cx="4730750" cy="3292475"/>
            <a:chOff x="4185146" y="1981200"/>
            <a:chExt cx="4730254" cy="3292943"/>
          </a:xfrm>
        </p:grpSpPr>
        <p:pic>
          <p:nvPicPr>
            <p:cNvPr id="26640" name="Picture 6">
              <a:extLst>
                <a:ext uri="{FF2B5EF4-FFF2-40B4-BE49-F238E27FC236}">
                  <a16:creationId xmlns:a16="http://schemas.microsoft.com/office/drawing/2014/main" id="{70EBE3A8-54F3-A77F-C4D1-9EB07D6055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85146" y="1981200"/>
              <a:ext cx="4730254" cy="3292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a:extLst>
                <a:ext uri="{FF2B5EF4-FFF2-40B4-BE49-F238E27FC236}">
                  <a16:creationId xmlns:a16="http://schemas.microsoft.com/office/drawing/2014/main" id="{0A86154D-EB22-B7D5-316D-44A6718D9A98}"/>
                </a:ext>
              </a:extLst>
            </p:cNvPr>
            <p:cNvCxnSpPr>
              <a:cxnSpLocks/>
            </p:cNvCxnSpPr>
            <p:nvPr/>
          </p:nvCxnSpPr>
          <p:spPr>
            <a:xfrm flipV="1">
              <a:off x="4989925" y="2451167"/>
              <a:ext cx="3658803" cy="179095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F6B06C4F-E88C-FEFE-07F9-F3070FEE3016}"/>
              </a:ext>
            </a:extLst>
          </p:cNvPr>
          <p:cNvCxnSpPr>
            <a:cxnSpLocks/>
            <a:endCxn id="26634" idx="0"/>
          </p:cNvCxnSpPr>
          <p:nvPr/>
        </p:nvCxnSpPr>
        <p:spPr>
          <a:xfrm rot="10800000">
            <a:off x="2105025" y="2103438"/>
            <a:ext cx="6124575" cy="508000"/>
          </a:xfrm>
          <a:prstGeom prst="curvedConnector4">
            <a:avLst>
              <a:gd name="adj1" fmla="val -5755"/>
              <a:gd name="adj2" fmla="val 145000"/>
            </a:avLst>
          </a:prstGeom>
          <a:ln w="285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FE22EE01-F4FD-E00F-9B71-B92B93215CF8}"/>
              </a:ext>
            </a:extLst>
          </p:cNvPr>
          <p:cNvGrpSpPr>
            <a:grpSpLocks/>
          </p:cNvGrpSpPr>
          <p:nvPr/>
        </p:nvGrpSpPr>
        <p:grpSpPr bwMode="auto">
          <a:xfrm>
            <a:off x="838200" y="2998788"/>
            <a:ext cx="2817813" cy="1317625"/>
            <a:chOff x="947058" y="2743200"/>
            <a:chExt cx="2818576" cy="1317174"/>
          </a:xfrm>
        </p:grpSpPr>
        <p:pic>
          <p:nvPicPr>
            <p:cNvPr id="26636" name="Picture 21">
              <a:extLst>
                <a:ext uri="{FF2B5EF4-FFF2-40B4-BE49-F238E27FC236}">
                  <a16:creationId xmlns:a16="http://schemas.microsoft.com/office/drawing/2014/main" id="{9F885145-6865-5895-7B18-40A8BF0561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7058" y="3571582"/>
              <a:ext cx="675421" cy="488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7" name="Picture 20">
              <a:extLst>
                <a:ext uri="{FF2B5EF4-FFF2-40B4-BE49-F238E27FC236}">
                  <a16:creationId xmlns:a16="http://schemas.microsoft.com/office/drawing/2014/main" id="{3267E44D-31C8-109A-4B62-851B79422C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0848" y="2762850"/>
              <a:ext cx="302008" cy="430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8" name="Picture 19">
              <a:extLst>
                <a:ext uri="{FF2B5EF4-FFF2-40B4-BE49-F238E27FC236}">
                  <a16:creationId xmlns:a16="http://schemas.microsoft.com/office/drawing/2014/main" id="{DBE4B538-9B67-B576-F61E-A69ABD1AB0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6027" t="35732" r="-2"/>
            <a:stretch>
              <a:fillRect/>
            </a:stretch>
          </p:blipFill>
          <p:spPr bwMode="auto">
            <a:xfrm>
              <a:off x="1365838" y="3323614"/>
              <a:ext cx="259578" cy="244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9" name="TextBox 18">
              <a:extLst>
                <a:ext uri="{FF2B5EF4-FFF2-40B4-BE49-F238E27FC236}">
                  <a16:creationId xmlns:a16="http://schemas.microsoft.com/office/drawing/2014/main" id="{A1D3EDC5-04BD-7EB9-FEF7-EAFB912D2BD7}"/>
                </a:ext>
              </a:extLst>
            </p:cNvPr>
            <p:cNvSpPr txBox="1">
              <a:spLocks noChangeArrowheads="1"/>
            </p:cNvSpPr>
            <p:nvPr/>
          </p:nvSpPr>
          <p:spPr bwMode="auto">
            <a:xfrm>
              <a:off x="1529124" y="2743200"/>
              <a:ext cx="2236510" cy="1287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50000"/>
                </a:lnSpc>
                <a:spcBef>
                  <a:spcPct val="0"/>
                </a:spcBef>
                <a:buFontTx/>
                <a:buNone/>
              </a:pPr>
              <a:r>
                <a:rPr lang="en-US" altLang="en-US" sz="1800">
                  <a:latin typeface="Arial" panose="020B0604020202020204" pitchFamily="34" charset="0"/>
                </a:rPr>
                <a:t>: predicted emission</a:t>
              </a:r>
            </a:p>
            <a:p>
              <a:pPr>
                <a:lnSpc>
                  <a:spcPct val="150000"/>
                </a:lnSpc>
                <a:spcBef>
                  <a:spcPct val="0"/>
                </a:spcBef>
                <a:buFontTx/>
                <a:buNone/>
              </a:pPr>
              <a:r>
                <a:rPr lang="en-US" altLang="en-US" sz="1800">
                  <a:latin typeface="Arial" panose="020B0604020202020204" pitchFamily="34" charset="0"/>
                </a:rPr>
                <a:t>: engine size</a:t>
              </a:r>
            </a:p>
            <a:p>
              <a:pPr>
                <a:lnSpc>
                  <a:spcPct val="150000"/>
                </a:lnSpc>
                <a:spcBef>
                  <a:spcPct val="0"/>
                </a:spcBef>
                <a:buFontTx/>
                <a:buNone/>
              </a:pPr>
              <a:r>
                <a:rPr lang="en-US" altLang="en-US" sz="1800">
                  <a:latin typeface="Arial" panose="020B0604020202020204" pitchFamily="34" charset="0"/>
                </a:rPr>
                <a:t>: parameters</a:t>
              </a:r>
            </a:p>
          </p:txBody>
        </p:sp>
      </p:grpSp>
      <p:grpSp>
        <p:nvGrpSpPr>
          <p:cNvPr id="26" name="Group 25">
            <a:extLst>
              <a:ext uri="{FF2B5EF4-FFF2-40B4-BE49-F238E27FC236}">
                <a16:creationId xmlns:a16="http://schemas.microsoft.com/office/drawing/2014/main" id="{04C7D470-C445-4EEB-19C7-943767D40C64}"/>
              </a:ext>
            </a:extLst>
          </p:cNvPr>
          <p:cNvGrpSpPr>
            <a:grpSpLocks/>
          </p:cNvGrpSpPr>
          <p:nvPr/>
        </p:nvGrpSpPr>
        <p:grpSpPr bwMode="auto">
          <a:xfrm>
            <a:off x="990600" y="1985963"/>
            <a:ext cx="2133600" cy="750887"/>
            <a:chOff x="990600" y="1654630"/>
            <a:chExt cx="2133600" cy="750431"/>
          </a:xfrm>
        </p:grpSpPr>
        <p:pic>
          <p:nvPicPr>
            <p:cNvPr id="26634" name="Picture 9">
              <a:extLst>
                <a:ext uri="{FF2B5EF4-FFF2-40B4-BE49-F238E27FC236}">
                  <a16:creationId xmlns:a16="http://schemas.microsoft.com/office/drawing/2014/main" id="{1D736BA2-F955-C0E6-7B03-11D73BCE883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19200" y="1771650"/>
              <a:ext cx="177165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Rectangle 23">
              <a:extLst>
                <a:ext uri="{FF2B5EF4-FFF2-40B4-BE49-F238E27FC236}">
                  <a16:creationId xmlns:a16="http://schemas.microsoft.com/office/drawing/2014/main" id="{8E706CBB-2647-AC40-0F52-656470E933E3}"/>
                </a:ext>
              </a:extLst>
            </p:cNvPr>
            <p:cNvSpPr/>
            <p:nvPr/>
          </p:nvSpPr>
          <p:spPr>
            <a:xfrm>
              <a:off x="990600" y="1654630"/>
              <a:ext cx="2133600" cy="75043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nodeType="click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fade">
                                      <p:cBhvr>
                                        <p:cTn id="18" dur="500"/>
                                        <p:tgtEl>
                                          <p:spTgt spid="28"/>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fade">
                                      <p:cBhvr>
                                        <p:cTn id="21"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5243FF88-76C9-9E9C-586C-6B9EC7DEDE34}"/>
              </a:ext>
            </a:extLst>
          </p:cNvPr>
          <p:cNvSpPr>
            <a:spLocks noGrp="1"/>
          </p:cNvSpPr>
          <p:nvPr>
            <p:ph type="title"/>
          </p:nvPr>
        </p:nvSpPr>
        <p:spPr/>
        <p:txBody>
          <a:bodyPr/>
          <a:lstStyle/>
          <a:p>
            <a:r>
              <a:rPr lang="en-US" altLang="en-US">
                <a:latin typeface="Open Sans" pitchFamily="34" charset="0"/>
              </a:rPr>
              <a:t>How to Find Fitted Line?</a:t>
            </a:r>
          </a:p>
        </p:txBody>
      </p:sp>
      <p:sp>
        <p:nvSpPr>
          <p:cNvPr id="3" name="Content Placeholder 2">
            <a:extLst>
              <a:ext uri="{FF2B5EF4-FFF2-40B4-BE49-F238E27FC236}">
                <a16:creationId xmlns:a16="http://schemas.microsoft.com/office/drawing/2014/main" id="{1F69BF22-8F62-C5A6-88EF-A51ACDFC7523}"/>
              </a:ext>
            </a:extLst>
          </p:cNvPr>
          <p:cNvSpPr>
            <a:spLocks noGrp="1" noRot="1" noChangeAspect="1" noMove="1" noResize="1" noEditPoints="1" noAdjustHandles="1" noChangeArrowheads="1" noChangeShapeType="1" noTextEdit="1"/>
          </p:cNvSpPr>
          <p:nvPr>
            <p:ph idx="1"/>
          </p:nvPr>
        </p:nvSpPr>
        <p:spPr>
          <a:xfrm>
            <a:off x="762000" y="1905000"/>
            <a:ext cx="3164658" cy="1905000"/>
          </a:xfrm>
          <a:blipFill>
            <a:blip r:embed="rId2"/>
            <a:stretch>
              <a:fillRect l="-963" t="-1282" r="-963"/>
            </a:stretch>
          </a:blipFill>
        </p:spPr>
        <p:txBody>
          <a:bodyPr/>
          <a:lstStyle/>
          <a:p>
            <a:pPr>
              <a:defRPr/>
            </a:pPr>
            <a:r>
              <a:rPr lang="en-US" dirty="0">
                <a:noFill/>
              </a:rPr>
              <a:t> </a:t>
            </a:r>
          </a:p>
        </p:txBody>
      </p:sp>
      <p:sp>
        <p:nvSpPr>
          <p:cNvPr id="28676" name="Slide Number Placeholder 3">
            <a:extLst>
              <a:ext uri="{FF2B5EF4-FFF2-40B4-BE49-F238E27FC236}">
                <a16:creationId xmlns:a16="http://schemas.microsoft.com/office/drawing/2014/main" id="{72A9F929-138F-7DDF-0472-72626C81338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197012A-697A-4596-A3EC-3D4208E3A89E}" type="slidenum">
              <a:rPr lang="en-US" altLang="en-US" sz="1200" smtClean="0">
                <a:solidFill>
                  <a:srgbClr val="898989"/>
                </a:solidFill>
              </a:rPr>
              <a:pPr>
                <a:spcBef>
                  <a:spcPct val="0"/>
                </a:spcBef>
                <a:buFontTx/>
                <a:buNone/>
              </a:pPr>
              <a:t>18</a:t>
            </a:fld>
            <a:endParaRPr lang="en-US" altLang="en-US" sz="1200">
              <a:solidFill>
                <a:srgbClr val="898989"/>
              </a:solidFill>
            </a:endParaRPr>
          </a:p>
        </p:txBody>
      </p:sp>
      <p:pic>
        <p:nvPicPr>
          <p:cNvPr id="28677" name="Picture 4">
            <a:extLst>
              <a:ext uri="{FF2B5EF4-FFF2-40B4-BE49-F238E27FC236}">
                <a16:creationId xmlns:a16="http://schemas.microsoft.com/office/drawing/2014/main" id="{173A458A-DC95-B3EC-A3CA-5670FF1665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1752600"/>
            <a:ext cx="5022850" cy="339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2">
            <a:extLst>
              <a:ext uri="{FF2B5EF4-FFF2-40B4-BE49-F238E27FC236}">
                <a16:creationId xmlns:a16="http://schemas.microsoft.com/office/drawing/2014/main" id="{5A918A21-FD95-83DA-62AF-EF0E6C44A105}"/>
              </a:ext>
            </a:extLst>
          </p:cNvPr>
          <p:cNvSpPr txBox="1">
            <a:spLocks noRot="1" noChangeAspect="1" noMove="1" noResize="1" noEditPoints="1" noAdjustHandles="1" noChangeArrowheads="1" noChangeShapeType="1" noTextEdit="1"/>
          </p:cNvSpPr>
          <p:nvPr/>
        </p:nvSpPr>
        <p:spPr bwMode="auto">
          <a:xfrm>
            <a:off x="762000" y="3962400"/>
            <a:ext cx="3164658" cy="1905000"/>
          </a:xfrm>
          <a:prstGeom prst="rect">
            <a:avLst/>
          </a:prstGeom>
          <a:blipFill>
            <a:blip r:embed="rId4"/>
            <a:stretch>
              <a:fillRect l="-1541" t="-1278"/>
            </a:stretch>
          </a:blipFill>
          <a:ln>
            <a:noFill/>
          </a:ln>
        </p:spPr>
        <p:txBody>
          <a:bodyPr/>
          <a:lstStyle/>
          <a:p>
            <a:pPr>
              <a:defRPr/>
            </a:pPr>
            <a:r>
              <a:rPr lang="en-US">
                <a:noFill/>
              </a:rPr>
              <a:t> </a:t>
            </a:r>
          </a:p>
        </p:txBody>
      </p:sp>
      <p:pic>
        <p:nvPicPr>
          <p:cNvPr id="8" name="Picture 7">
            <a:extLst>
              <a:ext uri="{FF2B5EF4-FFF2-40B4-BE49-F238E27FC236}">
                <a16:creationId xmlns:a16="http://schemas.microsoft.com/office/drawing/2014/main" id="{A2F56D89-5651-4EEF-C305-D4A183AD491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5638" y="5200650"/>
            <a:ext cx="30480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19CC0293-DA5B-3596-C7C2-D570637AE2A3}"/>
              </a:ext>
            </a:extLst>
          </p:cNvPr>
          <p:cNvSpPr txBox="1">
            <a:spLocks noChangeArrowheads="1"/>
          </p:cNvSpPr>
          <p:nvPr/>
        </p:nvSpPr>
        <p:spPr bwMode="auto">
          <a:xfrm>
            <a:off x="4389438" y="5637213"/>
            <a:ext cx="36449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a:latin typeface="Open Sans" pitchFamily="34" charset="0"/>
              </a:rPr>
              <a:t>MSE: Mean Squared Error</a:t>
            </a: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29B46297-86FC-9264-4971-3AED5CD8B49B}"/>
              </a:ext>
            </a:extLst>
          </p:cNvPr>
          <p:cNvSpPr>
            <a:spLocks noGrp="1"/>
          </p:cNvSpPr>
          <p:nvPr>
            <p:ph type="title"/>
          </p:nvPr>
        </p:nvSpPr>
        <p:spPr>
          <a:xfrm>
            <a:off x="2120900" y="166688"/>
            <a:ext cx="6324600" cy="1143000"/>
          </a:xfrm>
        </p:spPr>
        <p:txBody>
          <a:bodyPr/>
          <a:lstStyle/>
          <a:p>
            <a:r>
              <a:rPr lang="en-US" altLang="en-US">
                <a:latin typeface="Open Sans" pitchFamily="34" charset="0"/>
              </a:rPr>
              <a:t>Cost Function</a:t>
            </a:r>
          </a:p>
        </p:txBody>
      </p:sp>
      <p:sp>
        <p:nvSpPr>
          <p:cNvPr id="29699" name="Slide Number Placeholder 3">
            <a:extLst>
              <a:ext uri="{FF2B5EF4-FFF2-40B4-BE49-F238E27FC236}">
                <a16:creationId xmlns:a16="http://schemas.microsoft.com/office/drawing/2014/main" id="{7390916B-8633-A754-05D9-C01A9EEDF08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80EE3EA-3137-4600-B88C-6C78C8D9465F}" type="slidenum">
              <a:rPr lang="en-US" altLang="en-US" sz="1200" smtClean="0">
                <a:solidFill>
                  <a:srgbClr val="898989"/>
                </a:solidFill>
              </a:rPr>
              <a:pPr>
                <a:spcBef>
                  <a:spcPct val="0"/>
                </a:spcBef>
                <a:buFontTx/>
                <a:buNone/>
              </a:pPr>
              <a:t>19</a:t>
            </a:fld>
            <a:endParaRPr lang="en-US" altLang="en-US" sz="1200">
              <a:solidFill>
                <a:srgbClr val="898989"/>
              </a:solidFill>
            </a:endParaRPr>
          </a:p>
        </p:txBody>
      </p:sp>
      <p:sp>
        <p:nvSpPr>
          <p:cNvPr id="29700" name="TextBox 36">
            <a:extLst>
              <a:ext uri="{FF2B5EF4-FFF2-40B4-BE49-F238E27FC236}">
                <a16:creationId xmlns:a16="http://schemas.microsoft.com/office/drawing/2014/main" id="{5317D1C9-367C-89D3-0BB8-157417CECD2C}"/>
              </a:ext>
            </a:extLst>
          </p:cNvPr>
          <p:cNvSpPr txBox="1">
            <a:spLocks noChangeArrowheads="1"/>
          </p:cNvSpPr>
          <p:nvPr/>
        </p:nvSpPr>
        <p:spPr bwMode="auto">
          <a:xfrm>
            <a:off x="914400" y="2160588"/>
            <a:ext cx="2286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a:latin typeface="Arial" panose="020B0604020202020204" pitchFamily="34" charset="0"/>
              </a:rPr>
              <a:t>Predicted line :</a:t>
            </a:r>
            <a:endParaRPr lang="en-US" altLang="en-US" sz="2400">
              <a:latin typeface="Courier New" panose="02070309020205020404" pitchFamily="49" charset="0"/>
              <a:cs typeface="Courier New" panose="02070309020205020404" pitchFamily="49" charset="0"/>
            </a:endParaRPr>
          </a:p>
        </p:txBody>
      </p:sp>
      <p:sp>
        <p:nvSpPr>
          <p:cNvPr id="6" name="TextBox 16">
            <a:extLst>
              <a:ext uri="{FF2B5EF4-FFF2-40B4-BE49-F238E27FC236}">
                <a16:creationId xmlns:a16="http://schemas.microsoft.com/office/drawing/2014/main" id="{FD132CB3-B184-3B9C-82CB-A92DF6615BF0}"/>
              </a:ext>
            </a:extLst>
          </p:cNvPr>
          <p:cNvSpPr txBox="1">
            <a:spLocks noRot="1" noChangeAspect="1" noMove="1" noResize="1" noEditPoints="1" noAdjustHandles="1" noChangeArrowheads="1" noChangeShapeType="1" noTextEdit="1"/>
          </p:cNvSpPr>
          <p:nvPr/>
        </p:nvSpPr>
        <p:spPr bwMode="auto">
          <a:xfrm>
            <a:off x="914400" y="2667000"/>
            <a:ext cx="4945063" cy="461665"/>
          </a:xfrm>
          <a:prstGeom prst="rect">
            <a:avLst/>
          </a:prstGeom>
          <a:blipFill>
            <a:blip r:embed="rId2"/>
            <a:stretch>
              <a:fillRect l="-1850" t="-14667" b="-25333"/>
            </a:stretch>
          </a:blipFill>
          <a:ln>
            <a:noFill/>
          </a:ln>
        </p:spPr>
        <p:txBody>
          <a:bodyPr/>
          <a:lstStyle/>
          <a:p>
            <a:pPr>
              <a:defRPr/>
            </a:pPr>
            <a:r>
              <a:rPr lang="en-US">
                <a:noFill/>
              </a:rPr>
              <a:t> </a:t>
            </a:r>
          </a:p>
        </p:txBody>
      </p:sp>
      <p:sp>
        <p:nvSpPr>
          <p:cNvPr id="29702" name="TextBox 20">
            <a:extLst>
              <a:ext uri="{FF2B5EF4-FFF2-40B4-BE49-F238E27FC236}">
                <a16:creationId xmlns:a16="http://schemas.microsoft.com/office/drawing/2014/main" id="{E19E737D-D031-BDEC-A1BA-6885251EE038}"/>
              </a:ext>
            </a:extLst>
          </p:cNvPr>
          <p:cNvSpPr txBox="1">
            <a:spLocks noChangeArrowheads="1"/>
          </p:cNvSpPr>
          <p:nvPr/>
        </p:nvSpPr>
        <p:spPr bwMode="auto">
          <a:xfrm>
            <a:off x="914400" y="3252788"/>
            <a:ext cx="49450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u="sng">
                <a:latin typeface="Arial" panose="020B0604020202020204" pitchFamily="34" charset="0"/>
              </a:rPr>
              <a:t>Goal:</a:t>
            </a:r>
            <a:endParaRPr lang="en-US" altLang="en-US" sz="2400" b="1" u="sng">
              <a:latin typeface="Courier New" panose="02070309020205020404" pitchFamily="49" charset="0"/>
              <a:cs typeface="Courier New" panose="02070309020205020404" pitchFamily="49" charset="0"/>
            </a:endParaRPr>
          </a:p>
        </p:txBody>
      </p:sp>
      <p:sp>
        <p:nvSpPr>
          <p:cNvPr id="29703" name="TextBox 2">
            <a:extLst>
              <a:ext uri="{FF2B5EF4-FFF2-40B4-BE49-F238E27FC236}">
                <a16:creationId xmlns:a16="http://schemas.microsoft.com/office/drawing/2014/main" id="{9E41CF65-F5FE-1023-9883-8CACB0603888}"/>
              </a:ext>
            </a:extLst>
          </p:cNvPr>
          <p:cNvSpPr txBox="1">
            <a:spLocks noChangeArrowheads="1"/>
          </p:cNvSpPr>
          <p:nvPr/>
        </p:nvSpPr>
        <p:spPr bwMode="auto">
          <a:xfrm>
            <a:off x="1350963" y="5486400"/>
            <a:ext cx="51308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a:latin typeface="Arial" panose="020B0604020202020204" pitchFamily="34" charset="0"/>
              </a:rPr>
              <a:t>n: number of (training) data samples</a:t>
            </a:r>
          </a:p>
        </p:txBody>
      </p:sp>
      <p:grpSp>
        <p:nvGrpSpPr>
          <p:cNvPr id="11" name="Group 10">
            <a:extLst>
              <a:ext uri="{FF2B5EF4-FFF2-40B4-BE49-F238E27FC236}">
                <a16:creationId xmlns:a16="http://schemas.microsoft.com/office/drawing/2014/main" id="{45129A56-2F5D-AE45-B343-C9A64A203E87}"/>
              </a:ext>
            </a:extLst>
          </p:cNvPr>
          <p:cNvGrpSpPr>
            <a:grpSpLocks/>
          </p:cNvGrpSpPr>
          <p:nvPr/>
        </p:nvGrpSpPr>
        <p:grpSpPr bwMode="auto">
          <a:xfrm>
            <a:off x="2514600" y="2743200"/>
            <a:ext cx="6096000" cy="2555875"/>
            <a:chOff x="2514600" y="3048000"/>
            <a:chExt cx="6096001" cy="2555988"/>
          </a:xfrm>
        </p:grpSpPr>
        <p:sp>
          <p:nvSpPr>
            <p:cNvPr id="29711" name="TextBox 18">
              <a:extLst>
                <a:ext uri="{FF2B5EF4-FFF2-40B4-BE49-F238E27FC236}">
                  <a16:creationId xmlns:a16="http://schemas.microsoft.com/office/drawing/2014/main" id="{4BD2C01A-2480-BD46-D1B1-C4865A8D1063}"/>
                </a:ext>
              </a:extLst>
            </p:cNvPr>
            <p:cNvSpPr txBox="1">
              <a:spLocks noChangeArrowheads="1"/>
            </p:cNvSpPr>
            <p:nvPr/>
          </p:nvSpPr>
          <p:spPr bwMode="auto">
            <a:xfrm>
              <a:off x="5486400" y="3048000"/>
              <a:ext cx="312420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800" b="1">
                  <a:solidFill>
                    <a:srgbClr val="FF0000"/>
                  </a:solidFill>
                  <a:latin typeface="Arial" panose="020B0604020202020204" pitchFamily="34" charset="0"/>
                </a:rPr>
                <a:t>Cost Function</a:t>
              </a:r>
              <a:endParaRPr lang="en-US" altLang="en-US" sz="2800" b="1">
                <a:solidFill>
                  <a:srgbClr val="FF0000"/>
                </a:solidFill>
                <a:latin typeface="Courier New" panose="02070309020205020404" pitchFamily="49" charset="0"/>
                <a:cs typeface="Courier New" panose="02070309020205020404" pitchFamily="49" charset="0"/>
              </a:endParaRPr>
            </a:p>
          </p:txBody>
        </p:sp>
        <p:sp>
          <p:nvSpPr>
            <p:cNvPr id="13" name="Rectangle 12">
              <a:extLst>
                <a:ext uri="{FF2B5EF4-FFF2-40B4-BE49-F238E27FC236}">
                  <a16:creationId xmlns:a16="http://schemas.microsoft.com/office/drawing/2014/main" id="{46787D30-6C93-47EF-1C9A-0E82F6C8D545}"/>
                </a:ext>
              </a:extLst>
            </p:cNvPr>
            <p:cNvSpPr/>
            <p:nvPr/>
          </p:nvSpPr>
          <p:spPr>
            <a:xfrm>
              <a:off x="2514600" y="3897351"/>
              <a:ext cx="4724401" cy="170663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4" name="Straight Arrow Connector 13">
              <a:extLst>
                <a:ext uri="{FF2B5EF4-FFF2-40B4-BE49-F238E27FC236}">
                  <a16:creationId xmlns:a16="http://schemas.microsoft.com/office/drawing/2014/main" id="{F4A42B0D-2BBD-84AF-B381-80414140A2D1}"/>
                </a:ext>
              </a:extLst>
            </p:cNvPr>
            <p:cNvCxnSpPr>
              <a:stCxn id="13" idx="0"/>
            </p:cNvCxnSpPr>
            <p:nvPr/>
          </p:nvCxnSpPr>
          <p:spPr>
            <a:xfrm flipV="1">
              <a:off x="4876800" y="3333763"/>
              <a:ext cx="609600" cy="56358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5" name="TextBox 14">
            <a:extLst>
              <a:ext uri="{FF2B5EF4-FFF2-40B4-BE49-F238E27FC236}">
                <a16:creationId xmlns:a16="http://schemas.microsoft.com/office/drawing/2014/main" id="{C92D627F-BB81-E601-36B9-749DF7CF319C}"/>
              </a:ext>
            </a:extLst>
          </p:cNvPr>
          <p:cNvSpPr txBox="1">
            <a:spLocks noRot="1" noChangeAspect="1" noMove="1" noResize="1" noEditPoints="1" noAdjustHandles="1" noChangeArrowheads="1" noChangeShapeType="1" noTextEdit="1"/>
          </p:cNvSpPr>
          <p:nvPr/>
        </p:nvSpPr>
        <p:spPr>
          <a:xfrm>
            <a:off x="3236687" y="2148659"/>
            <a:ext cx="2046842" cy="369332"/>
          </a:xfrm>
          <a:prstGeom prst="rect">
            <a:avLst/>
          </a:prstGeom>
          <a:blipFill>
            <a:blip r:embed="rId3"/>
            <a:stretch>
              <a:fillRect l="-2976" t="-14754" r="-595" b="-29508"/>
            </a:stretch>
          </a:blipFill>
        </p:spPr>
        <p:txBody>
          <a:bodyPr/>
          <a:lstStyle/>
          <a:p>
            <a:pPr>
              <a:defRPr/>
            </a:pPr>
            <a:r>
              <a:rPr lang="en-US">
                <a:noFill/>
              </a:rPr>
              <a:t> </a:t>
            </a:r>
          </a:p>
        </p:txBody>
      </p:sp>
      <p:sp>
        <p:nvSpPr>
          <p:cNvPr id="29706" name="TextBox 36">
            <a:extLst>
              <a:ext uri="{FF2B5EF4-FFF2-40B4-BE49-F238E27FC236}">
                <a16:creationId xmlns:a16="http://schemas.microsoft.com/office/drawing/2014/main" id="{A1A5CF01-E5EB-1600-3891-30CC21BB8C84}"/>
              </a:ext>
            </a:extLst>
          </p:cNvPr>
          <p:cNvSpPr txBox="1">
            <a:spLocks noChangeArrowheads="1"/>
          </p:cNvSpPr>
          <p:nvPr/>
        </p:nvSpPr>
        <p:spPr bwMode="auto">
          <a:xfrm>
            <a:off x="914400" y="1600200"/>
            <a:ext cx="3013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a:latin typeface="Arial" panose="020B0604020202020204" pitchFamily="34" charset="0"/>
              </a:rPr>
              <a:t>Actual data sample:</a:t>
            </a:r>
            <a:endParaRPr lang="en-US" altLang="en-US" sz="2400">
              <a:latin typeface="Courier New" panose="02070309020205020404" pitchFamily="49" charset="0"/>
              <a:cs typeface="Courier New" panose="02070309020205020404" pitchFamily="49" charset="0"/>
            </a:endParaRPr>
          </a:p>
        </p:txBody>
      </p:sp>
      <p:sp>
        <p:nvSpPr>
          <p:cNvPr id="17" name="TextBox 16">
            <a:extLst>
              <a:ext uri="{FF2B5EF4-FFF2-40B4-BE49-F238E27FC236}">
                <a16:creationId xmlns:a16="http://schemas.microsoft.com/office/drawing/2014/main" id="{FE1AB77A-7E54-8E1C-B711-F9DA445B7B0F}"/>
              </a:ext>
            </a:extLst>
          </p:cNvPr>
          <p:cNvSpPr txBox="1">
            <a:spLocks noRot="1" noChangeAspect="1" noMove="1" noResize="1" noEditPoints="1" noAdjustHandles="1" noChangeArrowheads="1" noChangeShapeType="1" noTextEdit="1"/>
          </p:cNvSpPr>
          <p:nvPr/>
        </p:nvSpPr>
        <p:spPr>
          <a:xfrm>
            <a:off x="3765470" y="1600200"/>
            <a:ext cx="1111330" cy="369332"/>
          </a:xfrm>
          <a:prstGeom prst="rect">
            <a:avLst/>
          </a:prstGeom>
          <a:blipFill>
            <a:blip r:embed="rId4"/>
            <a:stretch>
              <a:fillRect b="-30000"/>
            </a:stretch>
          </a:blipFill>
        </p:spPr>
        <p:txBody>
          <a:bodyPr/>
          <a:lstStyle/>
          <a:p>
            <a:pPr>
              <a:defRPr/>
            </a:pPr>
            <a:r>
              <a:rPr lang="en-US">
                <a:noFill/>
              </a:rPr>
              <a:t> </a:t>
            </a:r>
          </a:p>
        </p:txBody>
      </p:sp>
      <p:sp>
        <p:nvSpPr>
          <p:cNvPr id="18" name="TextBox 17">
            <a:extLst>
              <a:ext uri="{FF2B5EF4-FFF2-40B4-BE49-F238E27FC236}">
                <a16:creationId xmlns:a16="http://schemas.microsoft.com/office/drawing/2014/main" id="{BE88E91E-8D74-5F1E-85C2-AEAB9DAD4FCD}"/>
              </a:ext>
            </a:extLst>
          </p:cNvPr>
          <p:cNvSpPr txBox="1">
            <a:spLocks noRot="1" noChangeAspect="1" noMove="1" noResize="1" noEditPoints="1" noAdjustHandles="1" noChangeArrowheads="1" noChangeShapeType="1" noTextEdit="1"/>
          </p:cNvSpPr>
          <p:nvPr/>
        </p:nvSpPr>
        <p:spPr>
          <a:xfrm>
            <a:off x="2238694" y="3661197"/>
            <a:ext cx="5363300" cy="1512273"/>
          </a:xfrm>
          <a:prstGeom prst="rect">
            <a:avLst/>
          </a:prstGeom>
          <a:blipFill>
            <a:blip r:embed="rId5"/>
            <a:stretch>
              <a:fillRect/>
            </a:stretch>
          </a:blipFill>
        </p:spPr>
        <p:txBody>
          <a:bodyPr/>
          <a:lstStyle/>
          <a:p>
            <a:pPr>
              <a:defRPr/>
            </a:pPr>
            <a:r>
              <a:rPr lang="en-US">
                <a:noFill/>
              </a:rPr>
              <a:t> </a:t>
            </a:r>
          </a:p>
        </p:txBody>
      </p:sp>
      <p:sp>
        <p:nvSpPr>
          <p:cNvPr id="19" name="TextBox 18">
            <a:extLst>
              <a:ext uri="{FF2B5EF4-FFF2-40B4-BE49-F238E27FC236}">
                <a16:creationId xmlns:a16="http://schemas.microsoft.com/office/drawing/2014/main" id="{84C175A4-BEE3-F755-AE57-94EBD9A2FC31}"/>
              </a:ext>
            </a:extLst>
          </p:cNvPr>
          <p:cNvSpPr txBox="1">
            <a:spLocks noRot="1" noChangeAspect="1" noMove="1" noResize="1" noEditPoints="1" noAdjustHandles="1" noChangeArrowheads="1" noChangeShapeType="1" noTextEdit="1"/>
          </p:cNvSpPr>
          <p:nvPr/>
        </p:nvSpPr>
        <p:spPr>
          <a:xfrm>
            <a:off x="1397403" y="5946775"/>
            <a:ext cx="2457660" cy="394339"/>
          </a:xfrm>
          <a:prstGeom prst="rect">
            <a:avLst/>
          </a:prstGeom>
          <a:blipFill>
            <a:blip r:embed="rId6"/>
            <a:stretch>
              <a:fillRect/>
            </a:stretch>
          </a:blipFill>
        </p:spPr>
        <p:txBody>
          <a:bodyPr/>
          <a:lstStyle/>
          <a:p>
            <a:pPr>
              <a:defRPr/>
            </a:pPr>
            <a:r>
              <a:rPr lang="en-US">
                <a:noFill/>
              </a:rPr>
              <a:t> </a:t>
            </a:r>
          </a:p>
        </p:txBody>
      </p:sp>
      <p:sp>
        <p:nvSpPr>
          <p:cNvPr id="20" name="TextBox 19">
            <a:extLst>
              <a:ext uri="{FF2B5EF4-FFF2-40B4-BE49-F238E27FC236}">
                <a16:creationId xmlns:a16="http://schemas.microsoft.com/office/drawing/2014/main" id="{8ACB18FD-FFAE-0F27-83CC-565D5D3642B5}"/>
              </a:ext>
            </a:extLst>
          </p:cNvPr>
          <p:cNvSpPr txBox="1">
            <a:spLocks noRot="1" noChangeAspect="1" noMove="1" noResize="1" noEditPoints="1" noAdjustHandles="1" noChangeArrowheads="1" noChangeShapeType="1" noTextEdit="1"/>
          </p:cNvSpPr>
          <p:nvPr/>
        </p:nvSpPr>
        <p:spPr>
          <a:xfrm>
            <a:off x="3927249" y="5907733"/>
            <a:ext cx="4863767" cy="423962"/>
          </a:xfrm>
          <a:prstGeom prst="rect">
            <a:avLst/>
          </a:prstGeom>
          <a:blipFill>
            <a:blip r:embed="rId7"/>
            <a:stretch>
              <a:fillRect l="-3759" t="-14286" r="-2882" b="-37143"/>
            </a:stretch>
          </a:blipFill>
        </p:spPr>
        <p:txBody>
          <a:bodyPr/>
          <a:lstStyle/>
          <a:p>
            <a:pPr>
              <a:defRPr/>
            </a:pPr>
            <a:r>
              <a:rPr lang="en-US">
                <a:noFill/>
              </a:rPr>
              <a:t> </a:t>
            </a: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600BAC3A-0991-DAC5-A7C0-10C97F83786C}"/>
              </a:ext>
            </a:extLst>
          </p:cNvPr>
          <p:cNvSpPr>
            <a:spLocks noGrp="1"/>
          </p:cNvSpPr>
          <p:nvPr>
            <p:ph type="title"/>
          </p:nvPr>
        </p:nvSpPr>
        <p:spPr/>
        <p:txBody>
          <a:bodyPr/>
          <a:lstStyle/>
          <a:p>
            <a:r>
              <a:rPr lang="en-US" altLang="en-US">
                <a:latin typeface="Open Sans" pitchFamily="34" charset="0"/>
              </a:rPr>
              <a:t>Parameters Estimation</a:t>
            </a:r>
          </a:p>
        </p:txBody>
      </p:sp>
      <p:sp>
        <p:nvSpPr>
          <p:cNvPr id="30723" name="Slide Number Placeholder 3">
            <a:extLst>
              <a:ext uri="{FF2B5EF4-FFF2-40B4-BE49-F238E27FC236}">
                <a16:creationId xmlns:a16="http://schemas.microsoft.com/office/drawing/2014/main" id="{32620D57-76D3-79B4-B606-E3E1E085277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8FF44C6-90F2-4086-9918-4E850F4F869C}" type="slidenum">
              <a:rPr lang="en-US" altLang="en-US" sz="1200" smtClean="0">
                <a:solidFill>
                  <a:srgbClr val="898989"/>
                </a:solidFill>
              </a:rPr>
              <a:pPr>
                <a:spcBef>
                  <a:spcPct val="0"/>
                </a:spcBef>
                <a:buFontTx/>
                <a:buNone/>
              </a:pPr>
              <a:t>20</a:t>
            </a:fld>
            <a:endParaRPr lang="en-US" altLang="en-US" sz="1200">
              <a:solidFill>
                <a:srgbClr val="898989"/>
              </a:solidFill>
            </a:endParaRPr>
          </a:p>
        </p:txBody>
      </p:sp>
      <p:pic>
        <p:nvPicPr>
          <p:cNvPr id="30724" name="Picture 6">
            <a:extLst>
              <a:ext uri="{FF2B5EF4-FFF2-40B4-BE49-F238E27FC236}">
                <a16:creationId xmlns:a16="http://schemas.microsoft.com/office/drawing/2014/main" id="{CD830D85-4773-D526-D31B-A19DC5AFA2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676400"/>
            <a:ext cx="3505200" cy="442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E9EE238D-FBA6-6A39-D0D1-1C2E91DF96E1}"/>
              </a:ext>
            </a:extLst>
          </p:cNvPr>
          <p:cNvPicPr>
            <a:picLocks noChangeAspect="1"/>
          </p:cNvPicPr>
          <p:nvPr/>
        </p:nvPicPr>
        <p:blipFill>
          <a:blip r:embed="rId3"/>
          <a:stretch>
            <a:fillRect/>
          </a:stretch>
        </p:blipFill>
        <p:spPr>
          <a:xfrm>
            <a:off x="4518091" y="2064251"/>
            <a:ext cx="4550250" cy="4036512"/>
          </a:xfrm>
          <a:prstGeom prst="rect">
            <a:avLst/>
          </a:prstGeom>
        </p:spPr>
      </p:pic>
      <p:pic>
        <p:nvPicPr>
          <p:cNvPr id="3" name="Picture 2">
            <a:extLst>
              <a:ext uri="{FF2B5EF4-FFF2-40B4-BE49-F238E27FC236}">
                <a16:creationId xmlns:a16="http://schemas.microsoft.com/office/drawing/2014/main" id="{CEFC368E-0C35-7987-4ABE-1D6C466E1ECB}"/>
              </a:ext>
            </a:extLst>
          </p:cNvPr>
          <p:cNvPicPr>
            <a:picLocks noChangeAspect="1"/>
          </p:cNvPicPr>
          <p:nvPr/>
        </p:nvPicPr>
        <p:blipFill>
          <a:blip r:embed="rId4"/>
          <a:stretch>
            <a:fillRect/>
          </a:stretch>
        </p:blipFill>
        <p:spPr>
          <a:xfrm>
            <a:off x="1296454" y="6083910"/>
            <a:ext cx="3286125" cy="733425"/>
          </a:xfrm>
          <a:prstGeom prst="rect">
            <a:avLst/>
          </a:prstGeom>
        </p:spPr>
      </p:pic>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8D87FA10-9BD5-59C3-EC13-765DC75B94B1}"/>
              </a:ext>
            </a:extLst>
          </p:cNvPr>
          <p:cNvSpPr>
            <a:spLocks noGrp="1"/>
          </p:cNvSpPr>
          <p:nvPr>
            <p:ph type="title"/>
          </p:nvPr>
        </p:nvSpPr>
        <p:spPr/>
        <p:txBody>
          <a:bodyPr/>
          <a:lstStyle/>
          <a:p>
            <a:r>
              <a:rPr lang="en-US" altLang="en-US">
                <a:latin typeface="Open Sans" pitchFamily="34" charset="0"/>
              </a:rPr>
              <a:t>Prediction</a:t>
            </a:r>
          </a:p>
        </p:txBody>
      </p:sp>
      <p:sp>
        <p:nvSpPr>
          <p:cNvPr id="31747" name="Slide Number Placeholder 3">
            <a:extLst>
              <a:ext uri="{FF2B5EF4-FFF2-40B4-BE49-F238E27FC236}">
                <a16:creationId xmlns:a16="http://schemas.microsoft.com/office/drawing/2014/main" id="{9F60BEDB-1621-00F4-C8A0-864375A80E0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03064BB-02C2-4A99-A575-979BB8E95CEA}" type="slidenum">
              <a:rPr lang="en-US" altLang="en-US" sz="1200" smtClean="0">
                <a:solidFill>
                  <a:srgbClr val="898989"/>
                </a:solidFill>
              </a:rPr>
              <a:pPr>
                <a:spcBef>
                  <a:spcPct val="0"/>
                </a:spcBef>
                <a:buFontTx/>
                <a:buNone/>
              </a:pPr>
              <a:t>21</a:t>
            </a:fld>
            <a:endParaRPr lang="en-US" altLang="en-US" sz="1200">
              <a:solidFill>
                <a:srgbClr val="898989"/>
              </a:solidFill>
            </a:endParaRPr>
          </a:p>
        </p:txBody>
      </p:sp>
      <p:pic>
        <p:nvPicPr>
          <p:cNvPr id="31748" name="Picture 6">
            <a:extLst>
              <a:ext uri="{FF2B5EF4-FFF2-40B4-BE49-F238E27FC236}">
                <a16:creationId xmlns:a16="http://schemas.microsoft.com/office/drawing/2014/main" id="{66B08C95-356F-F8F7-8A0F-68D08AC3E9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798638"/>
            <a:ext cx="3276600" cy="455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1FE18D02-6BDC-CB5D-ED0B-8F8CD94A1276}"/>
              </a:ext>
            </a:extLst>
          </p:cNvPr>
          <p:cNvPicPr>
            <a:picLocks noChangeAspect="1"/>
          </p:cNvPicPr>
          <p:nvPr/>
        </p:nvPicPr>
        <p:blipFill>
          <a:blip r:embed="rId3"/>
          <a:stretch>
            <a:fillRect/>
          </a:stretch>
        </p:blipFill>
        <p:spPr>
          <a:xfrm>
            <a:off x="4427652" y="2051486"/>
            <a:ext cx="4537718" cy="1012766"/>
          </a:xfrm>
          <a:prstGeom prst="rect">
            <a:avLst/>
          </a:prstGeom>
        </p:spPr>
      </p:pic>
      <p:pic>
        <p:nvPicPr>
          <p:cNvPr id="3" name="Picture 2">
            <a:extLst>
              <a:ext uri="{FF2B5EF4-FFF2-40B4-BE49-F238E27FC236}">
                <a16:creationId xmlns:a16="http://schemas.microsoft.com/office/drawing/2014/main" id="{B9235E7A-74E2-91A2-DB65-69F3DDE0563C}"/>
              </a:ext>
            </a:extLst>
          </p:cNvPr>
          <p:cNvPicPr>
            <a:picLocks noChangeAspect="1"/>
          </p:cNvPicPr>
          <p:nvPr/>
        </p:nvPicPr>
        <p:blipFill>
          <a:blip r:embed="rId4"/>
          <a:stretch>
            <a:fillRect/>
          </a:stretch>
        </p:blipFill>
        <p:spPr>
          <a:xfrm>
            <a:off x="4339225" y="4509385"/>
            <a:ext cx="3724275" cy="1552575"/>
          </a:xfrm>
          <a:prstGeom prst="rect">
            <a:avLst/>
          </a:prstGeom>
        </p:spPr>
      </p:pic>
      <p:pic>
        <p:nvPicPr>
          <p:cNvPr id="4" name="Picture 3">
            <a:extLst>
              <a:ext uri="{FF2B5EF4-FFF2-40B4-BE49-F238E27FC236}">
                <a16:creationId xmlns:a16="http://schemas.microsoft.com/office/drawing/2014/main" id="{E21DF3B6-243B-A1D2-B1D3-DEB574B37899}"/>
              </a:ext>
            </a:extLst>
          </p:cNvPr>
          <p:cNvPicPr>
            <a:picLocks noChangeAspect="1"/>
          </p:cNvPicPr>
          <p:nvPr/>
        </p:nvPicPr>
        <p:blipFill>
          <a:blip r:embed="rId5"/>
          <a:stretch>
            <a:fillRect/>
          </a:stretch>
        </p:blipFill>
        <p:spPr>
          <a:xfrm>
            <a:off x="4324235" y="4648200"/>
            <a:ext cx="3733800" cy="1428750"/>
          </a:xfrm>
          <a:prstGeom prst="rect">
            <a:avLst/>
          </a:prstGeom>
        </p:spPr>
      </p:pic>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EC9B6-43C9-C1F9-BB5C-88E13BEBB0C2}"/>
              </a:ext>
            </a:extLst>
          </p:cNvPr>
          <p:cNvSpPr>
            <a:spLocks noGrp="1"/>
          </p:cNvSpPr>
          <p:nvPr>
            <p:ph type="title"/>
          </p:nvPr>
        </p:nvSpPr>
        <p:spPr/>
        <p:txBody>
          <a:bodyPr>
            <a:normAutofit/>
          </a:bodyPr>
          <a:lstStyle/>
          <a:p>
            <a:r>
              <a:rPr lang="en-US" dirty="0"/>
              <a:t>Multicollinearity</a:t>
            </a:r>
          </a:p>
        </p:txBody>
      </p:sp>
      <p:sp>
        <p:nvSpPr>
          <p:cNvPr id="3" name="Content Placeholder 2">
            <a:extLst>
              <a:ext uri="{FF2B5EF4-FFF2-40B4-BE49-F238E27FC236}">
                <a16:creationId xmlns:a16="http://schemas.microsoft.com/office/drawing/2014/main" id="{03468353-CC5C-3E01-0AF8-7EB70E628D4E}"/>
              </a:ext>
            </a:extLst>
          </p:cNvPr>
          <p:cNvSpPr>
            <a:spLocks noGrp="1"/>
          </p:cNvSpPr>
          <p:nvPr>
            <p:ph idx="1"/>
          </p:nvPr>
        </p:nvSpPr>
        <p:spPr/>
        <p:txBody>
          <a:bodyPr/>
          <a:lstStyle/>
          <a:p>
            <a:r>
              <a:rPr lang="en-US" b="1" dirty="0"/>
              <a:t>Multicollinearity</a:t>
            </a:r>
            <a:r>
              <a:rPr lang="en-US" dirty="0"/>
              <a:t> is a statistical concept where several independent variables in a model are correlated.</a:t>
            </a:r>
          </a:p>
          <a:p>
            <a:r>
              <a:rPr lang="en-US" dirty="0"/>
              <a:t>Two variables are considered perfectly collinear if their correlation coefficient is +/- 1.0.</a:t>
            </a:r>
          </a:p>
          <a:p>
            <a:r>
              <a:rPr lang="en-US" dirty="0"/>
              <a:t>Multicollinearity among independent variables will result in less reliable statistical inferences.</a:t>
            </a:r>
          </a:p>
        </p:txBody>
      </p:sp>
      <p:sp>
        <p:nvSpPr>
          <p:cNvPr id="4" name="Slide Number Placeholder 3">
            <a:extLst>
              <a:ext uri="{FF2B5EF4-FFF2-40B4-BE49-F238E27FC236}">
                <a16:creationId xmlns:a16="http://schemas.microsoft.com/office/drawing/2014/main" id="{AB31FC3C-592E-C7F7-CF54-F4BD9CAB1146}"/>
              </a:ext>
            </a:extLst>
          </p:cNvPr>
          <p:cNvSpPr>
            <a:spLocks noGrp="1"/>
          </p:cNvSpPr>
          <p:nvPr>
            <p:ph type="sldNum" sz="quarter" idx="12"/>
          </p:nvPr>
        </p:nvSpPr>
        <p:spPr/>
        <p:txBody>
          <a:bodyPr/>
          <a:lstStyle/>
          <a:p>
            <a:pPr>
              <a:defRPr/>
            </a:pPr>
            <a:fld id="{E5618D21-9C9C-409C-B1BF-2F8BDA6ADB7C}" type="slidenum">
              <a:rPr lang="en-US" altLang="en-US" smtClean="0"/>
              <a:pPr>
                <a:defRPr/>
              </a:pPr>
              <a:t>22</a:t>
            </a:fld>
            <a:endParaRPr lang="en-US" altLang="en-US"/>
          </a:p>
        </p:txBody>
      </p:sp>
    </p:spTree>
    <p:extLst>
      <p:ext uri="{BB962C8B-B14F-4D97-AF65-F5344CB8AC3E}">
        <p14:creationId xmlns:p14="http://schemas.microsoft.com/office/powerpoint/2010/main" val="7630235"/>
      </p:ext>
    </p:extLst>
  </p:cSld>
  <p:clrMapOvr>
    <a:masterClrMapping/>
  </p:clrMapOvr>
  <p:transition spd="slow">
    <p:split orient="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EC9B6-43C9-C1F9-BB5C-88E13BEBB0C2}"/>
              </a:ext>
            </a:extLst>
          </p:cNvPr>
          <p:cNvSpPr>
            <a:spLocks noGrp="1"/>
          </p:cNvSpPr>
          <p:nvPr>
            <p:ph type="title"/>
          </p:nvPr>
        </p:nvSpPr>
        <p:spPr/>
        <p:txBody>
          <a:bodyPr>
            <a:normAutofit/>
          </a:bodyPr>
          <a:lstStyle/>
          <a:p>
            <a:r>
              <a:rPr lang="en-US" dirty="0"/>
              <a:t>Multicollinearity </a:t>
            </a:r>
            <a:r>
              <a:rPr lang="en-US" sz="3200" dirty="0"/>
              <a:t>(cont.)</a:t>
            </a:r>
            <a:endParaRPr lang="en-US" dirty="0"/>
          </a:p>
        </p:txBody>
      </p:sp>
      <p:sp>
        <p:nvSpPr>
          <p:cNvPr id="3" name="Content Placeholder 2">
            <a:extLst>
              <a:ext uri="{FF2B5EF4-FFF2-40B4-BE49-F238E27FC236}">
                <a16:creationId xmlns:a16="http://schemas.microsoft.com/office/drawing/2014/main" id="{03468353-CC5C-3E01-0AF8-7EB70E628D4E}"/>
              </a:ext>
            </a:extLst>
          </p:cNvPr>
          <p:cNvSpPr>
            <a:spLocks noGrp="1"/>
          </p:cNvSpPr>
          <p:nvPr>
            <p:ph idx="1"/>
          </p:nvPr>
        </p:nvSpPr>
        <p:spPr/>
        <p:txBody>
          <a:bodyPr>
            <a:normAutofit lnSpcReduction="10000"/>
          </a:bodyPr>
          <a:lstStyle/>
          <a:p>
            <a:r>
              <a:rPr lang="en-US" dirty="0"/>
              <a:t>One method to detect multicollinearity is to calculate the </a:t>
            </a:r>
            <a:r>
              <a:rPr lang="en-US" b="1" dirty="0"/>
              <a:t>variance inflation factor (VIF) </a:t>
            </a:r>
            <a:r>
              <a:rPr lang="en-US" dirty="0"/>
              <a:t>for each independent variable.</a:t>
            </a:r>
          </a:p>
          <a:p>
            <a:pPr marL="0" indent="0">
              <a:buNone/>
            </a:pPr>
            <a:endParaRPr lang="en-US" dirty="0"/>
          </a:p>
          <a:p>
            <a:pPr marL="0" indent="0">
              <a:buNone/>
            </a:pPr>
            <a:endParaRPr lang="en-US" dirty="0"/>
          </a:p>
          <a:p>
            <a:pPr marL="0" indent="0">
              <a:buNone/>
            </a:pPr>
            <a:endParaRPr lang="en-US" dirty="0"/>
          </a:p>
          <a:p>
            <a:pPr marL="0" indent="0">
              <a:buNone/>
            </a:pPr>
            <a:endParaRPr lang="en-US" dirty="0"/>
          </a:p>
          <a:p>
            <a:r>
              <a:rPr lang="en-US" dirty="0"/>
              <a:t>A VIF value of 1 means not correlated at all, in the interval of 1 to 5 means slightly inflated by multicollinearity, and above 5 is highly inflated.</a:t>
            </a:r>
          </a:p>
        </p:txBody>
      </p:sp>
      <p:sp>
        <p:nvSpPr>
          <p:cNvPr id="4" name="Slide Number Placeholder 3">
            <a:extLst>
              <a:ext uri="{FF2B5EF4-FFF2-40B4-BE49-F238E27FC236}">
                <a16:creationId xmlns:a16="http://schemas.microsoft.com/office/drawing/2014/main" id="{AB31FC3C-592E-C7F7-CF54-F4BD9CAB1146}"/>
              </a:ext>
            </a:extLst>
          </p:cNvPr>
          <p:cNvSpPr>
            <a:spLocks noGrp="1"/>
          </p:cNvSpPr>
          <p:nvPr>
            <p:ph type="sldNum" sz="quarter" idx="12"/>
          </p:nvPr>
        </p:nvSpPr>
        <p:spPr/>
        <p:txBody>
          <a:bodyPr/>
          <a:lstStyle/>
          <a:p>
            <a:pPr>
              <a:defRPr/>
            </a:pPr>
            <a:fld id="{E5618D21-9C9C-409C-B1BF-2F8BDA6ADB7C}" type="slidenum">
              <a:rPr lang="en-US" altLang="en-US" smtClean="0"/>
              <a:pPr>
                <a:defRPr/>
              </a:pPr>
              <a:t>23</a:t>
            </a:fld>
            <a:endParaRPr lang="en-US" altLang="en-US"/>
          </a:p>
        </p:txBody>
      </p:sp>
      <p:pic>
        <p:nvPicPr>
          <p:cNvPr id="6" name="Picture 5">
            <a:extLst>
              <a:ext uri="{FF2B5EF4-FFF2-40B4-BE49-F238E27FC236}">
                <a16:creationId xmlns:a16="http://schemas.microsoft.com/office/drawing/2014/main" id="{96E5F0DE-2E18-BB77-92A8-E7F9445C8EDE}"/>
              </a:ext>
            </a:extLst>
          </p:cNvPr>
          <p:cNvPicPr>
            <a:picLocks noChangeAspect="1"/>
          </p:cNvPicPr>
          <p:nvPr/>
        </p:nvPicPr>
        <p:blipFill>
          <a:blip r:embed="rId2"/>
          <a:stretch>
            <a:fillRect/>
          </a:stretch>
        </p:blipFill>
        <p:spPr>
          <a:xfrm>
            <a:off x="2362200" y="3010422"/>
            <a:ext cx="3981450" cy="1620549"/>
          </a:xfrm>
          <a:prstGeom prst="rect">
            <a:avLst/>
          </a:prstGeom>
        </p:spPr>
      </p:pic>
    </p:spTree>
    <p:extLst>
      <p:ext uri="{BB962C8B-B14F-4D97-AF65-F5344CB8AC3E}">
        <p14:creationId xmlns:p14="http://schemas.microsoft.com/office/powerpoint/2010/main" val="1864217195"/>
      </p:ext>
    </p:extLst>
  </p:cSld>
  <p:clrMapOvr>
    <a:masterClrMapping/>
  </p:clrMapOvr>
  <p:transition spd="slow">
    <p:split orient="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1CB91FB-2E33-A49D-0DF4-1087EAC3E767}"/>
              </a:ext>
            </a:extLst>
          </p:cNvPr>
          <p:cNvSpPr>
            <a:spLocks noGrp="1"/>
          </p:cNvSpPr>
          <p:nvPr>
            <p:ph type="title"/>
          </p:nvPr>
        </p:nvSpPr>
        <p:spPr>
          <a:xfrm>
            <a:off x="925513" y="3505200"/>
            <a:ext cx="7772400" cy="698500"/>
          </a:xfrm>
        </p:spPr>
        <p:txBody>
          <a:bodyPr/>
          <a:lstStyle/>
          <a:p>
            <a:pPr algn="ctr">
              <a:defRPr/>
            </a:pPr>
            <a:r>
              <a:rPr lang="en-US" sz="3200" dirty="0" err="1">
                <a:solidFill>
                  <a:schemeClr val="bg1">
                    <a:lumMod val="50000"/>
                  </a:schemeClr>
                </a:solidFill>
              </a:rPr>
              <a:t>NonLINEAR</a:t>
            </a:r>
            <a:r>
              <a:rPr lang="en-US" sz="3200" dirty="0">
                <a:solidFill>
                  <a:schemeClr val="bg1">
                    <a:lumMod val="50000"/>
                  </a:schemeClr>
                </a:solidFill>
              </a:rPr>
              <a:t> Regression</a:t>
            </a:r>
          </a:p>
        </p:txBody>
      </p:sp>
      <p:sp>
        <p:nvSpPr>
          <p:cNvPr id="32771" name="Slide Number Placeholder 3">
            <a:extLst>
              <a:ext uri="{FF2B5EF4-FFF2-40B4-BE49-F238E27FC236}">
                <a16:creationId xmlns:a16="http://schemas.microsoft.com/office/drawing/2014/main" id="{3C40C2CE-B6A1-0B9B-B667-079768EF348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AEB47E4-61E5-4EDC-8C51-85B2E95C589A}" type="slidenum">
              <a:rPr lang="en-US" altLang="en-US" sz="1200" smtClean="0">
                <a:solidFill>
                  <a:srgbClr val="898989"/>
                </a:solidFill>
              </a:rPr>
              <a:pPr>
                <a:spcBef>
                  <a:spcPct val="0"/>
                </a:spcBef>
                <a:buFontTx/>
                <a:buNone/>
              </a:pPr>
              <a:t>24</a:t>
            </a:fld>
            <a:endParaRPr lang="en-US" altLang="en-US" sz="1200">
              <a:solidFill>
                <a:srgbClr val="898989"/>
              </a:solidFill>
            </a:endParaRPr>
          </a:p>
        </p:txBody>
      </p:sp>
      <p:sp>
        <p:nvSpPr>
          <p:cNvPr id="7" name="Title 4">
            <a:extLst>
              <a:ext uri="{FF2B5EF4-FFF2-40B4-BE49-F238E27FC236}">
                <a16:creationId xmlns:a16="http://schemas.microsoft.com/office/drawing/2014/main" id="{CE4702B5-614D-6C43-7D8C-47F477E2F481}"/>
              </a:ext>
            </a:extLst>
          </p:cNvPr>
          <p:cNvSpPr txBox="1">
            <a:spLocks/>
          </p:cNvSpPr>
          <p:nvPr/>
        </p:nvSpPr>
        <p:spPr bwMode="auto">
          <a:xfrm>
            <a:off x="903288" y="2667000"/>
            <a:ext cx="7772400" cy="1362075"/>
          </a:xfrm>
          <a:prstGeom prst="rect">
            <a:avLst/>
          </a:prstGeom>
          <a:noFill/>
          <a:ln>
            <a:noFill/>
          </a:ln>
        </p:spPr>
        <p:txBody>
          <a:bodyPr/>
          <a:lstStyle>
            <a:lvl1pPr algn="l" rtl="0" eaLnBrk="0" fontAlgn="base" hangingPunct="0">
              <a:spcBef>
                <a:spcPct val="0"/>
              </a:spcBef>
              <a:spcAft>
                <a:spcPct val="0"/>
              </a:spcAft>
              <a:defRPr sz="4000" b="1" kern="1200" cap="all">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ctr">
              <a:defRPr/>
            </a:pPr>
            <a:r>
              <a:rPr lang="en-US" dirty="0"/>
              <a:t>Regression Analysis</a:t>
            </a:r>
          </a:p>
        </p:txBody>
      </p:sp>
    </p:spTree>
  </p:cSld>
  <p:clrMapOvr>
    <a:masterClrMapping/>
  </p:clrMapOvr>
  <p:transition spd="slow">
    <p:split orient="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7">
            <a:extLst>
              <a:ext uri="{FF2B5EF4-FFF2-40B4-BE49-F238E27FC236}">
                <a16:creationId xmlns:a16="http://schemas.microsoft.com/office/drawing/2014/main" id="{2FFDBDE7-963F-50CF-894B-80A57E376D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133600"/>
            <a:ext cx="5313363" cy="373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5" name="Title 4">
            <a:extLst>
              <a:ext uri="{FF2B5EF4-FFF2-40B4-BE49-F238E27FC236}">
                <a16:creationId xmlns:a16="http://schemas.microsoft.com/office/drawing/2014/main" id="{A68BE916-855D-6355-AAAB-8A06906DABAD}"/>
              </a:ext>
            </a:extLst>
          </p:cNvPr>
          <p:cNvSpPr>
            <a:spLocks noGrp="1"/>
          </p:cNvSpPr>
          <p:nvPr>
            <p:ph type="title"/>
          </p:nvPr>
        </p:nvSpPr>
        <p:spPr/>
        <p:txBody>
          <a:bodyPr>
            <a:normAutofit fontScale="90000"/>
          </a:bodyPr>
          <a:lstStyle/>
          <a:p>
            <a:r>
              <a:rPr lang="en-US" altLang="en-US">
                <a:latin typeface="Open Sans" pitchFamily="34" charset="0"/>
              </a:rPr>
              <a:t>Why Nonlinear Regression?</a:t>
            </a:r>
          </a:p>
        </p:txBody>
      </p:sp>
      <p:sp>
        <p:nvSpPr>
          <p:cNvPr id="33796" name="Content Placeholder 5">
            <a:extLst>
              <a:ext uri="{FF2B5EF4-FFF2-40B4-BE49-F238E27FC236}">
                <a16:creationId xmlns:a16="http://schemas.microsoft.com/office/drawing/2014/main" id="{0A00489B-15BC-A583-F66E-CBA1892AA7E0}"/>
              </a:ext>
            </a:extLst>
          </p:cNvPr>
          <p:cNvSpPr>
            <a:spLocks noGrp="1"/>
          </p:cNvSpPr>
          <p:nvPr>
            <p:ph idx="1"/>
          </p:nvPr>
        </p:nvSpPr>
        <p:spPr>
          <a:xfrm>
            <a:off x="685800" y="1676400"/>
            <a:ext cx="8229600" cy="609600"/>
          </a:xfrm>
        </p:spPr>
        <p:txBody>
          <a:bodyPr/>
          <a:lstStyle/>
          <a:p>
            <a:r>
              <a:rPr lang="en-US" altLang="en-US">
                <a:latin typeface="Open Sans" pitchFamily="34" charset="0"/>
              </a:rPr>
              <a:t>Given the following data:</a:t>
            </a:r>
          </a:p>
        </p:txBody>
      </p:sp>
      <p:sp>
        <p:nvSpPr>
          <p:cNvPr id="33797" name="Slide Number Placeholder 3">
            <a:extLst>
              <a:ext uri="{FF2B5EF4-FFF2-40B4-BE49-F238E27FC236}">
                <a16:creationId xmlns:a16="http://schemas.microsoft.com/office/drawing/2014/main" id="{AE800C88-D7DC-9CE4-360F-6CAC6366829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72819AE-948E-46A5-85F8-BA7266FD02A6}" type="slidenum">
              <a:rPr lang="en-US" altLang="en-US" sz="1200" smtClean="0">
                <a:solidFill>
                  <a:srgbClr val="898989"/>
                </a:solidFill>
              </a:rPr>
              <a:pPr>
                <a:spcBef>
                  <a:spcPct val="0"/>
                </a:spcBef>
                <a:buFontTx/>
                <a:buNone/>
              </a:pPr>
              <a:t>25</a:t>
            </a:fld>
            <a:endParaRPr lang="en-US" altLang="en-US" sz="1200">
              <a:solidFill>
                <a:srgbClr val="898989"/>
              </a:solidFill>
            </a:endParaRPr>
          </a:p>
        </p:txBody>
      </p:sp>
      <p:sp>
        <p:nvSpPr>
          <p:cNvPr id="9" name="Content Placeholder 5">
            <a:extLst>
              <a:ext uri="{FF2B5EF4-FFF2-40B4-BE49-F238E27FC236}">
                <a16:creationId xmlns:a16="http://schemas.microsoft.com/office/drawing/2014/main" id="{80871ED2-3058-CB44-D95D-3B11D90B49B9}"/>
              </a:ext>
            </a:extLst>
          </p:cNvPr>
          <p:cNvSpPr txBox="1">
            <a:spLocks/>
          </p:cNvSpPr>
          <p:nvPr/>
        </p:nvSpPr>
        <p:spPr bwMode="auto">
          <a:xfrm>
            <a:off x="708025" y="5802313"/>
            <a:ext cx="82296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Arial" panose="020B0604020202020204" pitchFamily="34" charset="0"/>
              <a:buNone/>
            </a:pPr>
            <a:r>
              <a:rPr lang="en-US" altLang="en-US" sz="2800">
                <a:latin typeface="Open Sans" pitchFamily="34" charset="0"/>
              </a:rPr>
              <a:t>Should we use </a:t>
            </a:r>
            <a:r>
              <a:rPr lang="en-US" altLang="en-US" sz="2800">
                <a:solidFill>
                  <a:srgbClr val="0070C0"/>
                </a:solidFill>
                <a:latin typeface="Open Sans" pitchFamily="34" charset="0"/>
              </a:rPr>
              <a:t>linear</a:t>
            </a:r>
            <a:r>
              <a:rPr lang="en-US" altLang="en-US" sz="2800">
                <a:latin typeface="Open Sans" pitchFamily="34" charset="0"/>
              </a:rPr>
              <a:t> or </a:t>
            </a:r>
            <a:r>
              <a:rPr lang="en-US" altLang="en-US" sz="2800">
                <a:solidFill>
                  <a:srgbClr val="0070C0"/>
                </a:solidFill>
                <a:latin typeface="Open Sans" pitchFamily="34" charset="0"/>
              </a:rPr>
              <a:t>nonlinear</a:t>
            </a:r>
            <a:r>
              <a:rPr lang="en-US" altLang="en-US" sz="2800">
                <a:latin typeface="Open Sans" pitchFamily="34" charset="0"/>
              </a:rPr>
              <a:t> regression?</a:t>
            </a: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4">
            <a:extLst>
              <a:ext uri="{FF2B5EF4-FFF2-40B4-BE49-F238E27FC236}">
                <a16:creationId xmlns:a16="http://schemas.microsoft.com/office/drawing/2014/main" id="{10FC372E-2B20-F45F-C722-344C6682DC26}"/>
              </a:ext>
            </a:extLst>
          </p:cNvPr>
          <p:cNvSpPr>
            <a:spLocks noGrp="1"/>
          </p:cNvSpPr>
          <p:nvPr>
            <p:ph type="title"/>
          </p:nvPr>
        </p:nvSpPr>
        <p:spPr/>
        <p:txBody>
          <a:bodyPr>
            <a:normAutofit fontScale="90000"/>
          </a:bodyPr>
          <a:lstStyle/>
          <a:p>
            <a:r>
              <a:rPr lang="en-US" altLang="en-US">
                <a:latin typeface="Open Sans" pitchFamily="34" charset="0"/>
              </a:rPr>
              <a:t>Why Nonlinear Regression? </a:t>
            </a:r>
            <a:r>
              <a:rPr lang="en-US" altLang="en-US" sz="3100">
                <a:latin typeface="Open Sans" pitchFamily="34" charset="0"/>
              </a:rPr>
              <a:t>(Cont.)</a:t>
            </a:r>
            <a:endParaRPr lang="en-US" altLang="en-US">
              <a:latin typeface="Open Sans" pitchFamily="34" charset="0"/>
            </a:endParaRPr>
          </a:p>
        </p:txBody>
      </p:sp>
      <p:sp>
        <p:nvSpPr>
          <p:cNvPr id="34819" name="Content Placeholder 5">
            <a:extLst>
              <a:ext uri="{FF2B5EF4-FFF2-40B4-BE49-F238E27FC236}">
                <a16:creationId xmlns:a16="http://schemas.microsoft.com/office/drawing/2014/main" id="{1EDAA74D-61E6-C010-61BD-36E9EB2F9B14}"/>
              </a:ext>
            </a:extLst>
          </p:cNvPr>
          <p:cNvSpPr>
            <a:spLocks noGrp="1"/>
          </p:cNvSpPr>
          <p:nvPr>
            <p:ph idx="1"/>
          </p:nvPr>
        </p:nvSpPr>
        <p:spPr>
          <a:xfrm>
            <a:off x="685800" y="1676400"/>
            <a:ext cx="8229600" cy="609600"/>
          </a:xfrm>
        </p:spPr>
        <p:txBody>
          <a:bodyPr/>
          <a:lstStyle/>
          <a:p>
            <a:r>
              <a:rPr lang="en-US" altLang="en-US">
                <a:latin typeface="Open Sans" pitchFamily="34" charset="0"/>
              </a:rPr>
              <a:t>Use linear model (degree 1):</a:t>
            </a:r>
          </a:p>
        </p:txBody>
      </p:sp>
      <p:sp>
        <p:nvSpPr>
          <p:cNvPr id="34820" name="Slide Number Placeholder 3">
            <a:extLst>
              <a:ext uri="{FF2B5EF4-FFF2-40B4-BE49-F238E27FC236}">
                <a16:creationId xmlns:a16="http://schemas.microsoft.com/office/drawing/2014/main" id="{88C1D32C-CFA2-19DB-D8FA-9DF8A205AF5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125EDFC-9C76-4CB4-A661-D6EBE8C48779}" type="slidenum">
              <a:rPr lang="en-US" altLang="en-US" sz="1200" smtClean="0">
                <a:solidFill>
                  <a:srgbClr val="898989"/>
                </a:solidFill>
              </a:rPr>
              <a:pPr>
                <a:spcBef>
                  <a:spcPct val="0"/>
                </a:spcBef>
                <a:buFontTx/>
                <a:buNone/>
              </a:pPr>
              <a:t>26</a:t>
            </a:fld>
            <a:endParaRPr lang="en-US" altLang="en-US" sz="1200">
              <a:solidFill>
                <a:srgbClr val="898989"/>
              </a:solidFill>
            </a:endParaRPr>
          </a:p>
        </p:txBody>
      </p:sp>
      <p:sp>
        <p:nvSpPr>
          <p:cNvPr id="34821" name="Content Placeholder 5">
            <a:extLst>
              <a:ext uri="{FF2B5EF4-FFF2-40B4-BE49-F238E27FC236}">
                <a16:creationId xmlns:a16="http://schemas.microsoft.com/office/drawing/2014/main" id="{65794D66-CCD3-2777-814D-5D04D5F5BF31}"/>
              </a:ext>
            </a:extLst>
          </p:cNvPr>
          <p:cNvSpPr txBox="1">
            <a:spLocks/>
          </p:cNvSpPr>
          <p:nvPr/>
        </p:nvSpPr>
        <p:spPr bwMode="auto">
          <a:xfrm>
            <a:off x="5778500" y="4605338"/>
            <a:ext cx="3276600" cy="72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Wingdings" panose="05000000000000000000" pitchFamily="2" charset="2"/>
              <a:buChar char="Ø"/>
            </a:pPr>
            <a:r>
              <a:rPr lang="en-US" altLang="en-US" sz="1400">
                <a:latin typeface="Open Sans" pitchFamily="34" charset="0"/>
              </a:rPr>
              <a:t>R</a:t>
            </a:r>
            <a:r>
              <a:rPr lang="en-US" altLang="en-US" sz="1400" baseline="30000">
                <a:latin typeface="Open Sans" pitchFamily="34" charset="0"/>
              </a:rPr>
              <a:t>2</a:t>
            </a:r>
            <a:r>
              <a:rPr lang="en-US" altLang="en-US" sz="1400">
                <a:latin typeface="Open Sans" pitchFamily="34" charset="0"/>
              </a:rPr>
              <a:t> or R-squared (</a:t>
            </a:r>
            <a:r>
              <a:rPr lang="en-US" altLang="en-US" sz="1400" i="1">
                <a:latin typeface="Open Sans" pitchFamily="34" charset="0"/>
              </a:rPr>
              <a:t>coefficient of determination</a:t>
            </a:r>
            <a:r>
              <a:rPr lang="en-US" altLang="en-US" sz="1400">
                <a:latin typeface="Open Sans" pitchFamily="34" charset="0"/>
              </a:rPr>
              <a:t>): how close the data are to the fitted regression line.</a:t>
            </a:r>
          </a:p>
        </p:txBody>
      </p:sp>
      <p:pic>
        <p:nvPicPr>
          <p:cNvPr id="34822" name="Picture 1">
            <a:extLst>
              <a:ext uri="{FF2B5EF4-FFF2-40B4-BE49-F238E27FC236}">
                <a16:creationId xmlns:a16="http://schemas.microsoft.com/office/drawing/2014/main" id="{31A19DFE-A912-01CF-9055-A727F44B42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311400"/>
            <a:ext cx="4660900" cy="346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F887F41B-1C47-560A-6155-BB729BFD025B}"/>
              </a:ext>
            </a:extLst>
          </p:cNvPr>
          <p:cNvSpPr txBox="1"/>
          <p:nvPr/>
        </p:nvSpPr>
        <p:spPr>
          <a:xfrm>
            <a:off x="5753100" y="2357438"/>
            <a:ext cx="3124200" cy="2308225"/>
          </a:xfrm>
          <a:prstGeom prst="rect">
            <a:avLst/>
          </a:prstGeom>
          <a:noFill/>
        </p:spPr>
        <p:txBody>
          <a:bodyPr>
            <a:spAutoFit/>
          </a:bodyPr>
          <a:lstStyle/>
          <a:p>
            <a:pPr>
              <a:defRPr/>
            </a:pPr>
            <a:r>
              <a:rPr lang="en-US" sz="2400" dirty="0">
                <a:latin typeface="+mj-lt"/>
              </a:rPr>
              <a:t>Root Mean Squared Error (RMSE) of linear regression is </a:t>
            </a:r>
            <a:r>
              <a:rPr lang="en-US" sz="2400" b="1" dirty="0">
                <a:latin typeface="+mj-lt"/>
              </a:rPr>
              <a:t>15.91</a:t>
            </a:r>
            <a:r>
              <a:rPr lang="en-US" sz="2400" dirty="0">
                <a:latin typeface="+mj-lt"/>
              </a:rPr>
              <a:t>.</a:t>
            </a:r>
          </a:p>
          <a:p>
            <a:pPr>
              <a:defRPr/>
            </a:pPr>
            <a:endParaRPr lang="en-US" sz="2400" dirty="0">
              <a:latin typeface="+mj-lt"/>
            </a:endParaRPr>
          </a:p>
          <a:p>
            <a:pPr>
              <a:defRPr/>
            </a:pPr>
            <a:r>
              <a:rPr lang="en-US" sz="2400" dirty="0">
                <a:latin typeface="+mj-lt"/>
              </a:rPr>
              <a:t>R</a:t>
            </a:r>
            <a:r>
              <a:rPr lang="en-US" sz="2400" baseline="30000" dirty="0">
                <a:latin typeface="+mj-lt"/>
              </a:rPr>
              <a:t>2</a:t>
            </a:r>
            <a:r>
              <a:rPr lang="en-US" sz="2400" dirty="0">
                <a:latin typeface="+mj-lt"/>
              </a:rPr>
              <a:t> score of linear regression is </a:t>
            </a:r>
            <a:r>
              <a:rPr lang="en-US" sz="2400" b="1" dirty="0">
                <a:latin typeface="+mj-lt"/>
              </a:rPr>
              <a:t>0.64.</a:t>
            </a:r>
            <a:endParaRPr lang="id-ID" sz="2400" dirty="0">
              <a:latin typeface="+mj-lt"/>
            </a:endParaRPr>
          </a:p>
        </p:txBody>
      </p:sp>
      <p:sp>
        <p:nvSpPr>
          <p:cNvPr id="34824" name="Content Placeholder 5">
            <a:extLst>
              <a:ext uri="{FF2B5EF4-FFF2-40B4-BE49-F238E27FC236}">
                <a16:creationId xmlns:a16="http://schemas.microsoft.com/office/drawing/2014/main" id="{98D3DF3E-D63E-93C2-4836-036AFAA56850}"/>
              </a:ext>
            </a:extLst>
          </p:cNvPr>
          <p:cNvSpPr txBox="1">
            <a:spLocks/>
          </p:cNvSpPr>
          <p:nvPr/>
        </p:nvSpPr>
        <p:spPr bwMode="auto">
          <a:xfrm>
            <a:off x="685800" y="5776913"/>
            <a:ext cx="8229600"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r>
              <a:rPr lang="en-US" altLang="en-US" sz="2400">
                <a:latin typeface="Open Sans" pitchFamily="34" charset="0"/>
              </a:rPr>
              <a:t>Many data points are “far” from the line.</a:t>
            </a:r>
          </a:p>
          <a:p>
            <a:r>
              <a:rPr lang="en-US" altLang="en-US" sz="2400">
                <a:latin typeface="Open Sans" pitchFamily="34" charset="0"/>
              </a:rPr>
              <a:t>Condition: </a:t>
            </a:r>
            <a:r>
              <a:rPr lang="en-US" altLang="en-US" sz="2400" b="1">
                <a:solidFill>
                  <a:srgbClr val="0070C0"/>
                </a:solidFill>
                <a:latin typeface="Open Sans" pitchFamily="34" charset="0"/>
              </a:rPr>
              <a:t>under-fitting</a:t>
            </a:r>
            <a:endParaRPr lang="en-US" altLang="en-US" sz="2400">
              <a:solidFill>
                <a:srgbClr val="0070C0"/>
              </a:solidFill>
              <a:latin typeface="Open Sans" pitchFamily="34" charset="0"/>
            </a:endParaRPr>
          </a:p>
        </p:txBody>
      </p:sp>
    </p:spTree>
  </p:cSld>
  <p:clrMapOvr>
    <a:masterClrMapping/>
  </p:clrMapOvr>
  <p:transition spd="slow">
    <p:split orient="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4">
            <a:extLst>
              <a:ext uri="{FF2B5EF4-FFF2-40B4-BE49-F238E27FC236}">
                <a16:creationId xmlns:a16="http://schemas.microsoft.com/office/drawing/2014/main" id="{42250B1F-760C-B5CA-6F07-D92AF021FE2F}"/>
              </a:ext>
            </a:extLst>
          </p:cNvPr>
          <p:cNvSpPr>
            <a:spLocks noGrp="1"/>
          </p:cNvSpPr>
          <p:nvPr>
            <p:ph type="title"/>
          </p:nvPr>
        </p:nvSpPr>
        <p:spPr/>
        <p:txBody>
          <a:bodyPr>
            <a:normAutofit fontScale="90000"/>
          </a:bodyPr>
          <a:lstStyle/>
          <a:p>
            <a:r>
              <a:rPr lang="en-US" altLang="en-US">
                <a:latin typeface="Open Sans" pitchFamily="34" charset="0"/>
              </a:rPr>
              <a:t>Why Nonlinear Regression? </a:t>
            </a:r>
            <a:r>
              <a:rPr lang="en-US" altLang="en-US" sz="3100">
                <a:latin typeface="Open Sans" pitchFamily="34" charset="0"/>
              </a:rPr>
              <a:t>(Cont.)</a:t>
            </a:r>
            <a:endParaRPr lang="en-US" altLang="en-US">
              <a:latin typeface="Open Sans" pitchFamily="34" charset="0"/>
            </a:endParaRPr>
          </a:p>
        </p:txBody>
      </p:sp>
      <p:sp>
        <p:nvSpPr>
          <p:cNvPr id="36867" name="Content Placeholder 5">
            <a:extLst>
              <a:ext uri="{FF2B5EF4-FFF2-40B4-BE49-F238E27FC236}">
                <a16:creationId xmlns:a16="http://schemas.microsoft.com/office/drawing/2014/main" id="{3F04FC5C-6223-4356-1C5A-D2EEAFD144EF}"/>
              </a:ext>
            </a:extLst>
          </p:cNvPr>
          <p:cNvSpPr>
            <a:spLocks noGrp="1"/>
          </p:cNvSpPr>
          <p:nvPr>
            <p:ph idx="1"/>
          </p:nvPr>
        </p:nvSpPr>
        <p:spPr>
          <a:xfrm>
            <a:off x="685800" y="1825625"/>
            <a:ext cx="8229600" cy="609600"/>
          </a:xfrm>
        </p:spPr>
        <p:txBody>
          <a:bodyPr/>
          <a:lstStyle/>
          <a:p>
            <a:r>
              <a:rPr lang="en-US" altLang="en-US">
                <a:latin typeface="Open Sans" pitchFamily="34" charset="0"/>
              </a:rPr>
              <a:t>Use nonlinear/quadratic model (degree 2):</a:t>
            </a:r>
          </a:p>
        </p:txBody>
      </p:sp>
      <p:sp>
        <p:nvSpPr>
          <p:cNvPr id="36868" name="Slide Number Placeholder 3">
            <a:extLst>
              <a:ext uri="{FF2B5EF4-FFF2-40B4-BE49-F238E27FC236}">
                <a16:creationId xmlns:a16="http://schemas.microsoft.com/office/drawing/2014/main" id="{5FF26113-3B4D-6A58-62DE-9C46A0138EC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017A6F9-F3B8-44A8-B1A1-34A057844A9F}" type="slidenum">
              <a:rPr lang="en-US" altLang="en-US" sz="1200" smtClean="0">
                <a:solidFill>
                  <a:srgbClr val="898989"/>
                </a:solidFill>
              </a:rPr>
              <a:pPr>
                <a:spcBef>
                  <a:spcPct val="0"/>
                </a:spcBef>
                <a:buFontTx/>
                <a:buNone/>
              </a:pPr>
              <a:t>27</a:t>
            </a:fld>
            <a:endParaRPr lang="en-US" altLang="en-US" sz="1200">
              <a:solidFill>
                <a:srgbClr val="898989"/>
              </a:solidFill>
            </a:endParaRPr>
          </a:p>
        </p:txBody>
      </p:sp>
      <p:sp>
        <p:nvSpPr>
          <p:cNvPr id="3" name="TextBox 2">
            <a:extLst>
              <a:ext uri="{FF2B5EF4-FFF2-40B4-BE49-F238E27FC236}">
                <a16:creationId xmlns:a16="http://schemas.microsoft.com/office/drawing/2014/main" id="{DF7009C6-95C1-036F-88D8-1462D292F7B5}"/>
              </a:ext>
            </a:extLst>
          </p:cNvPr>
          <p:cNvSpPr txBox="1"/>
          <p:nvPr/>
        </p:nvSpPr>
        <p:spPr>
          <a:xfrm>
            <a:off x="5597525" y="3114675"/>
            <a:ext cx="3055938" cy="1939925"/>
          </a:xfrm>
          <a:prstGeom prst="rect">
            <a:avLst/>
          </a:prstGeom>
          <a:noFill/>
        </p:spPr>
        <p:txBody>
          <a:bodyPr>
            <a:spAutoFit/>
          </a:bodyPr>
          <a:lstStyle/>
          <a:p>
            <a:pPr>
              <a:defRPr/>
            </a:pPr>
            <a:r>
              <a:rPr lang="en-US" sz="2400" dirty="0">
                <a:latin typeface="+mj-lt"/>
              </a:rPr>
              <a:t>RMSE of polynomial regression is </a:t>
            </a:r>
            <a:r>
              <a:rPr lang="en-US" sz="2400" b="1" dirty="0">
                <a:latin typeface="+mj-lt"/>
              </a:rPr>
              <a:t>10.12</a:t>
            </a:r>
            <a:r>
              <a:rPr lang="en-US" sz="2400" dirty="0">
                <a:latin typeface="+mj-lt"/>
              </a:rPr>
              <a:t>.</a:t>
            </a:r>
          </a:p>
          <a:p>
            <a:pPr>
              <a:defRPr/>
            </a:pPr>
            <a:endParaRPr lang="en-US" sz="2400" dirty="0">
              <a:latin typeface="+mj-lt"/>
            </a:endParaRPr>
          </a:p>
          <a:p>
            <a:pPr>
              <a:defRPr/>
            </a:pPr>
            <a:r>
              <a:rPr lang="en-US" sz="2400" dirty="0">
                <a:latin typeface="+mj-lt"/>
              </a:rPr>
              <a:t>R</a:t>
            </a:r>
            <a:r>
              <a:rPr lang="en-US" sz="2400" baseline="30000" dirty="0">
                <a:latin typeface="+mj-lt"/>
              </a:rPr>
              <a:t>2</a:t>
            </a:r>
            <a:r>
              <a:rPr lang="en-US" sz="2400" dirty="0">
                <a:latin typeface="+mj-lt"/>
              </a:rPr>
              <a:t> score of polynomial regression is </a:t>
            </a:r>
            <a:r>
              <a:rPr lang="en-US" sz="2400" b="1" dirty="0">
                <a:latin typeface="+mj-lt"/>
              </a:rPr>
              <a:t>0.85.</a:t>
            </a:r>
            <a:endParaRPr lang="id-ID" sz="2400" dirty="0">
              <a:latin typeface="+mj-lt"/>
            </a:endParaRPr>
          </a:p>
        </p:txBody>
      </p:sp>
      <p:pic>
        <p:nvPicPr>
          <p:cNvPr id="36870" name="Picture 11">
            <a:extLst>
              <a:ext uri="{FF2B5EF4-FFF2-40B4-BE49-F238E27FC236}">
                <a16:creationId xmlns:a16="http://schemas.microsoft.com/office/drawing/2014/main" id="{03A863D5-FBFD-9013-E1B8-DF59B5E1AB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435225"/>
            <a:ext cx="440055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1" name="Content Placeholder 5">
            <a:extLst>
              <a:ext uri="{FF2B5EF4-FFF2-40B4-BE49-F238E27FC236}">
                <a16:creationId xmlns:a16="http://schemas.microsoft.com/office/drawing/2014/main" id="{42834426-DBBD-2318-1962-C076AA875E9E}"/>
              </a:ext>
            </a:extLst>
          </p:cNvPr>
          <p:cNvSpPr txBox="1">
            <a:spLocks/>
          </p:cNvSpPr>
          <p:nvPr/>
        </p:nvSpPr>
        <p:spPr bwMode="auto">
          <a:xfrm>
            <a:off x="674688" y="5861050"/>
            <a:ext cx="8229600"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r>
              <a:rPr lang="en-US" altLang="en-US" sz="2400">
                <a:latin typeface="Open Sans" pitchFamily="34" charset="0"/>
              </a:rPr>
              <a:t>The line model is closer to the data distribution.</a:t>
            </a:r>
            <a:endParaRPr lang="en-US" altLang="en-US" sz="2400">
              <a:solidFill>
                <a:srgbClr val="0070C0"/>
              </a:solidFill>
              <a:latin typeface="Open Sans" pitchFamily="34" charset="0"/>
            </a:endParaRPr>
          </a:p>
        </p:txBody>
      </p:sp>
    </p:spTree>
  </p:cSld>
  <p:clrMapOvr>
    <a:masterClrMapping/>
  </p:clrMapOvr>
  <p:transition spd="slow">
    <p:split orient="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4">
            <a:extLst>
              <a:ext uri="{FF2B5EF4-FFF2-40B4-BE49-F238E27FC236}">
                <a16:creationId xmlns:a16="http://schemas.microsoft.com/office/drawing/2014/main" id="{B81B5CF8-4D20-5C87-C88E-3E0241690D70}"/>
              </a:ext>
            </a:extLst>
          </p:cNvPr>
          <p:cNvSpPr>
            <a:spLocks noGrp="1"/>
          </p:cNvSpPr>
          <p:nvPr>
            <p:ph type="title"/>
          </p:nvPr>
        </p:nvSpPr>
        <p:spPr/>
        <p:txBody>
          <a:bodyPr>
            <a:normAutofit fontScale="90000"/>
          </a:bodyPr>
          <a:lstStyle/>
          <a:p>
            <a:r>
              <a:rPr lang="en-US" altLang="en-US">
                <a:latin typeface="Open Sans" pitchFamily="34" charset="0"/>
              </a:rPr>
              <a:t>Why Nonlinear Regression? </a:t>
            </a:r>
            <a:r>
              <a:rPr lang="en-US" altLang="en-US" sz="3100">
                <a:latin typeface="Open Sans" pitchFamily="34" charset="0"/>
              </a:rPr>
              <a:t>(Cont.)</a:t>
            </a:r>
            <a:endParaRPr lang="en-US" altLang="en-US">
              <a:latin typeface="Open Sans" pitchFamily="34" charset="0"/>
            </a:endParaRPr>
          </a:p>
        </p:txBody>
      </p:sp>
      <p:sp>
        <p:nvSpPr>
          <p:cNvPr id="38915" name="Content Placeholder 5">
            <a:extLst>
              <a:ext uri="{FF2B5EF4-FFF2-40B4-BE49-F238E27FC236}">
                <a16:creationId xmlns:a16="http://schemas.microsoft.com/office/drawing/2014/main" id="{1B96C4D5-870E-84A7-32A9-496F8B549AFF}"/>
              </a:ext>
            </a:extLst>
          </p:cNvPr>
          <p:cNvSpPr>
            <a:spLocks noGrp="1"/>
          </p:cNvSpPr>
          <p:nvPr>
            <p:ph idx="1"/>
          </p:nvPr>
        </p:nvSpPr>
        <p:spPr>
          <a:xfrm>
            <a:off x="685800" y="1825625"/>
            <a:ext cx="8229600" cy="609600"/>
          </a:xfrm>
        </p:spPr>
        <p:txBody>
          <a:bodyPr/>
          <a:lstStyle/>
          <a:p>
            <a:r>
              <a:rPr lang="en-US" altLang="en-US">
                <a:latin typeface="Open Sans" pitchFamily="34" charset="0"/>
              </a:rPr>
              <a:t>Use nonlinear/cubic model (degree 3):</a:t>
            </a:r>
          </a:p>
        </p:txBody>
      </p:sp>
      <p:sp>
        <p:nvSpPr>
          <p:cNvPr id="38916" name="Slide Number Placeholder 3">
            <a:extLst>
              <a:ext uri="{FF2B5EF4-FFF2-40B4-BE49-F238E27FC236}">
                <a16:creationId xmlns:a16="http://schemas.microsoft.com/office/drawing/2014/main" id="{AD04156C-0567-0A95-6AE8-F3EE8F44DF3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7C0E8F1-A3E4-4983-BDE0-D838B95B1E6E}" type="slidenum">
              <a:rPr lang="en-US" altLang="en-US" sz="1200" smtClean="0">
                <a:solidFill>
                  <a:srgbClr val="898989"/>
                </a:solidFill>
              </a:rPr>
              <a:pPr>
                <a:spcBef>
                  <a:spcPct val="0"/>
                </a:spcBef>
                <a:buFontTx/>
                <a:buNone/>
              </a:pPr>
              <a:t>28</a:t>
            </a:fld>
            <a:endParaRPr lang="en-US" altLang="en-US" sz="1200">
              <a:solidFill>
                <a:srgbClr val="898989"/>
              </a:solidFill>
            </a:endParaRPr>
          </a:p>
        </p:txBody>
      </p:sp>
      <p:sp>
        <p:nvSpPr>
          <p:cNvPr id="3" name="TextBox 2">
            <a:extLst>
              <a:ext uri="{FF2B5EF4-FFF2-40B4-BE49-F238E27FC236}">
                <a16:creationId xmlns:a16="http://schemas.microsoft.com/office/drawing/2014/main" id="{17E17FA6-0EA5-2539-37D0-F565E96C86C5}"/>
              </a:ext>
            </a:extLst>
          </p:cNvPr>
          <p:cNvSpPr txBox="1"/>
          <p:nvPr/>
        </p:nvSpPr>
        <p:spPr>
          <a:xfrm>
            <a:off x="5597525" y="3114675"/>
            <a:ext cx="3055938" cy="1939925"/>
          </a:xfrm>
          <a:prstGeom prst="rect">
            <a:avLst/>
          </a:prstGeom>
          <a:noFill/>
        </p:spPr>
        <p:txBody>
          <a:bodyPr>
            <a:spAutoFit/>
          </a:bodyPr>
          <a:lstStyle/>
          <a:p>
            <a:pPr>
              <a:defRPr/>
            </a:pPr>
            <a:r>
              <a:rPr lang="en-US" sz="2400" dirty="0">
                <a:latin typeface="+mj-lt"/>
              </a:rPr>
              <a:t>RMSE of cubic regression is </a:t>
            </a:r>
            <a:r>
              <a:rPr lang="en-US" sz="2400" b="1" dirty="0">
                <a:latin typeface="+mj-lt"/>
              </a:rPr>
              <a:t>3.45</a:t>
            </a:r>
            <a:r>
              <a:rPr lang="en-US" sz="2400" dirty="0">
                <a:latin typeface="+mj-lt"/>
              </a:rPr>
              <a:t>.</a:t>
            </a:r>
          </a:p>
          <a:p>
            <a:pPr>
              <a:defRPr/>
            </a:pPr>
            <a:endParaRPr lang="en-US" sz="2400" dirty="0">
              <a:latin typeface="+mj-lt"/>
            </a:endParaRPr>
          </a:p>
          <a:p>
            <a:pPr>
              <a:defRPr/>
            </a:pPr>
            <a:r>
              <a:rPr lang="en-US" sz="2400" dirty="0">
                <a:latin typeface="+mj-lt"/>
              </a:rPr>
              <a:t>R</a:t>
            </a:r>
            <a:r>
              <a:rPr lang="en-US" sz="2400" baseline="30000" dirty="0">
                <a:latin typeface="+mj-lt"/>
              </a:rPr>
              <a:t>2</a:t>
            </a:r>
            <a:r>
              <a:rPr lang="en-US" sz="2400" dirty="0">
                <a:latin typeface="+mj-lt"/>
              </a:rPr>
              <a:t> score of cubic regression is </a:t>
            </a:r>
            <a:r>
              <a:rPr lang="en-US" sz="2400" b="1" dirty="0">
                <a:latin typeface="+mj-lt"/>
              </a:rPr>
              <a:t>0.98.</a:t>
            </a:r>
            <a:endParaRPr lang="id-ID" sz="2400" dirty="0">
              <a:latin typeface="+mj-lt"/>
            </a:endParaRPr>
          </a:p>
        </p:txBody>
      </p:sp>
      <p:sp>
        <p:nvSpPr>
          <p:cNvPr id="14" name="Content Placeholder 5">
            <a:extLst>
              <a:ext uri="{FF2B5EF4-FFF2-40B4-BE49-F238E27FC236}">
                <a16:creationId xmlns:a16="http://schemas.microsoft.com/office/drawing/2014/main" id="{00FD122E-803F-AFBA-8BF7-669237B4F9BA}"/>
              </a:ext>
            </a:extLst>
          </p:cNvPr>
          <p:cNvSpPr txBox="1">
            <a:spLocks/>
          </p:cNvSpPr>
          <p:nvPr/>
        </p:nvSpPr>
        <p:spPr bwMode="auto">
          <a:xfrm>
            <a:off x="609600" y="5861050"/>
            <a:ext cx="8229600" cy="996950"/>
          </a:xfrm>
          <a:prstGeom prst="rect">
            <a:avLst/>
          </a:prstGeom>
          <a:noFill/>
          <a:ln>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2800" kern="1200">
                <a:solidFill>
                  <a:schemeClr val="tx1"/>
                </a:solidFill>
                <a:latin typeface="Open Sans"/>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Open Sans"/>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800" kern="1200">
                <a:solidFill>
                  <a:schemeClr val="tx1"/>
                </a:solidFill>
                <a:latin typeface="Open Sans"/>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800" kern="1200">
                <a:solidFill>
                  <a:schemeClr val="tx1"/>
                </a:solidFill>
                <a:latin typeface="Open Sans"/>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8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US" sz="2000" dirty="0"/>
              <a:t>The line model is even much closer to the data distribution.</a:t>
            </a:r>
          </a:p>
          <a:p>
            <a:pPr>
              <a:defRPr/>
            </a:pPr>
            <a:r>
              <a:rPr lang="en-US" sz="2000" dirty="0"/>
              <a:t>Condition: </a:t>
            </a:r>
            <a:r>
              <a:rPr lang="en-US" sz="2000" b="1" dirty="0">
                <a:solidFill>
                  <a:srgbClr val="0070C0"/>
                </a:solidFill>
              </a:rPr>
              <a:t>appropriate-fitting / correct-fit</a:t>
            </a:r>
            <a:endParaRPr lang="en-US" sz="2000" dirty="0">
              <a:solidFill>
                <a:srgbClr val="0070C0"/>
              </a:solidFill>
            </a:endParaRPr>
          </a:p>
          <a:p>
            <a:pPr marL="0" indent="0">
              <a:buFont typeface="Arial" panose="020B0604020202020204" pitchFamily="34" charset="0"/>
              <a:buNone/>
              <a:defRPr/>
            </a:pPr>
            <a:endParaRPr lang="en-US" sz="2000" dirty="0">
              <a:solidFill>
                <a:srgbClr val="0070C0"/>
              </a:solidFill>
            </a:endParaRPr>
          </a:p>
        </p:txBody>
      </p:sp>
      <p:pic>
        <p:nvPicPr>
          <p:cNvPr id="38919" name="Picture 1">
            <a:extLst>
              <a:ext uri="{FF2B5EF4-FFF2-40B4-BE49-F238E27FC236}">
                <a16:creationId xmlns:a16="http://schemas.microsoft.com/office/drawing/2014/main" id="{58B2C2E7-D38A-7407-AC8E-71860FD10B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508250"/>
            <a:ext cx="4276725" cy="315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plit orient="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847250A5-9728-A1A1-9D8C-0C929C79103C}"/>
              </a:ext>
            </a:extLst>
          </p:cNvPr>
          <p:cNvSpPr>
            <a:spLocks noGrp="1"/>
          </p:cNvSpPr>
          <p:nvPr>
            <p:ph type="title"/>
          </p:nvPr>
        </p:nvSpPr>
        <p:spPr/>
        <p:txBody>
          <a:bodyPr/>
          <a:lstStyle/>
          <a:p>
            <a:r>
              <a:rPr lang="en-US" altLang="en-US">
                <a:latin typeface="Open Sans" pitchFamily="34" charset="0"/>
              </a:rPr>
              <a:t>Comparison of 3 Models</a:t>
            </a:r>
          </a:p>
        </p:txBody>
      </p:sp>
      <p:sp>
        <p:nvSpPr>
          <p:cNvPr id="40963" name="Content Placeholder 2">
            <a:extLst>
              <a:ext uri="{FF2B5EF4-FFF2-40B4-BE49-F238E27FC236}">
                <a16:creationId xmlns:a16="http://schemas.microsoft.com/office/drawing/2014/main" id="{2ADED9FC-14C8-0585-613C-2EBD766230DF}"/>
              </a:ext>
            </a:extLst>
          </p:cNvPr>
          <p:cNvSpPr>
            <a:spLocks noGrp="1"/>
          </p:cNvSpPr>
          <p:nvPr>
            <p:ph idx="1"/>
          </p:nvPr>
        </p:nvSpPr>
        <p:spPr/>
        <p:txBody>
          <a:bodyPr/>
          <a:lstStyle/>
          <a:p>
            <a:r>
              <a:rPr lang="en-US" altLang="en-US" sz="2400">
                <a:latin typeface="Open Sans" pitchFamily="34" charset="0"/>
              </a:rPr>
              <a:t>Comparison between linear, quadratic, and cubic model:</a:t>
            </a:r>
          </a:p>
        </p:txBody>
      </p:sp>
      <p:sp>
        <p:nvSpPr>
          <p:cNvPr id="40964" name="Slide Number Placeholder 3">
            <a:extLst>
              <a:ext uri="{FF2B5EF4-FFF2-40B4-BE49-F238E27FC236}">
                <a16:creationId xmlns:a16="http://schemas.microsoft.com/office/drawing/2014/main" id="{6C9F5B38-6318-B7FD-0F8D-AA64E9285D8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50B5312-5E87-4982-BB5F-EE9271810B20}" type="slidenum">
              <a:rPr lang="en-US" altLang="en-US" sz="1200" smtClean="0">
                <a:solidFill>
                  <a:srgbClr val="898989"/>
                </a:solidFill>
              </a:rPr>
              <a:pPr>
                <a:spcBef>
                  <a:spcPct val="0"/>
                </a:spcBef>
                <a:buFontTx/>
                <a:buNone/>
              </a:pPr>
              <a:t>29</a:t>
            </a:fld>
            <a:endParaRPr lang="en-US" altLang="en-US" sz="1200">
              <a:solidFill>
                <a:srgbClr val="898989"/>
              </a:solidFill>
            </a:endParaRPr>
          </a:p>
        </p:txBody>
      </p:sp>
      <p:pic>
        <p:nvPicPr>
          <p:cNvPr id="40965" name="Picture 5">
            <a:extLst>
              <a:ext uri="{FF2B5EF4-FFF2-40B4-BE49-F238E27FC236}">
                <a16:creationId xmlns:a16="http://schemas.microsoft.com/office/drawing/2014/main" id="{BDB01764-B125-5FD7-C1B2-5FDC4D587B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5100" y="2057400"/>
            <a:ext cx="6108700" cy="430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plit orient="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C182B146-B2F3-13D2-5103-CBA4A29AFB92}"/>
              </a:ext>
            </a:extLst>
          </p:cNvPr>
          <p:cNvSpPr>
            <a:spLocks noGrp="1"/>
          </p:cNvSpPr>
          <p:nvPr>
            <p:ph type="title"/>
          </p:nvPr>
        </p:nvSpPr>
        <p:spPr/>
        <p:txBody>
          <a:bodyPr/>
          <a:lstStyle/>
          <a:p>
            <a:r>
              <a:rPr lang="en-US" altLang="en-US">
                <a:latin typeface="Open Sans" pitchFamily="34" charset="0"/>
              </a:rPr>
              <a:t>How about other degree?</a:t>
            </a:r>
          </a:p>
        </p:txBody>
      </p:sp>
      <p:sp>
        <p:nvSpPr>
          <p:cNvPr id="41987" name="Content Placeholder 2">
            <a:extLst>
              <a:ext uri="{FF2B5EF4-FFF2-40B4-BE49-F238E27FC236}">
                <a16:creationId xmlns:a16="http://schemas.microsoft.com/office/drawing/2014/main" id="{C19CFF63-D5E4-2BD1-4805-ABFD90131CE9}"/>
              </a:ext>
            </a:extLst>
          </p:cNvPr>
          <p:cNvSpPr>
            <a:spLocks noGrp="1"/>
          </p:cNvSpPr>
          <p:nvPr>
            <p:ph idx="1"/>
          </p:nvPr>
        </p:nvSpPr>
        <p:spPr/>
        <p:txBody>
          <a:bodyPr/>
          <a:lstStyle/>
          <a:p>
            <a:r>
              <a:rPr lang="en-US" altLang="en-US">
                <a:latin typeface="Open Sans" pitchFamily="34" charset="0"/>
              </a:rPr>
              <a:t>Let’s say using degree 20:</a:t>
            </a:r>
          </a:p>
          <a:p>
            <a:endParaRPr lang="en-US" altLang="en-US">
              <a:latin typeface="Open Sans" pitchFamily="34" charset="0"/>
            </a:endParaRPr>
          </a:p>
        </p:txBody>
      </p:sp>
      <p:sp>
        <p:nvSpPr>
          <p:cNvPr id="41988" name="Slide Number Placeholder 3">
            <a:extLst>
              <a:ext uri="{FF2B5EF4-FFF2-40B4-BE49-F238E27FC236}">
                <a16:creationId xmlns:a16="http://schemas.microsoft.com/office/drawing/2014/main" id="{9D3F498E-FC87-A1E3-1102-60CC6BFAF6B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D129B3A-CF96-4A05-A875-46C217D3C2E4}" type="slidenum">
              <a:rPr lang="en-US" altLang="en-US" sz="1200" smtClean="0">
                <a:solidFill>
                  <a:srgbClr val="898989"/>
                </a:solidFill>
              </a:rPr>
              <a:pPr>
                <a:spcBef>
                  <a:spcPct val="0"/>
                </a:spcBef>
                <a:buFontTx/>
                <a:buNone/>
              </a:pPr>
              <a:t>30</a:t>
            </a:fld>
            <a:endParaRPr lang="en-US" altLang="en-US" sz="1200">
              <a:solidFill>
                <a:srgbClr val="898989"/>
              </a:solidFill>
            </a:endParaRPr>
          </a:p>
        </p:txBody>
      </p:sp>
      <p:pic>
        <p:nvPicPr>
          <p:cNvPr id="41989" name="Picture 5">
            <a:extLst>
              <a:ext uri="{FF2B5EF4-FFF2-40B4-BE49-F238E27FC236}">
                <a16:creationId xmlns:a16="http://schemas.microsoft.com/office/drawing/2014/main" id="{8C2BD6B2-F8DF-9EAF-E356-FFCAC6B77E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286000"/>
            <a:ext cx="4724400" cy="348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0" name="Content Placeholder 5">
            <a:extLst>
              <a:ext uri="{FF2B5EF4-FFF2-40B4-BE49-F238E27FC236}">
                <a16:creationId xmlns:a16="http://schemas.microsoft.com/office/drawing/2014/main" id="{A607491F-1B79-55B7-162D-B9D4BEA54390}"/>
              </a:ext>
            </a:extLst>
          </p:cNvPr>
          <p:cNvSpPr txBox="1">
            <a:spLocks/>
          </p:cNvSpPr>
          <p:nvPr/>
        </p:nvSpPr>
        <p:spPr bwMode="auto">
          <a:xfrm>
            <a:off x="685800" y="5794375"/>
            <a:ext cx="8229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r>
              <a:rPr lang="en-US" altLang="en-US" sz="2400">
                <a:latin typeface="Open Sans" pitchFamily="34" charset="0"/>
              </a:rPr>
              <a:t>The line model also goes through “noise” data.</a:t>
            </a:r>
          </a:p>
          <a:p>
            <a:r>
              <a:rPr lang="en-US" altLang="en-US" sz="2400">
                <a:latin typeface="Open Sans" pitchFamily="34" charset="0"/>
              </a:rPr>
              <a:t>Condition: </a:t>
            </a:r>
            <a:r>
              <a:rPr lang="en-US" altLang="en-US" sz="2400" b="1">
                <a:solidFill>
                  <a:srgbClr val="0070C0"/>
                </a:solidFill>
                <a:latin typeface="Open Sans" pitchFamily="34" charset="0"/>
              </a:rPr>
              <a:t>over-fitting</a:t>
            </a:r>
          </a:p>
        </p:txBody>
      </p:sp>
    </p:spTree>
  </p:cSld>
  <p:clrMapOvr>
    <a:masterClrMapping/>
  </p:clrMapOvr>
  <p:transition spd="slow">
    <p:split orient="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455AA5AC-1FB7-BF5D-1A49-6E95C83B3787}"/>
              </a:ext>
            </a:extLst>
          </p:cNvPr>
          <p:cNvSpPr>
            <a:spLocks noGrp="1"/>
          </p:cNvSpPr>
          <p:nvPr>
            <p:ph type="title"/>
          </p:nvPr>
        </p:nvSpPr>
        <p:spPr/>
        <p:txBody>
          <a:bodyPr/>
          <a:lstStyle/>
          <a:p>
            <a:r>
              <a:rPr lang="en-US" altLang="en-US">
                <a:latin typeface="Open Sans" pitchFamily="34" charset="0"/>
              </a:rPr>
              <a:t>Underfitting vs Overfitting</a:t>
            </a:r>
          </a:p>
        </p:txBody>
      </p:sp>
      <p:sp>
        <p:nvSpPr>
          <p:cNvPr id="43011" name="Slide Number Placeholder 3">
            <a:extLst>
              <a:ext uri="{FF2B5EF4-FFF2-40B4-BE49-F238E27FC236}">
                <a16:creationId xmlns:a16="http://schemas.microsoft.com/office/drawing/2014/main" id="{EE6E9AF2-5AB1-90EC-0AED-95245B39386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30D4BB5-351B-418F-A0D4-5F2B228FE566}" type="slidenum">
              <a:rPr lang="en-US" altLang="en-US" sz="1200" smtClean="0">
                <a:solidFill>
                  <a:srgbClr val="898989"/>
                </a:solidFill>
              </a:rPr>
              <a:pPr>
                <a:spcBef>
                  <a:spcPct val="0"/>
                </a:spcBef>
                <a:buFontTx/>
                <a:buNone/>
              </a:pPr>
              <a:t>31</a:t>
            </a:fld>
            <a:endParaRPr lang="en-US" altLang="en-US" sz="1200">
              <a:solidFill>
                <a:srgbClr val="898989"/>
              </a:solidFill>
            </a:endParaRPr>
          </a:p>
        </p:txBody>
      </p:sp>
      <p:pic>
        <p:nvPicPr>
          <p:cNvPr id="43012" name="Picture 2" descr="underfitting, overfitting">
            <a:extLst>
              <a:ext uri="{FF2B5EF4-FFF2-40B4-BE49-F238E27FC236}">
                <a16:creationId xmlns:a16="http://schemas.microsoft.com/office/drawing/2014/main" id="{D0CF195A-0E2F-B400-0C7A-A885CBA0FE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895600"/>
            <a:ext cx="8229600" cy="207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plit orient="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392CBC04-B96F-1DC5-06C6-136BBB18BCE0}"/>
              </a:ext>
            </a:extLst>
          </p:cNvPr>
          <p:cNvSpPr>
            <a:spLocks noGrp="1"/>
          </p:cNvSpPr>
          <p:nvPr>
            <p:ph type="title"/>
          </p:nvPr>
        </p:nvSpPr>
        <p:spPr/>
        <p:txBody>
          <a:bodyPr/>
          <a:lstStyle/>
          <a:p>
            <a:r>
              <a:rPr lang="en-US" altLang="en-US">
                <a:latin typeface="Open Sans" pitchFamily="34" charset="0"/>
              </a:rPr>
              <a:t>Bias vs Variance</a:t>
            </a:r>
          </a:p>
        </p:txBody>
      </p:sp>
      <p:sp>
        <p:nvSpPr>
          <p:cNvPr id="3" name="Content Placeholder 2">
            <a:extLst>
              <a:ext uri="{FF2B5EF4-FFF2-40B4-BE49-F238E27FC236}">
                <a16:creationId xmlns:a16="http://schemas.microsoft.com/office/drawing/2014/main" id="{09F3B68C-4029-81A3-180F-D7054EE3E124}"/>
              </a:ext>
            </a:extLst>
          </p:cNvPr>
          <p:cNvSpPr>
            <a:spLocks noGrp="1"/>
          </p:cNvSpPr>
          <p:nvPr>
            <p:ph idx="1"/>
          </p:nvPr>
        </p:nvSpPr>
        <p:spPr/>
        <p:txBody>
          <a:bodyPr>
            <a:normAutofit fontScale="92500" lnSpcReduction="10000"/>
          </a:bodyPr>
          <a:lstStyle/>
          <a:p>
            <a:pPr marL="0" indent="0">
              <a:buFont typeface="Arial" panose="020B0604020202020204" pitchFamily="34" charset="0"/>
              <a:buNone/>
              <a:defRPr/>
            </a:pPr>
            <a:r>
              <a:rPr lang="en-US" b="1" u="sng" dirty="0"/>
              <a:t>Bias</a:t>
            </a:r>
          </a:p>
          <a:p>
            <a:pPr>
              <a:defRPr/>
            </a:pPr>
            <a:r>
              <a:rPr lang="en-US" b="1" dirty="0"/>
              <a:t>Bias </a:t>
            </a:r>
            <a:r>
              <a:rPr lang="en-US" dirty="0"/>
              <a:t>refers to an error from erroneous assumptions in a learning algorithm. </a:t>
            </a:r>
          </a:p>
          <a:p>
            <a:pPr>
              <a:defRPr/>
            </a:pPr>
            <a:r>
              <a:rPr lang="en-US" dirty="0"/>
              <a:t>High bias can cause an algorithm to miss the relevant relations between features and target outputs (</a:t>
            </a:r>
            <a:r>
              <a:rPr lang="en-US" dirty="0">
                <a:solidFill>
                  <a:srgbClr val="0070C0"/>
                </a:solidFill>
              </a:rPr>
              <a:t>underfitting</a:t>
            </a:r>
            <a:r>
              <a:rPr lang="en-US" dirty="0"/>
              <a:t>).</a:t>
            </a:r>
            <a:endParaRPr lang="en-US" b="1" dirty="0"/>
          </a:p>
          <a:p>
            <a:pPr marL="0" indent="0">
              <a:buFont typeface="Arial" panose="020B0604020202020204" pitchFamily="34" charset="0"/>
              <a:buNone/>
              <a:defRPr/>
            </a:pPr>
            <a:r>
              <a:rPr lang="en-US" b="1" u="sng" dirty="0"/>
              <a:t>Variance</a:t>
            </a:r>
          </a:p>
          <a:p>
            <a:pPr>
              <a:defRPr/>
            </a:pPr>
            <a:r>
              <a:rPr lang="en-US" b="1" dirty="0"/>
              <a:t>Variance </a:t>
            </a:r>
            <a:r>
              <a:rPr lang="en-US" dirty="0"/>
              <a:t>refers to an error from sensitivity to small fluctuations in the training set. </a:t>
            </a:r>
          </a:p>
          <a:p>
            <a:pPr>
              <a:defRPr/>
            </a:pPr>
            <a:r>
              <a:rPr lang="en-US" dirty="0"/>
              <a:t>High variance can cause an algorithm to model the random noise in the training data, rather than the intended outputs (</a:t>
            </a:r>
            <a:r>
              <a:rPr lang="en-US" dirty="0">
                <a:solidFill>
                  <a:srgbClr val="0070C0"/>
                </a:solidFill>
              </a:rPr>
              <a:t>overfitting</a:t>
            </a:r>
            <a:r>
              <a:rPr lang="en-US" dirty="0"/>
              <a:t>).</a:t>
            </a:r>
          </a:p>
        </p:txBody>
      </p:sp>
      <p:sp>
        <p:nvSpPr>
          <p:cNvPr id="45060" name="Slide Number Placeholder 3">
            <a:extLst>
              <a:ext uri="{FF2B5EF4-FFF2-40B4-BE49-F238E27FC236}">
                <a16:creationId xmlns:a16="http://schemas.microsoft.com/office/drawing/2014/main" id="{D5C7069D-2C73-AD9F-76C5-A86EEE4D7D7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D759777-C43D-44C9-AA75-2DC308D14106}" type="slidenum">
              <a:rPr lang="en-US" altLang="en-US" sz="1200" smtClean="0">
                <a:solidFill>
                  <a:srgbClr val="898989"/>
                </a:solidFill>
              </a:rPr>
              <a:pPr>
                <a:spcBef>
                  <a:spcPct val="0"/>
                </a:spcBef>
                <a:buFontTx/>
                <a:buNone/>
              </a:pPr>
              <a:t>32</a:t>
            </a:fld>
            <a:endParaRPr lang="en-US" altLang="en-US" sz="1200">
              <a:solidFill>
                <a:srgbClr val="898989"/>
              </a:solidFill>
            </a:endParaRPr>
          </a:p>
        </p:txBody>
      </p:sp>
    </p:spTree>
  </p:cSld>
  <p:clrMapOvr>
    <a:masterClrMapping/>
  </p:clrMapOvr>
  <p:transition spd="slow">
    <p:split orient="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2FF1E-BCA8-36B9-7B83-0C26AB44ED48}"/>
              </a:ext>
            </a:extLst>
          </p:cNvPr>
          <p:cNvSpPr>
            <a:spLocks noGrp="1"/>
          </p:cNvSpPr>
          <p:nvPr>
            <p:ph type="title"/>
          </p:nvPr>
        </p:nvSpPr>
        <p:spPr/>
        <p:txBody>
          <a:bodyPr>
            <a:normAutofit fontScale="90000"/>
          </a:bodyPr>
          <a:lstStyle/>
          <a:p>
            <a:pPr>
              <a:defRPr/>
            </a:pPr>
            <a:r>
              <a:rPr lang="en-US" dirty="0"/>
              <a:t>Non-Linear Regression Models</a:t>
            </a:r>
          </a:p>
        </p:txBody>
      </p:sp>
      <p:sp>
        <p:nvSpPr>
          <p:cNvPr id="47107" name="Content Placeholder 2">
            <a:extLst>
              <a:ext uri="{FF2B5EF4-FFF2-40B4-BE49-F238E27FC236}">
                <a16:creationId xmlns:a16="http://schemas.microsoft.com/office/drawing/2014/main" id="{B8507633-B61B-6C0B-20B4-A73F5EB5B3C1}"/>
              </a:ext>
            </a:extLst>
          </p:cNvPr>
          <p:cNvSpPr>
            <a:spLocks noGrp="1"/>
          </p:cNvSpPr>
          <p:nvPr>
            <p:ph idx="1"/>
          </p:nvPr>
        </p:nvSpPr>
        <p:spPr/>
        <p:txBody>
          <a:bodyPr/>
          <a:lstStyle/>
          <a:p>
            <a:r>
              <a:rPr lang="en-US" altLang="en-US">
                <a:latin typeface="Open Sans" pitchFamily="34" charset="0"/>
              </a:rPr>
              <a:t>Some popular nonlinear regression models:</a:t>
            </a:r>
          </a:p>
          <a:p>
            <a:endParaRPr lang="en-US" altLang="en-US">
              <a:latin typeface="Open Sans" pitchFamily="34" charset="0"/>
            </a:endParaRPr>
          </a:p>
        </p:txBody>
      </p:sp>
      <p:sp>
        <p:nvSpPr>
          <p:cNvPr id="47108" name="Slide Number Placeholder 3">
            <a:extLst>
              <a:ext uri="{FF2B5EF4-FFF2-40B4-BE49-F238E27FC236}">
                <a16:creationId xmlns:a16="http://schemas.microsoft.com/office/drawing/2014/main" id="{153FB145-AFF0-79AB-3A7C-4313B71F053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3DFF912-6157-4237-9A93-D3B6CCF31B1B}" type="slidenum">
              <a:rPr lang="en-US" altLang="en-US" sz="1200" smtClean="0">
                <a:solidFill>
                  <a:srgbClr val="898989"/>
                </a:solidFill>
              </a:rPr>
              <a:pPr>
                <a:spcBef>
                  <a:spcPct val="0"/>
                </a:spcBef>
                <a:buFontTx/>
                <a:buNone/>
              </a:pPr>
              <a:t>33</a:t>
            </a:fld>
            <a:endParaRPr lang="en-US" altLang="en-US" sz="1200">
              <a:solidFill>
                <a:srgbClr val="898989"/>
              </a:solidFill>
            </a:endParaRPr>
          </a:p>
        </p:txBody>
      </p:sp>
      <p:pic>
        <p:nvPicPr>
          <p:cNvPr id="47109" name="Picture 4">
            <a:extLst>
              <a:ext uri="{FF2B5EF4-FFF2-40B4-BE49-F238E27FC236}">
                <a16:creationId xmlns:a16="http://schemas.microsoft.com/office/drawing/2014/main" id="{57953061-70AB-1DCD-4C0B-5E72592396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2038" y="2365375"/>
            <a:ext cx="152400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7110" name="Picture 5">
            <a:extLst>
              <a:ext uri="{FF2B5EF4-FFF2-40B4-BE49-F238E27FC236}">
                <a16:creationId xmlns:a16="http://schemas.microsoft.com/office/drawing/2014/main" id="{A4EBA5FD-7B13-47AB-4DB9-1375D08E70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3100388"/>
            <a:ext cx="1430338" cy="557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7111" name="Picture 6">
            <a:extLst>
              <a:ext uri="{FF2B5EF4-FFF2-40B4-BE49-F238E27FC236}">
                <a16:creationId xmlns:a16="http://schemas.microsoft.com/office/drawing/2014/main" id="{B0800582-3B51-8EC0-2AA1-098C4CA8B7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05488" y="3622675"/>
            <a:ext cx="1662112" cy="996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7112" name="Text Box 7">
            <a:extLst>
              <a:ext uri="{FF2B5EF4-FFF2-40B4-BE49-F238E27FC236}">
                <a16:creationId xmlns:a16="http://schemas.microsoft.com/office/drawing/2014/main" id="{550032B4-A87E-171D-7408-BEC1756C471A}"/>
              </a:ext>
            </a:extLst>
          </p:cNvPr>
          <p:cNvSpPr txBox="1">
            <a:spLocks noChangeArrowheads="1"/>
          </p:cNvSpPr>
          <p:nvPr/>
        </p:nvSpPr>
        <p:spPr bwMode="auto">
          <a:xfrm>
            <a:off x="1219200" y="2395538"/>
            <a:ext cx="3810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800">
                <a:latin typeface="Open Sans" pitchFamily="34" charset="0"/>
              </a:rPr>
              <a:t>1. Exponential model:</a:t>
            </a:r>
          </a:p>
        </p:txBody>
      </p:sp>
      <p:sp>
        <p:nvSpPr>
          <p:cNvPr id="47113" name="Text Box 8">
            <a:extLst>
              <a:ext uri="{FF2B5EF4-FFF2-40B4-BE49-F238E27FC236}">
                <a16:creationId xmlns:a16="http://schemas.microsoft.com/office/drawing/2014/main" id="{146E0754-8059-A881-0197-EE311125DB8B}"/>
              </a:ext>
            </a:extLst>
          </p:cNvPr>
          <p:cNvSpPr txBox="1">
            <a:spLocks noChangeArrowheads="1"/>
          </p:cNvSpPr>
          <p:nvPr/>
        </p:nvSpPr>
        <p:spPr bwMode="auto">
          <a:xfrm>
            <a:off x="1219200" y="3097213"/>
            <a:ext cx="3048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800">
                <a:latin typeface="Open Sans" pitchFamily="34" charset="0"/>
              </a:rPr>
              <a:t>2. Power model:</a:t>
            </a:r>
          </a:p>
        </p:txBody>
      </p:sp>
      <p:sp>
        <p:nvSpPr>
          <p:cNvPr id="47114" name="Text Box 9">
            <a:extLst>
              <a:ext uri="{FF2B5EF4-FFF2-40B4-BE49-F238E27FC236}">
                <a16:creationId xmlns:a16="http://schemas.microsoft.com/office/drawing/2014/main" id="{B2E035D0-E863-4B32-0846-5A94D36B89C2}"/>
              </a:ext>
            </a:extLst>
          </p:cNvPr>
          <p:cNvSpPr txBox="1">
            <a:spLocks noChangeArrowheads="1"/>
          </p:cNvSpPr>
          <p:nvPr/>
        </p:nvSpPr>
        <p:spPr bwMode="auto">
          <a:xfrm>
            <a:off x="1219200" y="3859213"/>
            <a:ext cx="4648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800">
                <a:latin typeface="Open Sans" pitchFamily="34" charset="0"/>
              </a:rPr>
              <a:t>3. Saturation growth model:</a:t>
            </a:r>
          </a:p>
        </p:txBody>
      </p:sp>
      <p:sp>
        <p:nvSpPr>
          <p:cNvPr id="47115" name="Text Box 10">
            <a:extLst>
              <a:ext uri="{FF2B5EF4-FFF2-40B4-BE49-F238E27FC236}">
                <a16:creationId xmlns:a16="http://schemas.microsoft.com/office/drawing/2014/main" id="{BD8F0CDB-EC71-4AFB-F09B-D030F0BB3CFD}"/>
              </a:ext>
            </a:extLst>
          </p:cNvPr>
          <p:cNvSpPr txBox="1">
            <a:spLocks noChangeArrowheads="1"/>
          </p:cNvSpPr>
          <p:nvPr/>
        </p:nvSpPr>
        <p:spPr bwMode="auto">
          <a:xfrm>
            <a:off x="1219200" y="4648200"/>
            <a:ext cx="7118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800">
                <a:latin typeface="Open Sans" pitchFamily="34" charset="0"/>
              </a:rPr>
              <a:t>4. Polynomial model:</a:t>
            </a:r>
          </a:p>
        </p:txBody>
      </p:sp>
      <p:pic>
        <p:nvPicPr>
          <p:cNvPr id="47116" name="Picture 11">
            <a:extLst>
              <a:ext uri="{FF2B5EF4-FFF2-40B4-BE49-F238E27FC236}">
                <a16:creationId xmlns:a16="http://schemas.microsoft.com/office/drawing/2014/main" id="{64159464-4354-A8DB-8214-7CF2E9628D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46625" y="4648200"/>
            <a:ext cx="33528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plit orient="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8D15A5FE-DBBC-CCAA-998A-4414164B9619}"/>
              </a:ext>
            </a:extLst>
          </p:cNvPr>
          <p:cNvSpPr>
            <a:spLocks noGrp="1"/>
          </p:cNvSpPr>
          <p:nvPr>
            <p:ph type="title"/>
          </p:nvPr>
        </p:nvSpPr>
        <p:spPr/>
        <p:txBody>
          <a:bodyPr/>
          <a:lstStyle/>
          <a:p>
            <a:r>
              <a:rPr lang="en-US" altLang="en-US">
                <a:latin typeface="Open Sans" pitchFamily="34" charset="0"/>
              </a:rPr>
              <a:t>Non-Linear Regression</a:t>
            </a:r>
          </a:p>
        </p:txBody>
      </p:sp>
      <p:sp>
        <p:nvSpPr>
          <p:cNvPr id="48131" name="Slide Number Placeholder 3">
            <a:extLst>
              <a:ext uri="{FF2B5EF4-FFF2-40B4-BE49-F238E27FC236}">
                <a16:creationId xmlns:a16="http://schemas.microsoft.com/office/drawing/2014/main" id="{E2107E7F-5E44-F1ED-B363-79DABC64E0E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AC62ED5-F066-4612-9A4C-2F98BFBB8C1E}" type="slidenum">
              <a:rPr lang="en-US" altLang="en-US" sz="1200" smtClean="0">
                <a:solidFill>
                  <a:srgbClr val="898989"/>
                </a:solidFill>
              </a:rPr>
              <a:pPr>
                <a:spcBef>
                  <a:spcPct val="0"/>
                </a:spcBef>
                <a:buFontTx/>
                <a:buNone/>
              </a:pPr>
              <a:t>34</a:t>
            </a:fld>
            <a:endParaRPr lang="en-US" altLang="en-US" sz="1200">
              <a:solidFill>
                <a:srgbClr val="898989"/>
              </a:solidFill>
            </a:endParaRPr>
          </a:p>
        </p:txBody>
      </p:sp>
      <p:sp>
        <p:nvSpPr>
          <p:cNvPr id="48132" name="Rectangle 5">
            <a:extLst>
              <a:ext uri="{FF2B5EF4-FFF2-40B4-BE49-F238E27FC236}">
                <a16:creationId xmlns:a16="http://schemas.microsoft.com/office/drawing/2014/main" id="{51CC5DEC-FCBD-2969-139B-2D9D4E2248FE}"/>
              </a:ext>
            </a:extLst>
          </p:cNvPr>
          <p:cNvSpPr>
            <a:spLocks noChangeArrowheads="1"/>
          </p:cNvSpPr>
          <p:nvPr/>
        </p:nvSpPr>
        <p:spPr bwMode="auto">
          <a:xfrm>
            <a:off x="304800" y="1905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48133" name="Rectangle 6">
            <a:extLst>
              <a:ext uri="{FF2B5EF4-FFF2-40B4-BE49-F238E27FC236}">
                <a16:creationId xmlns:a16="http://schemas.microsoft.com/office/drawing/2014/main" id="{5C9EB512-CFE8-3706-9527-57BB0928EA18}"/>
              </a:ext>
            </a:extLst>
          </p:cNvPr>
          <p:cNvSpPr>
            <a:spLocks noChangeArrowheads="1"/>
          </p:cNvSpPr>
          <p:nvPr/>
        </p:nvSpPr>
        <p:spPr bwMode="auto">
          <a:xfrm>
            <a:off x="304800" y="1905000"/>
            <a:ext cx="53943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48134" name="Rectangle 7">
            <a:extLst>
              <a:ext uri="{FF2B5EF4-FFF2-40B4-BE49-F238E27FC236}">
                <a16:creationId xmlns:a16="http://schemas.microsoft.com/office/drawing/2014/main" id="{AE3BED41-1989-6755-48D2-A35844BC1DB4}"/>
              </a:ext>
            </a:extLst>
          </p:cNvPr>
          <p:cNvSpPr>
            <a:spLocks noChangeArrowheads="1"/>
          </p:cNvSpPr>
          <p:nvPr/>
        </p:nvSpPr>
        <p:spPr bwMode="auto">
          <a:xfrm>
            <a:off x="304800" y="3340100"/>
            <a:ext cx="2571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200">
                <a:latin typeface="Times New Roman" panose="02020603050405020304" pitchFamily="18" charset="0"/>
                <a:cs typeface="Times New Roman" panose="02020603050405020304" pitchFamily="18" charset="0"/>
              </a:rPr>
              <a:t> </a:t>
            </a:r>
            <a:r>
              <a:rPr lang="en-US" altLang="en-US" sz="1100">
                <a:latin typeface="Times New Roman" panose="02020603050405020304" pitchFamily="18" charset="0"/>
              </a:rPr>
              <a:t> </a:t>
            </a:r>
            <a:endParaRPr lang="en-US" altLang="en-US" sz="2400">
              <a:latin typeface="Times New Roman" panose="02020603050405020304" pitchFamily="18" charset="0"/>
            </a:endParaRPr>
          </a:p>
        </p:txBody>
      </p:sp>
      <p:sp>
        <p:nvSpPr>
          <p:cNvPr id="48135" name="Text Box 8">
            <a:extLst>
              <a:ext uri="{FF2B5EF4-FFF2-40B4-BE49-F238E27FC236}">
                <a16:creationId xmlns:a16="http://schemas.microsoft.com/office/drawing/2014/main" id="{BB99D931-C307-25E4-3FD7-CDC71A94C961}"/>
              </a:ext>
            </a:extLst>
          </p:cNvPr>
          <p:cNvSpPr txBox="1">
            <a:spLocks noChangeArrowheads="1"/>
          </p:cNvSpPr>
          <p:nvPr/>
        </p:nvSpPr>
        <p:spPr bwMode="auto">
          <a:xfrm>
            <a:off x="1066800" y="1909763"/>
            <a:ext cx="2438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900">
                <a:latin typeface="Tahoma" panose="020B0604030504040204" pitchFamily="34" charset="0"/>
              </a:rPr>
              <a:t>Given </a:t>
            </a:r>
            <a:r>
              <a:rPr lang="en-US" altLang="en-US" sz="1900" i="1">
                <a:latin typeface="Tahoma" panose="020B0604030504040204" pitchFamily="34" charset="0"/>
              </a:rPr>
              <a:t>n</a:t>
            </a:r>
            <a:r>
              <a:rPr lang="en-US" altLang="en-US" sz="1900">
                <a:latin typeface="Tahoma" panose="020B0604030504040204" pitchFamily="34" charset="0"/>
              </a:rPr>
              <a:t> data points </a:t>
            </a:r>
          </a:p>
        </p:txBody>
      </p:sp>
      <p:graphicFrame>
        <p:nvGraphicFramePr>
          <p:cNvPr id="48136" name="Object 10">
            <a:extLst>
              <a:ext uri="{FF2B5EF4-FFF2-40B4-BE49-F238E27FC236}">
                <a16:creationId xmlns:a16="http://schemas.microsoft.com/office/drawing/2014/main" id="{96F21336-E850-7D0A-17B8-17A403686E2A}"/>
              </a:ext>
            </a:extLst>
          </p:cNvPr>
          <p:cNvGraphicFramePr>
            <a:graphicFrameLocks noChangeAspect="1"/>
          </p:cNvGraphicFramePr>
          <p:nvPr/>
        </p:nvGraphicFramePr>
        <p:xfrm>
          <a:off x="3276600" y="1909763"/>
          <a:ext cx="2897188" cy="381000"/>
        </p:xfrm>
        <a:graphic>
          <a:graphicData uri="http://schemas.openxmlformats.org/presentationml/2006/ole">
            <mc:AlternateContent xmlns:mc="http://schemas.openxmlformats.org/markup-compatibility/2006">
              <mc:Choice xmlns:v="urn:schemas-microsoft-com:vml" Requires="v">
                <p:oleObj name="Equation" r:id="rId2" imgW="1586811" imgH="203112" progId="Equation.3">
                  <p:embed/>
                </p:oleObj>
              </mc:Choice>
              <mc:Fallback>
                <p:oleObj name="Equation" r:id="rId2" imgW="1586811" imgH="203112" progId="Equation.3">
                  <p:embed/>
                  <p:pic>
                    <p:nvPicPr>
                      <p:cNvPr id="48136" name="Object 10">
                        <a:extLst>
                          <a:ext uri="{FF2B5EF4-FFF2-40B4-BE49-F238E27FC236}">
                            <a16:creationId xmlns:a16="http://schemas.microsoft.com/office/drawing/2014/main" id="{96F21336-E850-7D0A-17B8-17A403686E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1909763"/>
                        <a:ext cx="289718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37" name="Text Box 11">
            <a:extLst>
              <a:ext uri="{FF2B5EF4-FFF2-40B4-BE49-F238E27FC236}">
                <a16:creationId xmlns:a16="http://schemas.microsoft.com/office/drawing/2014/main" id="{15BCF57E-F0D0-6755-37F8-D68D9AF5CC53}"/>
              </a:ext>
            </a:extLst>
          </p:cNvPr>
          <p:cNvSpPr txBox="1">
            <a:spLocks noChangeArrowheads="1"/>
          </p:cNvSpPr>
          <p:nvPr/>
        </p:nvSpPr>
        <p:spPr bwMode="auto">
          <a:xfrm>
            <a:off x="6172200" y="1909763"/>
            <a:ext cx="1371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900">
                <a:latin typeface="Tahoma" panose="020B0604030504040204" pitchFamily="34" charset="0"/>
              </a:rPr>
              <a:t>best fit </a:t>
            </a:r>
          </a:p>
        </p:txBody>
      </p:sp>
      <p:graphicFrame>
        <p:nvGraphicFramePr>
          <p:cNvPr id="48138" name="Object 13">
            <a:extLst>
              <a:ext uri="{FF2B5EF4-FFF2-40B4-BE49-F238E27FC236}">
                <a16:creationId xmlns:a16="http://schemas.microsoft.com/office/drawing/2014/main" id="{8BC8A955-E0FB-7625-F0B9-632D1CDF42B1}"/>
              </a:ext>
            </a:extLst>
          </p:cNvPr>
          <p:cNvGraphicFramePr>
            <a:graphicFrameLocks noChangeAspect="1"/>
          </p:cNvGraphicFramePr>
          <p:nvPr/>
        </p:nvGraphicFramePr>
        <p:xfrm>
          <a:off x="7086600" y="1909763"/>
          <a:ext cx="1066800" cy="355600"/>
        </p:xfrm>
        <a:graphic>
          <a:graphicData uri="http://schemas.openxmlformats.org/presentationml/2006/ole">
            <mc:AlternateContent xmlns:mc="http://schemas.openxmlformats.org/markup-compatibility/2006">
              <mc:Choice xmlns:v="urn:schemas-microsoft-com:vml" Requires="v">
                <p:oleObj name="Equation" r:id="rId4" imgW="596641" imgH="203112" progId="Equation.3">
                  <p:embed/>
                </p:oleObj>
              </mc:Choice>
              <mc:Fallback>
                <p:oleObj name="Equation" r:id="rId4" imgW="596641" imgH="203112" progId="Equation.3">
                  <p:embed/>
                  <p:pic>
                    <p:nvPicPr>
                      <p:cNvPr id="48138" name="Object 13">
                        <a:extLst>
                          <a:ext uri="{FF2B5EF4-FFF2-40B4-BE49-F238E27FC236}">
                            <a16:creationId xmlns:a16="http://schemas.microsoft.com/office/drawing/2014/main" id="{8BC8A955-E0FB-7625-F0B9-632D1CDF42B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6600" y="1909763"/>
                        <a:ext cx="10668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39" name="Text Box 14">
            <a:extLst>
              <a:ext uri="{FF2B5EF4-FFF2-40B4-BE49-F238E27FC236}">
                <a16:creationId xmlns:a16="http://schemas.microsoft.com/office/drawing/2014/main" id="{48C1E956-7216-4C98-97BE-FC9FBD2465C0}"/>
              </a:ext>
            </a:extLst>
          </p:cNvPr>
          <p:cNvSpPr txBox="1">
            <a:spLocks noChangeArrowheads="1"/>
          </p:cNvSpPr>
          <p:nvPr/>
        </p:nvSpPr>
        <p:spPr bwMode="auto">
          <a:xfrm>
            <a:off x="1066800" y="2290763"/>
            <a:ext cx="2209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900">
                <a:latin typeface="Tahoma" panose="020B0604030504040204" pitchFamily="34" charset="0"/>
              </a:rPr>
              <a:t>to the data, where</a:t>
            </a:r>
          </a:p>
        </p:txBody>
      </p:sp>
      <p:sp>
        <p:nvSpPr>
          <p:cNvPr id="48140" name="Rectangle 15">
            <a:extLst>
              <a:ext uri="{FF2B5EF4-FFF2-40B4-BE49-F238E27FC236}">
                <a16:creationId xmlns:a16="http://schemas.microsoft.com/office/drawing/2014/main" id="{A90BB16C-25AE-3756-432E-98F2511D8F23}"/>
              </a:ext>
            </a:extLst>
          </p:cNvPr>
          <p:cNvSpPr>
            <a:spLocks noChangeArrowheads="1"/>
          </p:cNvSpPr>
          <p:nvPr/>
        </p:nvSpPr>
        <p:spPr bwMode="auto">
          <a:xfrm>
            <a:off x="304800" y="31908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48141" name="Rectangle 16">
            <a:extLst>
              <a:ext uri="{FF2B5EF4-FFF2-40B4-BE49-F238E27FC236}">
                <a16:creationId xmlns:a16="http://schemas.microsoft.com/office/drawing/2014/main" id="{81DE2CB9-2889-A4BE-956F-DC8AAD20C3FC}"/>
              </a:ext>
            </a:extLst>
          </p:cNvPr>
          <p:cNvSpPr>
            <a:spLocks noChangeArrowheads="1"/>
          </p:cNvSpPr>
          <p:nvPr/>
        </p:nvSpPr>
        <p:spPr bwMode="auto">
          <a:xfrm>
            <a:off x="304800" y="31813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48142" name="Rectangle 17">
            <a:extLst>
              <a:ext uri="{FF2B5EF4-FFF2-40B4-BE49-F238E27FC236}">
                <a16:creationId xmlns:a16="http://schemas.microsoft.com/office/drawing/2014/main" id="{D3D6B39F-33DE-79DB-836D-BED76F250190}"/>
              </a:ext>
            </a:extLst>
          </p:cNvPr>
          <p:cNvSpPr>
            <a:spLocks noChangeArrowheads="1"/>
          </p:cNvSpPr>
          <p:nvPr/>
        </p:nvSpPr>
        <p:spPr bwMode="auto">
          <a:xfrm>
            <a:off x="304800" y="31813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48143" name="Rectangle 18">
            <a:extLst>
              <a:ext uri="{FF2B5EF4-FFF2-40B4-BE49-F238E27FC236}">
                <a16:creationId xmlns:a16="http://schemas.microsoft.com/office/drawing/2014/main" id="{298CDC2A-2EC7-18CE-4892-8ECB9D85B748}"/>
              </a:ext>
            </a:extLst>
          </p:cNvPr>
          <p:cNvSpPr>
            <a:spLocks noChangeArrowheads="1"/>
          </p:cNvSpPr>
          <p:nvPr/>
        </p:nvSpPr>
        <p:spPr bwMode="auto">
          <a:xfrm>
            <a:off x="304800" y="31813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48144" name="Rectangle 19">
            <a:extLst>
              <a:ext uri="{FF2B5EF4-FFF2-40B4-BE49-F238E27FC236}">
                <a16:creationId xmlns:a16="http://schemas.microsoft.com/office/drawing/2014/main" id="{C1392DBE-AE02-1EF5-7791-4B6E6496289D}"/>
              </a:ext>
            </a:extLst>
          </p:cNvPr>
          <p:cNvSpPr>
            <a:spLocks noChangeArrowheads="1"/>
          </p:cNvSpPr>
          <p:nvPr/>
        </p:nvSpPr>
        <p:spPr bwMode="auto">
          <a:xfrm>
            <a:off x="304800" y="31813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48145" name="Rectangle 20">
            <a:extLst>
              <a:ext uri="{FF2B5EF4-FFF2-40B4-BE49-F238E27FC236}">
                <a16:creationId xmlns:a16="http://schemas.microsoft.com/office/drawing/2014/main" id="{526C0EDB-EC22-530E-4461-A321FB948D5D}"/>
              </a:ext>
            </a:extLst>
          </p:cNvPr>
          <p:cNvSpPr>
            <a:spLocks noChangeArrowheads="1"/>
          </p:cNvSpPr>
          <p:nvPr/>
        </p:nvSpPr>
        <p:spPr bwMode="auto">
          <a:xfrm>
            <a:off x="304800" y="31813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a:latin typeface="Tahoma" panose="020B0604030504040204" pitchFamily="34" charset="0"/>
            </a:endParaRPr>
          </a:p>
        </p:txBody>
      </p:sp>
      <p:graphicFrame>
        <p:nvGraphicFramePr>
          <p:cNvPr id="48146" name="Object 21">
            <a:extLst>
              <a:ext uri="{FF2B5EF4-FFF2-40B4-BE49-F238E27FC236}">
                <a16:creationId xmlns:a16="http://schemas.microsoft.com/office/drawing/2014/main" id="{AAD18596-B7CB-BCF4-5B99-E427C7C0B36D}"/>
              </a:ext>
            </a:extLst>
          </p:cNvPr>
          <p:cNvGraphicFramePr>
            <a:graphicFrameLocks noChangeAspect="1"/>
          </p:cNvGraphicFramePr>
          <p:nvPr/>
        </p:nvGraphicFramePr>
        <p:xfrm>
          <a:off x="3200400" y="2290763"/>
          <a:ext cx="609600" cy="355600"/>
        </p:xfrm>
        <a:graphic>
          <a:graphicData uri="http://schemas.openxmlformats.org/presentationml/2006/ole">
            <mc:AlternateContent xmlns:mc="http://schemas.openxmlformats.org/markup-compatibility/2006">
              <mc:Choice xmlns:v="urn:schemas-microsoft-com:vml" Requires="v">
                <p:oleObj name="Equation" r:id="rId6" imgW="342751" imgH="203112" progId="Equation.3">
                  <p:embed/>
                </p:oleObj>
              </mc:Choice>
              <mc:Fallback>
                <p:oleObj name="Equation" r:id="rId6" imgW="342751" imgH="203112" progId="Equation.3">
                  <p:embed/>
                  <p:pic>
                    <p:nvPicPr>
                      <p:cNvPr id="48146" name="Object 21">
                        <a:extLst>
                          <a:ext uri="{FF2B5EF4-FFF2-40B4-BE49-F238E27FC236}">
                            <a16:creationId xmlns:a16="http://schemas.microsoft.com/office/drawing/2014/main" id="{AAD18596-B7CB-BCF4-5B99-E427C7C0B36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00400" y="2290763"/>
                        <a:ext cx="6096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47" name="Text Box 22">
            <a:extLst>
              <a:ext uri="{FF2B5EF4-FFF2-40B4-BE49-F238E27FC236}">
                <a16:creationId xmlns:a16="http://schemas.microsoft.com/office/drawing/2014/main" id="{0D9BF55B-8FBB-E923-F579-2F66E6A8B302}"/>
              </a:ext>
            </a:extLst>
          </p:cNvPr>
          <p:cNvSpPr txBox="1">
            <a:spLocks noChangeArrowheads="1"/>
          </p:cNvSpPr>
          <p:nvPr/>
        </p:nvSpPr>
        <p:spPr bwMode="auto">
          <a:xfrm>
            <a:off x="3810000" y="2290763"/>
            <a:ext cx="2971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900">
                <a:latin typeface="Tahoma" panose="020B0604030504040204" pitchFamily="34" charset="0"/>
              </a:rPr>
              <a:t>is a nonlinear function of</a:t>
            </a:r>
          </a:p>
        </p:txBody>
      </p:sp>
      <p:sp>
        <p:nvSpPr>
          <p:cNvPr id="48148" name="Rectangle 23">
            <a:extLst>
              <a:ext uri="{FF2B5EF4-FFF2-40B4-BE49-F238E27FC236}">
                <a16:creationId xmlns:a16="http://schemas.microsoft.com/office/drawing/2014/main" id="{A5C24510-5309-2EBE-41E2-91C2DFBFEE56}"/>
              </a:ext>
            </a:extLst>
          </p:cNvPr>
          <p:cNvSpPr>
            <a:spLocks noChangeArrowheads="1"/>
          </p:cNvSpPr>
          <p:nvPr/>
        </p:nvSpPr>
        <p:spPr bwMode="auto">
          <a:xfrm>
            <a:off x="304800" y="32099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a:latin typeface="Tahoma" panose="020B0604030504040204" pitchFamily="34" charset="0"/>
            </a:endParaRPr>
          </a:p>
        </p:txBody>
      </p:sp>
      <p:graphicFrame>
        <p:nvGraphicFramePr>
          <p:cNvPr id="48149" name="Object 24">
            <a:extLst>
              <a:ext uri="{FF2B5EF4-FFF2-40B4-BE49-F238E27FC236}">
                <a16:creationId xmlns:a16="http://schemas.microsoft.com/office/drawing/2014/main" id="{A766268D-164F-2FBE-3E37-B63F1B3C828B}"/>
              </a:ext>
            </a:extLst>
          </p:cNvPr>
          <p:cNvGraphicFramePr>
            <a:graphicFrameLocks noChangeAspect="1"/>
          </p:cNvGraphicFramePr>
          <p:nvPr/>
        </p:nvGraphicFramePr>
        <p:xfrm>
          <a:off x="6629400" y="2366963"/>
          <a:ext cx="209550" cy="242887"/>
        </p:xfrm>
        <a:graphic>
          <a:graphicData uri="http://schemas.openxmlformats.org/presentationml/2006/ole">
            <mc:AlternateContent xmlns:mc="http://schemas.openxmlformats.org/markup-compatibility/2006">
              <mc:Choice xmlns:v="urn:schemas-microsoft-com:vml" Requires="v">
                <p:oleObj name="Equation" r:id="rId8" imgW="126835" imgH="139518" progId="Equation.3">
                  <p:embed/>
                </p:oleObj>
              </mc:Choice>
              <mc:Fallback>
                <p:oleObj name="Equation" r:id="rId8" imgW="126835" imgH="139518" progId="Equation.3">
                  <p:embed/>
                  <p:pic>
                    <p:nvPicPr>
                      <p:cNvPr id="48149" name="Object 24">
                        <a:extLst>
                          <a:ext uri="{FF2B5EF4-FFF2-40B4-BE49-F238E27FC236}">
                            <a16:creationId xmlns:a16="http://schemas.microsoft.com/office/drawing/2014/main" id="{A766268D-164F-2FBE-3E37-B63F1B3C828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29400" y="2366963"/>
                        <a:ext cx="209550" cy="24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50" name="Text Box 25">
            <a:extLst>
              <a:ext uri="{FF2B5EF4-FFF2-40B4-BE49-F238E27FC236}">
                <a16:creationId xmlns:a16="http://schemas.microsoft.com/office/drawing/2014/main" id="{31058C68-A3BA-0742-D8C3-9BC7E0187E95}"/>
              </a:ext>
            </a:extLst>
          </p:cNvPr>
          <p:cNvSpPr txBox="1">
            <a:spLocks noChangeArrowheads="1"/>
          </p:cNvSpPr>
          <p:nvPr/>
        </p:nvSpPr>
        <p:spPr bwMode="auto">
          <a:xfrm>
            <a:off x="6781800" y="2290763"/>
            <a:ext cx="304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900">
                <a:latin typeface="Tahoma" panose="020B0604030504040204" pitchFamily="34" charset="0"/>
              </a:rPr>
              <a:t>.</a:t>
            </a:r>
          </a:p>
        </p:txBody>
      </p:sp>
      <p:sp>
        <p:nvSpPr>
          <p:cNvPr id="48151" name="Rectangle 26">
            <a:extLst>
              <a:ext uri="{FF2B5EF4-FFF2-40B4-BE49-F238E27FC236}">
                <a16:creationId xmlns:a16="http://schemas.microsoft.com/office/drawing/2014/main" id="{35ACD9BC-DC74-41F2-196B-CE6D1EA265C6}"/>
              </a:ext>
            </a:extLst>
          </p:cNvPr>
          <p:cNvSpPr>
            <a:spLocks noChangeArrowheads="1"/>
          </p:cNvSpPr>
          <p:nvPr/>
        </p:nvSpPr>
        <p:spPr bwMode="auto">
          <a:xfrm>
            <a:off x="304800" y="31670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48152" name="Rectangle 27">
            <a:extLst>
              <a:ext uri="{FF2B5EF4-FFF2-40B4-BE49-F238E27FC236}">
                <a16:creationId xmlns:a16="http://schemas.microsoft.com/office/drawing/2014/main" id="{38BAEC0C-3B72-C4C5-4D8D-B797E2D6CC33}"/>
              </a:ext>
            </a:extLst>
          </p:cNvPr>
          <p:cNvSpPr>
            <a:spLocks noChangeArrowheads="1"/>
          </p:cNvSpPr>
          <p:nvPr/>
        </p:nvSpPr>
        <p:spPr bwMode="auto">
          <a:xfrm>
            <a:off x="304800" y="31670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48153" name="Rectangle 28">
            <a:extLst>
              <a:ext uri="{FF2B5EF4-FFF2-40B4-BE49-F238E27FC236}">
                <a16:creationId xmlns:a16="http://schemas.microsoft.com/office/drawing/2014/main" id="{29610053-CE3F-DC98-8DB6-104F9D4AD395}"/>
              </a:ext>
            </a:extLst>
          </p:cNvPr>
          <p:cNvSpPr>
            <a:spLocks noChangeArrowheads="1"/>
          </p:cNvSpPr>
          <p:nvPr/>
        </p:nvSpPr>
        <p:spPr bwMode="auto">
          <a:xfrm>
            <a:off x="304800" y="31670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48154" name="Rectangle 29">
            <a:extLst>
              <a:ext uri="{FF2B5EF4-FFF2-40B4-BE49-F238E27FC236}">
                <a16:creationId xmlns:a16="http://schemas.microsoft.com/office/drawing/2014/main" id="{BC3DE494-D888-BF3A-AC10-F0C9470850BB}"/>
              </a:ext>
            </a:extLst>
          </p:cNvPr>
          <p:cNvSpPr>
            <a:spLocks noChangeArrowheads="1"/>
          </p:cNvSpPr>
          <p:nvPr/>
        </p:nvSpPr>
        <p:spPr bwMode="auto">
          <a:xfrm>
            <a:off x="304800" y="31670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48155" name="Rectangle 30">
            <a:extLst>
              <a:ext uri="{FF2B5EF4-FFF2-40B4-BE49-F238E27FC236}">
                <a16:creationId xmlns:a16="http://schemas.microsoft.com/office/drawing/2014/main" id="{AB2A7E33-52BB-7D73-60DF-4545A9B2C426}"/>
              </a:ext>
            </a:extLst>
          </p:cNvPr>
          <p:cNvSpPr>
            <a:spLocks noChangeArrowheads="1"/>
          </p:cNvSpPr>
          <p:nvPr/>
        </p:nvSpPr>
        <p:spPr bwMode="auto">
          <a:xfrm>
            <a:off x="304800" y="31670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48156" name="Rectangle 31">
            <a:extLst>
              <a:ext uri="{FF2B5EF4-FFF2-40B4-BE49-F238E27FC236}">
                <a16:creationId xmlns:a16="http://schemas.microsoft.com/office/drawing/2014/main" id="{6577D0F0-3DA4-30CF-69F0-E92F1B0211F2}"/>
              </a:ext>
            </a:extLst>
          </p:cNvPr>
          <p:cNvSpPr>
            <a:spLocks noChangeArrowheads="1"/>
          </p:cNvSpPr>
          <p:nvPr/>
        </p:nvSpPr>
        <p:spPr bwMode="auto">
          <a:xfrm>
            <a:off x="304800" y="31670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48157" name="Rectangle 32">
            <a:extLst>
              <a:ext uri="{FF2B5EF4-FFF2-40B4-BE49-F238E27FC236}">
                <a16:creationId xmlns:a16="http://schemas.microsoft.com/office/drawing/2014/main" id="{AE27F7CB-A988-FAB7-2270-DDAD498D94AD}"/>
              </a:ext>
            </a:extLst>
          </p:cNvPr>
          <p:cNvSpPr>
            <a:spLocks noChangeArrowheads="1"/>
          </p:cNvSpPr>
          <p:nvPr/>
        </p:nvSpPr>
        <p:spPr bwMode="auto">
          <a:xfrm>
            <a:off x="304800" y="31670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48158" name="Rectangle 33">
            <a:extLst>
              <a:ext uri="{FF2B5EF4-FFF2-40B4-BE49-F238E27FC236}">
                <a16:creationId xmlns:a16="http://schemas.microsoft.com/office/drawing/2014/main" id="{6378DC4F-4213-C5DF-1D6A-CEECF7C0FC09}"/>
              </a:ext>
            </a:extLst>
          </p:cNvPr>
          <p:cNvSpPr>
            <a:spLocks noChangeArrowheads="1"/>
          </p:cNvSpPr>
          <p:nvPr/>
        </p:nvSpPr>
        <p:spPr bwMode="auto">
          <a:xfrm>
            <a:off x="304800" y="31670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48159" name="Text Box 34">
            <a:extLst>
              <a:ext uri="{FF2B5EF4-FFF2-40B4-BE49-F238E27FC236}">
                <a16:creationId xmlns:a16="http://schemas.microsoft.com/office/drawing/2014/main" id="{FF93B212-6B8B-45D9-9873-7AE033A0BA54}"/>
              </a:ext>
            </a:extLst>
          </p:cNvPr>
          <p:cNvSpPr txBox="1">
            <a:spLocks noChangeArrowheads="1"/>
          </p:cNvSpPr>
          <p:nvPr/>
        </p:nvSpPr>
        <p:spPr bwMode="auto">
          <a:xfrm>
            <a:off x="1752600" y="5567363"/>
            <a:ext cx="6172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400" b="1">
                <a:latin typeface="Tahoma" panose="020B0604030504040204" pitchFamily="34" charset="0"/>
              </a:rPr>
              <a:t>Figure.</a:t>
            </a:r>
            <a:r>
              <a:rPr lang="en-US" altLang="en-US" sz="1400">
                <a:latin typeface="Tahoma" panose="020B0604030504040204" pitchFamily="34" charset="0"/>
              </a:rPr>
              <a:t> Nonlinear regression model for discrete y vs. x data</a:t>
            </a:r>
            <a:endParaRPr lang="en-US" altLang="en-US" sz="1400" b="1">
              <a:latin typeface="Tahoma" panose="020B0604030504040204" pitchFamily="34" charset="0"/>
            </a:endParaRPr>
          </a:p>
        </p:txBody>
      </p:sp>
      <p:grpSp>
        <p:nvGrpSpPr>
          <p:cNvPr id="48160" name="Group 35">
            <a:extLst>
              <a:ext uri="{FF2B5EF4-FFF2-40B4-BE49-F238E27FC236}">
                <a16:creationId xmlns:a16="http://schemas.microsoft.com/office/drawing/2014/main" id="{750EC917-14A9-BB65-BDC2-EAB38916B9EB}"/>
              </a:ext>
            </a:extLst>
          </p:cNvPr>
          <p:cNvGrpSpPr>
            <a:grpSpLocks/>
          </p:cNvGrpSpPr>
          <p:nvPr/>
        </p:nvGrpSpPr>
        <p:grpSpPr bwMode="auto">
          <a:xfrm>
            <a:off x="2514600" y="2900363"/>
            <a:ext cx="4052888" cy="2571750"/>
            <a:chOff x="1338" y="1901"/>
            <a:chExt cx="2553" cy="1620"/>
          </a:xfrm>
        </p:grpSpPr>
        <p:sp>
          <p:nvSpPr>
            <p:cNvPr id="48162" name="Line 36">
              <a:extLst>
                <a:ext uri="{FF2B5EF4-FFF2-40B4-BE49-F238E27FC236}">
                  <a16:creationId xmlns:a16="http://schemas.microsoft.com/office/drawing/2014/main" id="{6A734D98-A40C-8E14-60A3-E64F6A08E06D}"/>
                </a:ext>
              </a:extLst>
            </p:cNvPr>
            <p:cNvSpPr>
              <a:spLocks noChangeShapeType="1"/>
            </p:cNvSpPr>
            <p:nvPr/>
          </p:nvSpPr>
          <p:spPr bwMode="auto">
            <a:xfrm>
              <a:off x="1338" y="3444"/>
              <a:ext cx="2516"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8163" name="Line 37">
              <a:extLst>
                <a:ext uri="{FF2B5EF4-FFF2-40B4-BE49-F238E27FC236}">
                  <a16:creationId xmlns:a16="http://schemas.microsoft.com/office/drawing/2014/main" id="{87E3CFE9-5B81-6E1B-8420-523412E5837E}"/>
                </a:ext>
              </a:extLst>
            </p:cNvPr>
            <p:cNvSpPr>
              <a:spLocks noChangeShapeType="1"/>
            </p:cNvSpPr>
            <p:nvPr/>
          </p:nvSpPr>
          <p:spPr bwMode="auto">
            <a:xfrm flipV="1">
              <a:off x="1412" y="1901"/>
              <a:ext cx="0" cy="162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8164" name="Freeform 38">
              <a:extLst>
                <a:ext uri="{FF2B5EF4-FFF2-40B4-BE49-F238E27FC236}">
                  <a16:creationId xmlns:a16="http://schemas.microsoft.com/office/drawing/2014/main" id="{62F585DA-FC1C-4DFF-A572-D342EF29FD45}"/>
                </a:ext>
              </a:extLst>
            </p:cNvPr>
            <p:cNvSpPr>
              <a:spLocks/>
            </p:cNvSpPr>
            <p:nvPr/>
          </p:nvSpPr>
          <p:spPr bwMode="auto">
            <a:xfrm>
              <a:off x="1560" y="2210"/>
              <a:ext cx="2072" cy="1080"/>
            </a:xfrm>
            <a:custGeom>
              <a:avLst/>
              <a:gdLst>
                <a:gd name="T0" fmla="*/ 0 w 5040"/>
                <a:gd name="T1" fmla="*/ 0 h 2520"/>
                <a:gd name="T2" fmla="*/ 0 w 5040"/>
                <a:gd name="T3" fmla="*/ 0 h 2520"/>
                <a:gd name="T4" fmla="*/ 0 w 5040"/>
                <a:gd name="T5" fmla="*/ 0 h 2520"/>
                <a:gd name="T6" fmla="*/ 0 w 5040"/>
                <a:gd name="T7" fmla="*/ 0 h 2520"/>
                <a:gd name="T8" fmla="*/ 0 w 5040"/>
                <a:gd name="T9" fmla="*/ 0 h 2520"/>
                <a:gd name="T10" fmla="*/ 0 60000 65536"/>
                <a:gd name="T11" fmla="*/ 0 60000 65536"/>
                <a:gd name="T12" fmla="*/ 0 60000 65536"/>
                <a:gd name="T13" fmla="*/ 0 60000 65536"/>
                <a:gd name="T14" fmla="*/ 0 60000 65536"/>
                <a:gd name="T15" fmla="*/ 0 w 5040"/>
                <a:gd name="T16" fmla="*/ 0 h 2520"/>
                <a:gd name="T17" fmla="*/ 5040 w 5040"/>
                <a:gd name="T18" fmla="*/ 2520 h 2520"/>
              </a:gdLst>
              <a:ahLst/>
              <a:cxnLst>
                <a:cxn ang="T10">
                  <a:pos x="T0" y="T1"/>
                </a:cxn>
                <a:cxn ang="T11">
                  <a:pos x="T2" y="T3"/>
                </a:cxn>
                <a:cxn ang="T12">
                  <a:pos x="T4" y="T5"/>
                </a:cxn>
                <a:cxn ang="T13">
                  <a:pos x="T6" y="T7"/>
                </a:cxn>
                <a:cxn ang="T14">
                  <a:pos x="T8" y="T9"/>
                </a:cxn>
              </a:cxnLst>
              <a:rect l="T15" t="T16" r="T17" b="T18"/>
              <a:pathLst>
                <a:path w="5040" h="2520">
                  <a:moveTo>
                    <a:pt x="0" y="2520"/>
                  </a:moveTo>
                  <a:cubicBezTo>
                    <a:pt x="75" y="2205"/>
                    <a:pt x="150" y="1890"/>
                    <a:pt x="360" y="1620"/>
                  </a:cubicBezTo>
                  <a:cubicBezTo>
                    <a:pt x="570" y="1350"/>
                    <a:pt x="840" y="1110"/>
                    <a:pt x="1260" y="900"/>
                  </a:cubicBezTo>
                  <a:cubicBezTo>
                    <a:pt x="1680" y="690"/>
                    <a:pt x="2250" y="510"/>
                    <a:pt x="2880" y="360"/>
                  </a:cubicBezTo>
                  <a:cubicBezTo>
                    <a:pt x="3510" y="210"/>
                    <a:pt x="4680" y="60"/>
                    <a:pt x="5040" y="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165" name="Oval 39">
              <a:extLst>
                <a:ext uri="{FF2B5EF4-FFF2-40B4-BE49-F238E27FC236}">
                  <a16:creationId xmlns:a16="http://schemas.microsoft.com/office/drawing/2014/main" id="{2BB1E2B9-A137-872B-90B1-0C8C4E327FF9}"/>
                </a:ext>
              </a:extLst>
            </p:cNvPr>
            <p:cNvSpPr>
              <a:spLocks noChangeArrowheads="1"/>
            </p:cNvSpPr>
            <p:nvPr/>
          </p:nvSpPr>
          <p:spPr bwMode="auto">
            <a:xfrm>
              <a:off x="1678" y="3135"/>
              <a:ext cx="59" cy="61"/>
            </a:xfrm>
            <a:prstGeom prst="ellipse">
              <a:avLst/>
            </a:prstGeom>
            <a:solidFill>
              <a:srgbClr val="000000"/>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48166" name="Oval 40">
              <a:extLst>
                <a:ext uri="{FF2B5EF4-FFF2-40B4-BE49-F238E27FC236}">
                  <a16:creationId xmlns:a16="http://schemas.microsoft.com/office/drawing/2014/main" id="{3C5DA20A-C54F-99EB-6CCF-A348747A141D}"/>
                </a:ext>
              </a:extLst>
            </p:cNvPr>
            <p:cNvSpPr>
              <a:spLocks noChangeArrowheads="1"/>
            </p:cNvSpPr>
            <p:nvPr/>
          </p:nvSpPr>
          <p:spPr bwMode="auto">
            <a:xfrm>
              <a:off x="1900" y="2441"/>
              <a:ext cx="59" cy="61"/>
            </a:xfrm>
            <a:prstGeom prst="ellipse">
              <a:avLst/>
            </a:prstGeom>
            <a:solidFill>
              <a:srgbClr val="000000"/>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48167" name="Oval 41">
              <a:extLst>
                <a:ext uri="{FF2B5EF4-FFF2-40B4-BE49-F238E27FC236}">
                  <a16:creationId xmlns:a16="http://schemas.microsoft.com/office/drawing/2014/main" id="{EA86FF09-F589-6945-837F-3379976C3188}"/>
                </a:ext>
              </a:extLst>
            </p:cNvPr>
            <p:cNvSpPr>
              <a:spLocks noChangeArrowheads="1"/>
            </p:cNvSpPr>
            <p:nvPr/>
          </p:nvSpPr>
          <p:spPr bwMode="auto">
            <a:xfrm>
              <a:off x="2492" y="2518"/>
              <a:ext cx="60" cy="62"/>
            </a:xfrm>
            <a:prstGeom prst="ellipse">
              <a:avLst/>
            </a:prstGeom>
            <a:solidFill>
              <a:srgbClr val="000000"/>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48168" name="Oval 42">
              <a:extLst>
                <a:ext uri="{FF2B5EF4-FFF2-40B4-BE49-F238E27FC236}">
                  <a16:creationId xmlns:a16="http://schemas.microsoft.com/office/drawing/2014/main" id="{4C378BB0-A2B6-0AD4-A354-36B58A071423}"/>
                </a:ext>
              </a:extLst>
            </p:cNvPr>
            <p:cNvSpPr>
              <a:spLocks noChangeArrowheads="1"/>
            </p:cNvSpPr>
            <p:nvPr/>
          </p:nvSpPr>
          <p:spPr bwMode="auto">
            <a:xfrm>
              <a:off x="2788" y="2210"/>
              <a:ext cx="59" cy="61"/>
            </a:xfrm>
            <a:prstGeom prst="ellipse">
              <a:avLst/>
            </a:prstGeom>
            <a:solidFill>
              <a:srgbClr val="000000"/>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48169" name="Oval 43">
              <a:extLst>
                <a:ext uri="{FF2B5EF4-FFF2-40B4-BE49-F238E27FC236}">
                  <a16:creationId xmlns:a16="http://schemas.microsoft.com/office/drawing/2014/main" id="{C2425B11-F7E2-D8CF-020C-C86AC4293A3E}"/>
                </a:ext>
              </a:extLst>
            </p:cNvPr>
            <p:cNvSpPr>
              <a:spLocks noChangeArrowheads="1"/>
            </p:cNvSpPr>
            <p:nvPr/>
          </p:nvSpPr>
          <p:spPr bwMode="auto">
            <a:xfrm>
              <a:off x="3158" y="2055"/>
              <a:ext cx="59" cy="61"/>
            </a:xfrm>
            <a:prstGeom prst="ellipse">
              <a:avLst/>
            </a:prstGeom>
            <a:solidFill>
              <a:srgbClr val="000000"/>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48170" name="Line 44">
              <a:extLst>
                <a:ext uri="{FF2B5EF4-FFF2-40B4-BE49-F238E27FC236}">
                  <a16:creationId xmlns:a16="http://schemas.microsoft.com/office/drawing/2014/main" id="{99A1EE6E-EB61-C700-86C8-F84AABE53055}"/>
                </a:ext>
              </a:extLst>
            </p:cNvPr>
            <p:cNvSpPr>
              <a:spLocks noChangeShapeType="1"/>
            </p:cNvSpPr>
            <p:nvPr/>
          </p:nvSpPr>
          <p:spPr bwMode="auto">
            <a:xfrm flipH="1" flipV="1">
              <a:off x="2936" y="2364"/>
              <a:ext cx="296" cy="30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48171" name="Object 45">
              <a:extLst>
                <a:ext uri="{FF2B5EF4-FFF2-40B4-BE49-F238E27FC236}">
                  <a16:creationId xmlns:a16="http://schemas.microsoft.com/office/drawing/2014/main" id="{AD0A7024-6437-F9B9-E7F9-3ED94773E72E}"/>
                </a:ext>
              </a:extLst>
            </p:cNvPr>
            <p:cNvGraphicFramePr>
              <a:graphicFrameLocks noChangeAspect="1"/>
            </p:cNvGraphicFramePr>
            <p:nvPr/>
          </p:nvGraphicFramePr>
          <p:xfrm>
            <a:off x="3285" y="2613"/>
            <a:ext cx="606" cy="223"/>
          </p:xfrm>
          <a:graphic>
            <a:graphicData uri="http://schemas.openxmlformats.org/presentationml/2006/ole">
              <mc:AlternateContent xmlns:mc="http://schemas.openxmlformats.org/markup-compatibility/2006">
                <mc:Choice xmlns:v="urn:schemas-microsoft-com:vml" Requires="v">
                  <p:oleObj name="Equation" r:id="rId10" imgW="583947" imgH="203112" progId="Equation.3">
                    <p:embed/>
                  </p:oleObj>
                </mc:Choice>
                <mc:Fallback>
                  <p:oleObj name="Equation" r:id="rId10" imgW="583947" imgH="203112" progId="Equation.3">
                    <p:embed/>
                    <p:pic>
                      <p:nvPicPr>
                        <p:cNvPr id="48171" name="Object 45">
                          <a:extLst>
                            <a:ext uri="{FF2B5EF4-FFF2-40B4-BE49-F238E27FC236}">
                              <a16:creationId xmlns:a16="http://schemas.microsoft.com/office/drawing/2014/main" id="{AD0A7024-6437-F9B9-E7F9-3ED94773E72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85" y="2613"/>
                          <a:ext cx="606"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172" name="Object 46">
              <a:extLst>
                <a:ext uri="{FF2B5EF4-FFF2-40B4-BE49-F238E27FC236}">
                  <a16:creationId xmlns:a16="http://schemas.microsoft.com/office/drawing/2014/main" id="{B3593568-6116-11B7-27A1-DFB225C2C8B4}"/>
                </a:ext>
              </a:extLst>
            </p:cNvPr>
            <p:cNvGraphicFramePr>
              <a:graphicFrameLocks noChangeAspect="1"/>
            </p:cNvGraphicFramePr>
            <p:nvPr/>
          </p:nvGraphicFramePr>
          <p:xfrm>
            <a:off x="3336" y="1929"/>
            <a:ext cx="452" cy="256"/>
          </p:xfrm>
          <a:graphic>
            <a:graphicData uri="http://schemas.openxmlformats.org/presentationml/2006/ole">
              <mc:AlternateContent xmlns:mc="http://schemas.openxmlformats.org/markup-compatibility/2006">
                <mc:Choice xmlns:v="urn:schemas-microsoft-com:vml" Requires="v">
                  <p:oleObj name="Equation" r:id="rId12" imgW="494870" imgH="266469" progId="Equation.3">
                    <p:embed/>
                  </p:oleObj>
                </mc:Choice>
                <mc:Fallback>
                  <p:oleObj name="Equation" r:id="rId12" imgW="494870" imgH="266469" progId="Equation.3">
                    <p:embed/>
                    <p:pic>
                      <p:nvPicPr>
                        <p:cNvPr id="48172" name="Object 46">
                          <a:extLst>
                            <a:ext uri="{FF2B5EF4-FFF2-40B4-BE49-F238E27FC236}">
                              <a16:creationId xmlns:a16="http://schemas.microsoft.com/office/drawing/2014/main" id="{B3593568-6116-11B7-27A1-DFB225C2C8B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36" y="1929"/>
                          <a:ext cx="452"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173" name="Object 47">
              <a:extLst>
                <a:ext uri="{FF2B5EF4-FFF2-40B4-BE49-F238E27FC236}">
                  <a16:creationId xmlns:a16="http://schemas.microsoft.com/office/drawing/2014/main" id="{3A44F575-991B-F735-068D-D8A8517F8BD7}"/>
                </a:ext>
              </a:extLst>
            </p:cNvPr>
            <p:cNvGraphicFramePr>
              <a:graphicFrameLocks noChangeAspect="1"/>
            </p:cNvGraphicFramePr>
            <p:nvPr/>
          </p:nvGraphicFramePr>
          <p:xfrm>
            <a:off x="1456" y="3089"/>
            <a:ext cx="442" cy="266"/>
          </p:xfrm>
          <a:graphic>
            <a:graphicData uri="http://schemas.openxmlformats.org/presentationml/2006/ole">
              <mc:AlternateContent xmlns:mc="http://schemas.openxmlformats.org/markup-compatibility/2006">
                <mc:Choice xmlns:v="urn:schemas-microsoft-com:vml" Requires="v">
                  <p:oleObj name="Equation" r:id="rId14" imgW="457002" imgH="253890" progId="Equation.3">
                    <p:embed/>
                  </p:oleObj>
                </mc:Choice>
                <mc:Fallback>
                  <p:oleObj name="Equation" r:id="rId14" imgW="457002" imgH="253890" progId="Equation.3">
                    <p:embed/>
                    <p:pic>
                      <p:nvPicPr>
                        <p:cNvPr id="48173" name="Object 47">
                          <a:extLst>
                            <a:ext uri="{FF2B5EF4-FFF2-40B4-BE49-F238E27FC236}">
                              <a16:creationId xmlns:a16="http://schemas.microsoft.com/office/drawing/2014/main" id="{3A44F575-991B-F735-068D-D8A8517F8BD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56" y="3089"/>
                          <a:ext cx="442"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74" name="Object 48">
              <a:extLst>
                <a:ext uri="{FF2B5EF4-FFF2-40B4-BE49-F238E27FC236}">
                  <a16:creationId xmlns:a16="http://schemas.microsoft.com/office/drawing/2014/main" id="{7E4E5842-2E25-52BD-2EBD-45EAD541A173}"/>
                </a:ext>
              </a:extLst>
            </p:cNvPr>
            <p:cNvGraphicFramePr>
              <a:graphicFrameLocks noChangeAspect="1"/>
            </p:cNvGraphicFramePr>
            <p:nvPr/>
          </p:nvGraphicFramePr>
          <p:xfrm>
            <a:off x="1419" y="2350"/>
            <a:ext cx="471" cy="257"/>
          </p:xfrm>
          <a:graphic>
            <a:graphicData uri="http://schemas.openxmlformats.org/presentationml/2006/ole">
              <mc:AlternateContent xmlns:mc="http://schemas.openxmlformats.org/markup-compatibility/2006">
                <mc:Choice xmlns:v="urn:schemas-microsoft-com:vml" Requires="v">
                  <p:oleObj name="Equation" r:id="rId16" imgW="494870" imgH="253780" progId="Equation.3">
                    <p:embed/>
                  </p:oleObj>
                </mc:Choice>
                <mc:Fallback>
                  <p:oleObj name="Equation" r:id="rId16" imgW="494870" imgH="253780" progId="Equation.3">
                    <p:embed/>
                    <p:pic>
                      <p:nvPicPr>
                        <p:cNvPr id="48174" name="Object 48">
                          <a:extLst>
                            <a:ext uri="{FF2B5EF4-FFF2-40B4-BE49-F238E27FC236}">
                              <a16:creationId xmlns:a16="http://schemas.microsoft.com/office/drawing/2014/main" id="{7E4E5842-2E25-52BD-2EBD-45EAD541A173}"/>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419" y="2350"/>
                          <a:ext cx="471"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175" name="Object 49">
              <a:extLst>
                <a:ext uri="{FF2B5EF4-FFF2-40B4-BE49-F238E27FC236}">
                  <a16:creationId xmlns:a16="http://schemas.microsoft.com/office/drawing/2014/main" id="{88AB51BC-5434-0A06-BE6C-FDDB6E19DC76}"/>
                </a:ext>
              </a:extLst>
            </p:cNvPr>
            <p:cNvGraphicFramePr>
              <a:graphicFrameLocks noChangeAspect="1"/>
            </p:cNvGraphicFramePr>
            <p:nvPr/>
          </p:nvGraphicFramePr>
          <p:xfrm>
            <a:off x="1822" y="2718"/>
            <a:ext cx="420" cy="260"/>
          </p:xfrm>
          <a:graphic>
            <a:graphicData uri="http://schemas.openxmlformats.org/presentationml/2006/ole">
              <mc:AlternateContent xmlns:mc="http://schemas.openxmlformats.org/markup-compatibility/2006">
                <mc:Choice xmlns:v="urn:schemas-microsoft-com:vml" Requires="v">
                  <p:oleObj name="Equation" r:id="rId18" imgW="457002" imgH="266584" progId="Equation.3">
                    <p:embed/>
                  </p:oleObj>
                </mc:Choice>
                <mc:Fallback>
                  <p:oleObj name="Equation" r:id="rId18" imgW="457002" imgH="266584" progId="Equation.3">
                    <p:embed/>
                    <p:pic>
                      <p:nvPicPr>
                        <p:cNvPr id="48175" name="Object 49">
                          <a:extLst>
                            <a:ext uri="{FF2B5EF4-FFF2-40B4-BE49-F238E27FC236}">
                              <a16:creationId xmlns:a16="http://schemas.microsoft.com/office/drawing/2014/main" id="{88AB51BC-5434-0A06-BE6C-FDDB6E19DC76}"/>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822" y="2718"/>
                          <a:ext cx="420"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76" name="Oval 50">
              <a:extLst>
                <a:ext uri="{FF2B5EF4-FFF2-40B4-BE49-F238E27FC236}">
                  <a16:creationId xmlns:a16="http://schemas.microsoft.com/office/drawing/2014/main" id="{9983CADA-BCCD-A4DE-896F-F949286CE799}"/>
                </a:ext>
              </a:extLst>
            </p:cNvPr>
            <p:cNvSpPr>
              <a:spLocks noChangeArrowheads="1"/>
            </p:cNvSpPr>
            <p:nvPr/>
          </p:nvSpPr>
          <p:spPr bwMode="auto">
            <a:xfrm>
              <a:off x="2276" y="2823"/>
              <a:ext cx="60" cy="51"/>
            </a:xfrm>
            <a:prstGeom prst="ellipse">
              <a:avLst/>
            </a:prstGeom>
            <a:solidFill>
              <a:schemeClr val="tx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48177" name="Line 51">
              <a:extLst>
                <a:ext uri="{FF2B5EF4-FFF2-40B4-BE49-F238E27FC236}">
                  <a16:creationId xmlns:a16="http://schemas.microsoft.com/office/drawing/2014/main" id="{E4A57283-9112-67A3-33E7-34F8572760F4}"/>
                </a:ext>
              </a:extLst>
            </p:cNvPr>
            <p:cNvSpPr>
              <a:spLocks noChangeShapeType="1"/>
            </p:cNvSpPr>
            <p:nvPr/>
          </p:nvSpPr>
          <p:spPr bwMode="auto">
            <a:xfrm>
              <a:off x="2327" y="2507"/>
              <a:ext cx="0" cy="316"/>
            </a:xfrm>
            <a:prstGeom prst="line">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graphicFrame>
          <p:nvGraphicFramePr>
            <p:cNvPr id="48178" name="Object 52">
              <a:extLst>
                <a:ext uri="{FF2B5EF4-FFF2-40B4-BE49-F238E27FC236}">
                  <a16:creationId xmlns:a16="http://schemas.microsoft.com/office/drawing/2014/main" id="{AF8BDA22-2A59-AB09-26EF-2C8F1D1FBCEC}"/>
                </a:ext>
              </a:extLst>
            </p:cNvPr>
            <p:cNvGraphicFramePr>
              <a:graphicFrameLocks noChangeAspect="1"/>
            </p:cNvGraphicFramePr>
            <p:nvPr/>
          </p:nvGraphicFramePr>
          <p:xfrm>
            <a:off x="2680" y="2928"/>
            <a:ext cx="594" cy="265"/>
          </p:xfrm>
          <a:graphic>
            <a:graphicData uri="http://schemas.openxmlformats.org/presentationml/2006/ole">
              <mc:AlternateContent xmlns:mc="http://schemas.openxmlformats.org/markup-compatibility/2006">
                <mc:Choice xmlns:v="urn:schemas-microsoft-com:vml" Requires="v">
                  <p:oleObj name="Equation" r:id="rId20" imgW="634449" imgH="266469" progId="Equation.3">
                    <p:embed/>
                  </p:oleObj>
                </mc:Choice>
                <mc:Fallback>
                  <p:oleObj name="Equation" r:id="rId20" imgW="634449" imgH="266469" progId="Equation.3">
                    <p:embed/>
                    <p:pic>
                      <p:nvPicPr>
                        <p:cNvPr id="48178" name="Object 52">
                          <a:extLst>
                            <a:ext uri="{FF2B5EF4-FFF2-40B4-BE49-F238E27FC236}">
                              <a16:creationId xmlns:a16="http://schemas.microsoft.com/office/drawing/2014/main" id="{AF8BDA22-2A59-AB09-26EF-2C8F1D1FBCEC}"/>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680" y="2928"/>
                          <a:ext cx="594"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79" name="Line 53">
              <a:extLst>
                <a:ext uri="{FF2B5EF4-FFF2-40B4-BE49-F238E27FC236}">
                  <a16:creationId xmlns:a16="http://schemas.microsoft.com/office/drawing/2014/main" id="{1D95B601-8158-47B9-4928-911BEEF0C0AD}"/>
                </a:ext>
              </a:extLst>
            </p:cNvPr>
            <p:cNvSpPr>
              <a:spLocks noChangeShapeType="1"/>
            </p:cNvSpPr>
            <p:nvPr/>
          </p:nvSpPr>
          <p:spPr bwMode="auto">
            <a:xfrm>
              <a:off x="2327" y="2665"/>
              <a:ext cx="346" cy="28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8180" name="Line 54">
              <a:extLst>
                <a:ext uri="{FF2B5EF4-FFF2-40B4-BE49-F238E27FC236}">
                  <a16:creationId xmlns:a16="http://schemas.microsoft.com/office/drawing/2014/main" id="{11E475B3-7FA3-BF47-F3CF-E3E3B9EE1093}"/>
                </a:ext>
              </a:extLst>
            </p:cNvPr>
            <p:cNvSpPr>
              <a:spLocks noChangeShapeType="1"/>
            </p:cNvSpPr>
            <p:nvPr/>
          </p:nvSpPr>
          <p:spPr bwMode="auto">
            <a:xfrm>
              <a:off x="2208" y="2496"/>
              <a:ext cx="24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48181" name="Line 55">
              <a:extLst>
                <a:ext uri="{FF2B5EF4-FFF2-40B4-BE49-F238E27FC236}">
                  <a16:creationId xmlns:a16="http://schemas.microsoft.com/office/drawing/2014/main" id="{5EF9BA44-C25B-4404-F88A-7322AFCA16E0}"/>
                </a:ext>
              </a:extLst>
            </p:cNvPr>
            <p:cNvSpPr>
              <a:spLocks noChangeShapeType="1"/>
            </p:cNvSpPr>
            <p:nvPr/>
          </p:nvSpPr>
          <p:spPr bwMode="auto">
            <a:xfrm>
              <a:off x="2208" y="2832"/>
              <a:ext cx="24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103" name="Footer Placeholder 4">
            <a:extLst>
              <a:ext uri="{FF2B5EF4-FFF2-40B4-BE49-F238E27FC236}">
                <a16:creationId xmlns:a16="http://schemas.microsoft.com/office/drawing/2014/main" id="{F0417F2A-DE47-A590-D3B2-1442BE10702C}"/>
              </a:ext>
            </a:extLst>
          </p:cNvPr>
          <p:cNvSpPr>
            <a:spLocks noGrp="1"/>
          </p:cNvSpPr>
          <p:nvPr>
            <p:ph type="ftr" sz="quarter" idx="11"/>
          </p:nvPr>
        </p:nvSpPr>
        <p:spPr>
          <a:xfrm>
            <a:off x="-193675" y="6454775"/>
            <a:ext cx="2895600" cy="457200"/>
          </a:xfrm>
        </p:spPr>
        <p:txBody>
          <a:bodyPr/>
          <a:lstStyle/>
          <a:p>
            <a:pPr>
              <a:defRPr/>
            </a:pPr>
            <a:r>
              <a:rPr lang="en-US" dirty="0">
                <a:solidFill>
                  <a:schemeClr val="bg1">
                    <a:lumMod val="50000"/>
                  </a:schemeClr>
                </a:solidFill>
              </a:rPr>
              <a:t>http://numericalmethods.eng.usf.edu</a:t>
            </a:r>
          </a:p>
        </p:txBody>
      </p:sp>
    </p:spTree>
  </p:cSld>
  <p:clrMapOvr>
    <a:masterClrMapping/>
  </p:clrMapOvr>
  <p:transition spd="slow">
    <p:split orient="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E3DF7-6FAB-203D-B0B6-208D40F62F6C}"/>
              </a:ext>
            </a:extLst>
          </p:cNvPr>
          <p:cNvSpPr>
            <a:spLocks noGrp="1"/>
          </p:cNvSpPr>
          <p:nvPr>
            <p:ph type="title"/>
          </p:nvPr>
        </p:nvSpPr>
        <p:spPr/>
        <p:txBody>
          <a:bodyPr>
            <a:normAutofit fontScale="90000"/>
          </a:bodyPr>
          <a:lstStyle/>
          <a:p>
            <a:pPr>
              <a:defRPr/>
            </a:pPr>
            <a:r>
              <a:rPr lang="en-US" sz="3100" dirty="0"/>
              <a:t>Example</a:t>
            </a:r>
            <a:r>
              <a:rPr lang="en-US" dirty="0"/>
              <a:t>: Polynomial Regression</a:t>
            </a:r>
          </a:p>
        </p:txBody>
      </p:sp>
      <p:sp>
        <p:nvSpPr>
          <p:cNvPr id="49155" name="Slide Number Placeholder 3">
            <a:extLst>
              <a:ext uri="{FF2B5EF4-FFF2-40B4-BE49-F238E27FC236}">
                <a16:creationId xmlns:a16="http://schemas.microsoft.com/office/drawing/2014/main" id="{2ABB20A9-32E0-D2EE-414E-B67224E20B6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A866D9D-CD9A-43F7-B6F6-1FBCF74C7BD5}" type="slidenum">
              <a:rPr lang="en-US" altLang="en-US" sz="1200" smtClean="0">
                <a:solidFill>
                  <a:srgbClr val="898989"/>
                </a:solidFill>
              </a:rPr>
              <a:pPr>
                <a:spcBef>
                  <a:spcPct val="0"/>
                </a:spcBef>
                <a:buFontTx/>
                <a:buNone/>
              </a:pPr>
              <a:t>35</a:t>
            </a:fld>
            <a:endParaRPr lang="en-US" altLang="en-US" sz="1200">
              <a:solidFill>
                <a:srgbClr val="898989"/>
              </a:solidFill>
            </a:endParaRPr>
          </a:p>
        </p:txBody>
      </p:sp>
      <p:pic>
        <p:nvPicPr>
          <p:cNvPr id="49156" name="Picture 5">
            <a:extLst>
              <a:ext uri="{FF2B5EF4-FFF2-40B4-BE49-F238E27FC236}">
                <a16:creationId xmlns:a16="http://schemas.microsoft.com/office/drawing/2014/main" id="{BB8E8B23-CD51-7CC1-CE10-EDB2A47EBC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524000"/>
            <a:ext cx="6972300" cy="503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plit orient="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Slide Number Placeholder 3">
            <a:extLst>
              <a:ext uri="{FF2B5EF4-FFF2-40B4-BE49-F238E27FC236}">
                <a16:creationId xmlns:a16="http://schemas.microsoft.com/office/drawing/2014/main" id="{3C40C2CE-B6A1-0B9B-B667-079768EF348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AEB47E4-61E5-4EDC-8C51-85B2E95C589A}" type="slidenum">
              <a:rPr lang="en-US" altLang="en-US" sz="1200" smtClean="0">
                <a:solidFill>
                  <a:srgbClr val="898989"/>
                </a:solidFill>
              </a:rPr>
              <a:pPr>
                <a:spcBef>
                  <a:spcPct val="0"/>
                </a:spcBef>
                <a:buFontTx/>
                <a:buNone/>
              </a:pPr>
              <a:t>36</a:t>
            </a:fld>
            <a:endParaRPr lang="en-US" altLang="en-US" sz="1200">
              <a:solidFill>
                <a:srgbClr val="898989"/>
              </a:solidFill>
            </a:endParaRPr>
          </a:p>
        </p:txBody>
      </p:sp>
      <p:sp>
        <p:nvSpPr>
          <p:cNvPr id="7" name="Title 4">
            <a:extLst>
              <a:ext uri="{FF2B5EF4-FFF2-40B4-BE49-F238E27FC236}">
                <a16:creationId xmlns:a16="http://schemas.microsoft.com/office/drawing/2014/main" id="{CE4702B5-614D-6C43-7D8C-47F477E2F481}"/>
              </a:ext>
            </a:extLst>
          </p:cNvPr>
          <p:cNvSpPr txBox="1">
            <a:spLocks/>
          </p:cNvSpPr>
          <p:nvPr/>
        </p:nvSpPr>
        <p:spPr bwMode="auto">
          <a:xfrm>
            <a:off x="903288" y="2667001"/>
            <a:ext cx="7772400" cy="685799"/>
          </a:xfrm>
          <a:prstGeom prst="rect">
            <a:avLst/>
          </a:prstGeom>
          <a:noFill/>
          <a:ln>
            <a:noFill/>
          </a:ln>
        </p:spPr>
        <p:txBody>
          <a:bodyPr/>
          <a:lstStyle>
            <a:lvl1pPr algn="l" rtl="0" eaLnBrk="0" fontAlgn="base" hangingPunct="0">
              <a:spcBef>
                <a:spcPct val="0"/>
              </a:spcBef>
              <a:spcAft>
                <a:spcPct val="0"/>
              </a:spcAft>
              <a:defRPr sz="4000" b="1" kern="1200" cap="all">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ctr">
              <a:defRPr/>
            </a:pPr>
            <a:r>
              <a:rPr lang="en-US" dirty="0"/>
              <a:t>Regression Model Evaluation</a:t>
            </a:r>
          </a:p>
        </p:txBody>
      </p:sp>
    </p:spTree>
    <p:extLst>
      <p:ext uri="{BB962C8B-B14F-4D97-AF65-F5344CB8AC3E}">
        <p14:creationId xmlns:p14="http://schemas.microsoft.com/office/powerpoint/2010/main" val="2826762269"/>
      </p:ext>
    </p:extLst>
  </p:cSld>
  <p:clrMapOvr>
    <a:masterClrMapping/>
  </p:clrMapOvr>
  <p:transition spd="slow">
    <p:split orient="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7EEC0E-5879-E9E8-2A31-4247028CD66F}"/>
              </a:ext>
            </a:extLst>
          </p:cNvPr>
          <p:cNvSpPr>
            <a:spLocks noGrp="1"/>
          </p:cNvSpPr>
          <p:nvPr>
            <p:ph type="title"/>
          </p:nvPr>
        </p:nvSpPr>
        <p:spPr/>
        <p:txBody>
          <a:bodyPr/>
          <a:lstStyle/>
          <a:p>
            <a:r>
              <a:rPr lang="en-US" dirty="0"/>
              <a:t>Mean Squared Error (MSE)</a:t>
            </a:r>
          </a:p>
        </p:txBody>
      </p:sp>
      <p:sp>
        <p:nvSpPr>
          <p:cNvPr id="4" name="Slide Number Placeholder 3">
            <a:extLst>
              <a:ext uri="{FF2B5EF4-FFF2-40B4-BE49-F238E27FC236}">
                <a16:creationId xmlns:a16="http://schemas.microsoft.com/office/drawing/2014/main" id="{4714086C-A4E9-C402-5DF1-F2EC014F32AD}"/>
              </a:ext>
            </a:extLst>
          </p:cNvPr>
          <p:cNvSpPr>
            <a:spLocks noGrp="1"/>
          </p:cNvSpPr>
          <p:nvPr>
            <p:ph type="sldNum" sz="quarter" idx="12"/>
          </p:nvPr>
        </p:nvSpPr>
        <p:spPr/>
        <p:txBody>
          <a:bodyPr/>
          <a:lstStyle/>
          <a:p>
            <a:pPr>
              <a:defRPr/>
            </a:pPr>
            <a:fld id="{CFD5A8D0-323C-4EB7-9C44-704378A650AF}" type="slidenum">
              <a:rPr lang="en-US" altLang="en-US" smtClean="0"/>
              <a:pPr>
                <a:defRPr/>
              </a:pPr>
              <a:t>37</a:t>
            </a:fld>
            <a:endParaRPr lang="en-US" altLang="en-US"/>
          </a:p>
        </p:txBody>
      </p:sp>
      <p:pic>
        <p:nvPicPr>
          <p:cNvPr id="7" name="Picture 2" descr="SUBOPTIMaL - Mean Squared Error (MSE)">
            <a:extLst>
              <a:ext uri="{FF2B5EF4-FFF2-40B4-BE49-F238E27FC236}">
                <a16:creationId xmlns:a16="http://schemas.microsoft.com/office/drawing/2014/main" id="{908DA568-437E-63EA-74EA-6DD9A165BD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3515" y="1828800"/>
            <a:ext cx="6614160" cy="37204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2607787"/>
      </p:ext>
    </p:extLst>
  </p:cSld>
  <p:clrMapOvr>
    <a:masterClrMapping/>
  </p:clrMapOvr>
  <p:transition spd="slow">
    <p:split orient="ver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7EEC0E-5879-E9E8-2A31-4247028CD66F}"/>
              </a:ext>
            </a:extLst>
          </p:cNvPr>
          <p:cNvSpPr>
            <a:spLocks noGrp="1"/>
          </p:cNvSpPr>
          <p:nvPr>
            <p:ph type="title"/>
          </p:nvPr>
        </p:nvSpPr>
        <p:spPr/>
        <p:txBody>
          <a:bodyPr>
            <a:normAutofit fontScale="90000"/>
          </a:bodyPr>
          <a:lstStyle/>
          <a:p>
            <a:r>
              <a:rPr lang="en-US" dirty="0"/>
              <a:t>Root Mean Squared Error (RMSE)</a:t>
            </a:r>
          </a:p>
        </p:txBody>
      </p:sp>
      <p:sp>
        <p:nvSpPr>
          <p:cNvPr id="4" name="Slide Number Placeholder 3">
            <a:extLst>
              <a:ext uri="{FF2B5EF4-FFF2-40B4-BE49-F238E27FC236}">
                <a16:creationId xmlns:a16="http://schemas.microsoft.com/office/drawing/2014/main" id="{4714086C-A4E9-C402-5DF1-F2EC014F32AD}"/>
              </a:ext>
            </a:extLst>
          </p:cNvPr>
          <p:cNvSpPr>
            <a:spLocks noGrp="1"/>
          </p:cNvSpPr>
          <p:nvPr>
            <p:ph type="sldNum" sz="quarter" idx="12"/>
          </p:nvPr>
        </p:nvSpPr>
        <p:spPr/>
        <p:txBody>
          <a:bodyPr/>
          <a:lstStyle/>
          <a:p>
            <a:pPr>
              <a:defRPr/>
            </a:pPr>
            <a:fld id="{CFD5A8D0-323C-4EB7-9C44-704378A650AF}" type="slidenum">
              <a:rPr lang="en-US" altLang="en-US" smtClean="0"/>
              <a:pPr>
                <a:defRPr/>
              </a:pPr>
              <a:t>38</a:t>
            </a:fld>
            <a:endParaRPr lang="en-US" altLang="en-US"/>
          </a:p>
        </p:txBody>
      </p:sp>
      <p:pic>
        <p:nvPicPr>
          <p:cNvPr id="2" name="Picture 2" descr="Root-Mean-Square Error in R Programming - GeeksforGeeks">
            <a:extLst>
              <a:ext uri="{FF2B5EF4-FFF2-40B4-BE49-F238E27FC236}">
                <a16:creationId xmlns:a16="http://schemas.microsoft.com/office/drawing/2014/main" id="{04B5D170-E244-C952-9BF1-BCDF38B9F0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286000"/>
            <a:ext cx="7780973" cy="2600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7617662"/>
      </p:ext>
    </p:extLst>
  </p:cSld>
  <p:clrMapOvr>
    <a:masterClrMapping/>
  </p:clrMapOvr>
  <p:transition spd="slow">
    <p:split orient="ver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7EEC0E-5879-E9E8-2A31-4247028CD66F}"/>
              </a:ext>
            </a:extLst>
          </p:cNvPr>
          <p:cNvSpPr>
            <a:spLocks noGrp="1"/>
          </p:cNvSpPr>
          <p:nvPr>
            <p:ph type="title"/>
          </p:nvPr>
        </p:nvSpPr>
        <p:spPr/>
        <p:txBody>
          <a:bodyPr>
            <a:normAutofit/>
          </a:bodyPr>
          <a:lstStyle/>
          <a:p>
            <a:r>
              <a:rPr lang="en-US" dirty="0"/>
              <a:t>Mean Absolute Error (MAE)</a:t>
            </a:r>
          </a:p>
        </p:txBody>
      </p:sp>
      <p:sp>
        <p:nvSpPr>
          <p:cNvPr id="4" name="Slide Number Placeholder 3">
            <a:extLst>
              <a:ext uri="{FF2B5EF4-FFF2-40B4-BE49-F238E27FC236}">
                <a16:creationId xmlns:a16="http://schemas.microsoft.com/office/drawing/2014/main" id="{4714086C-A4E9-C402-5DF1-F2EC014F32AD}"/>
              </a:ext>
            </a:extLst>
          </p:cNvPr>
          <p:cNvSpPr>
            <a:spLocks noGrp="1"/>
          </p:cNvSpPr>
          <p:nvPr>
            <p:ph type="sldNum" sz="quarter" idx="12"/>
          </p:nvPr>
        </p:nvSpPr>
        <p:spPr/>
        <p:txBody>
          <a:bodyPr/>
          <a:lstStyle/>
          <a:p>
            <a:pPr>
              <a:defRPr/>
            </a:pPr>
            <a:fld id="{CFD5A8D0-323C-4EB7-9C44-704378A650AF}" type="slidenum">
              <a:rPr lang="en-US" altLang="en-US" smtClean="0"/>
              <a:pPr>
                <a:defRPr/>
              </a:pPr>
              <a:t>39</a:t>
            </a:fld>
            <a:endParaRPr lang="en-US" altLang="en-US"/>
          </a:p>
        </p:txBody>
      </p:sp>
      <p:pic>
        <p:nvPicPr>
          <p:cNvPr id="3" name="Picture 2" descr="python - Mean absolute error in TensorFlow without built-in functions -  Stack Overflow">
            <a:extLst>
              <a:ext uri="{FF2B5EF4-FFF2-40B4-BE49-F238E27FC236}">
                <a16:creationId xmlns:a16="http://schemas.microsoft.com/office/drawing/2014/main" id="{EB3A2AA0-7948-203C-EAE0-9F264B2968F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059"/>
          <a:stretch/>
        </p:blipFill>
        <p:spPr bwMode="auto">
          <a:xfrm>
            <a:off x="685800" y="1905000"/>
            <a:ext cx="8077200" cy="3869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5859710"/>
      </p:ext>
    </p:extLst>
  </p:cSld>
  <p:clrMapOvr>
    <a:masterClrMapping/>
  </p:clrMapOvr>
  <p:transition spd="slow">
    <p:split orient="ver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7EEC0E-5879-E9E8-2A31-4247028CD66F}"/>
              </a:ext>
            </a:extLst>
          </p:cNvPr>
          <p:cNvSpPr>
            <a:spLocks noGrp="1"/>
          </p:cNvSpPr>
          <p:nvPr>
            <p:ph type="title"/>
          </p:nvPr>
        </p:nvSpPr>
        <p:spPr/>
        <p:txBody>
          <a:bodyPr>
            <a:normAutofit fontScale="90000"/>
          </a:bodyPr>
          <a:lstStyle/>
          <a:p>
            <a:r>
              <a:rPr lang="en-US" dirty="0"/>
              <a:t>Mean Absolute Percentage Error (MAPE)</a:t>
            </a:r>
          </a:p>
        </p:txBody>
      </p:sp>
      <p:sp>
        <p:nvSpPr>
          <p:cNvPr id="4" name="Slide Number Placeholder 3">
            <a:extLst>
              <a:ext uri="{FF2B5EF4-FFF2-40B4-BE49-F238E27FC236}">
                <a16:creationId xmlns:a16="http://schemas.microsoft.com/office/drawing/2014/main" id="{4714086C-A4E9-C402-5DF1-F2EC014F32AD}"/>
              </a:ext>
            </a:extLst>
          </p:cNvPr>
          <p:cNvSpPr>
            <a:spLocks noGrp="1"/>
          </p:cNvSpPr>
          <p:nvPr>
            <p:ph type="sldNum" sz="quarter" idx="12"/>
          </p:nvPr>
        </p:nvSpPr>
        <p:spPr/>
        <p:txBody>
          <a:bodyPr/>
          <a:lstStyle/>
          <a:p>
            <a:pPr>
              <a:defRPr/>
            </a:pPr>
            <a:fld id="{CFD5A8D0-323C-4EB7-9C44-704378A650AF}" type="slidenum">
              <a:rPr lang="en-US" altLang="en-US" smtClean="0"/>
              <a:pPr>
                <a:defRPr/>
              </a:pPr>
              <a:t>40</a:t>
            </a:fld>
            <a:endParaRPr lang="en-US" altLang="en-US"/>
          </a:p>
        </p:txBody>
      </p:sp>
      <p:pic>
        <p:nvPicPr>
          <p:cNvPr id="2" name="Picture 2" descr="Dataquest : Tutorial: Understanding Linear Regression and Regression Error  Metrics">
            <a:extLst>
              <a:ext uri="{FF2B5EF4-FFF2-40B4-BE49-F238E27FC236}">
                <a16:creationId xmlns:a16="http://schemas.microsoft.com/office/drawing/2014/main" id="{CBF95CC3-A4ED-7A2F-BB93-FF4A7A354D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423340"/>
            <a:ext cx="8153400" cy="2927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6477811"/>
      </p:ext>
    </p:extLst>
  </p:cSld>
  <p:clrMapOvr>
    <a:masterClrMapping/>
  </p:clrMapOvr>
  <p:transition spd="slow">
    <p:split orient="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7EEC0E-5879-E9E8-2A31-4247028CD66F}"/>
              </a:ext>
            </a:extLst>
          </p:cNvPr>
          <p:cNvSpPr>
            <a:spLocks noGrp="1"/>
          </p:cNvSpPr>
          <p:nvPr>
            <p:ph type="title"/>
          </p:nvPr>
        </p:nvSpPr>
        <p:spPr/>
        <p:txBody>
          <a:bodyPr>
            <a:normAutofit fontScale="90000"/>
          </a:bodyPr>
          <a:lstStyle/>
          <a:p>
            <a:r>
              <a:rPr lang="en-US" dirty="0"/>
              <a:t>Coefficient of Determination (R</a:t>
            </a:r>
            <a:r>
              <a:rPr lang="en-US" baseline="30000" dirty="0"/>
              <a:t>2</a:t>
            </a:r>
            <a:r>
              <a:rPr lang="en-US" dirty="0"/>
              <a:t>)</a:t>
            </a:r>
          </a:p>
        </p:txBody>
      </p:sp>
      <p:sp>
        <p:nvSpPr>
          <p:cNvPr id="4" name="Slide Number Placeholder 3">
            <a:extLst>
              <a:ext uri="{FF2B5EF4-FFF2-40B4-BE49-F238E27FC236}">
                <a16:creationId xmlns:a16="http://schemas.microsoft.com/office/drawing/2014/main" id="{4714086C-A4E9-C402-5DF1-F2EC014F32AD}"/>
              </a:ext>
            </a:extLst>
          </p:cNvPr>
          <p:cNvSpPr>
            <a:spLocks noGrp="1"/>
          </p:cNvSpPr>
          <p:nvPr>
            <p:ph type="sldNum" sz="quarter" idx="12"/>
          </p:nvPr>
        </p:nvSpPr>
        <p:spPr/>
        <p:txBody>
          <a:bodyPr/>
          <a:lstStyle/>
          <a:p>
            <a:pPr>
              <a:defRPr/>
            </a:pPr>
            <a:fld id="{CFD5A8D0-323C-4EB7-9C44-704378A650AF}" type="slidenum">
              <a:rPr lang="en-US" altLang="en-US" smtClean="0"/>
              <a:pPr>
                <a:defRPr/>
              </a:pPr>
              <a:t>41</a:t>
            </a:fld>
            <a:endParaRPr lang="en-US" altLang="en-US"/>
          </a:p>
        </p:txBody>
      </p:sp>
      <p:pic>
        <p:nvPicPr>
          <p:cNvPr id="3" name="Picture 2" descr="What is the Coefficient of Determination | R Square – Data Science Duniya">
            <a:extLst>
              <a:ext uri="{FF2B5EF4-FFF2-40B4-BE49-F238E27FC236}">
                <a16:creationId xmlns:a16="http://schemas.microsoft.com/office/drawing/2014/main" id="{B3C17947-11A4-613C-3064-96366816DD1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669" b="16748"/>
          <a:stretch/>
        </p:blipFill>
        <p:spPr bwMode="auto">
          <a:xfrm>
            <a:off x="575101" y="2088991"/>
            <a:ext cx="7837170" cy="38722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2811701"/>
      </p:ext>
    </p:extLst>
  </p:cSld>
  <p:clrMapOvr>
    <a:masterClrMapping/>
  </p:clrMapOvr>
  <p:transition spd="slow">
    <p:split orient="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B74AAFF7-4699-2756-1656-C53610B25177}"/>
              </a:ext>
            </a:extLst>
          </p:cNvPr>
          <p:cNvSpPr>
            <a:spLocks noGrp="1"/>
          </p:cNvSpPr>
          <p:nvPr>
            <p:ph type="title"/>
          </p:nvPr>
        </p:nvSpPr>
        <p:spPr/>
        <p:txBody>
          <a:bodyPr/>
          <a:lstStyle/>
          <a:p>
            <a:r>
              <a:rPr lang="en-US" altLang="en-US">
                <a:latin typeface="Open Sans" pitchFamily="34" charset="0"/>
              </a:rPr>
              <a:t>References</a:t>
            </a:r>
          </a:p>
        </p:txBody>
      </p:sp>
      <p:sp>
        <p:nvSpPr>
          <p:cNvPr id="63491" name="Content Placeholder 2">
            <a:extLst>
              <a:ext uri="{FF2B5EF4-FFF2-40B4-BE49-F238E27FC236}">
                <a16:creationId xmlns:a16="http://schemas.microsoft.com/office/drawing/2014/main" id="{AE5DA283-4AA1-4088-F09B-8E1559FE798A}"/>
              </a:ext>
            </a:extLst>
          </p:cNvPr>
          <p:cNvSpPr>
            <a:spLocks noGrp="1"/>
          </p:cNvSpPr>
          <p:nvPr>
            <p:ph idx="1"/>
          </p:nvPr>
        </p:nvSpPr>
        <p:spPr/>
        <p:txBody>
          <a:bodyPr/>
          <a:lstStyle/>
          <a:p>
            <a:pPr>
              <a:lnSpc>
                <a:spcPct val="115000"/>
              </a:lnSpc>
              <a:spcBef>
                <a:spcPct val="0"/>
              </a:spcBef>
              <a:buFont typeface="Calibri" panose="020F0502020204030204" pitchFamily="34" charset="0"/>
              <a:buAutoNum type="arabicPeriod"/>
            </a:pPr>
            <a:r>
              <a:rPr lang="en-US" altLang="en-US" sz="2000">
                <a:latin typeface="Arial" panose="020B0604020202020204" pitchFamily="34" charset="0"/>
                <a:ea typeface="Calibri" panose="020F0502020204030204" pitchFamily="34" charset="0"/>
                <a:cs typeface="Times New Roman" panose="02020603050405020304" pitchFamily="18" charset="0"/>
              </a:rPr>
              <a:t>Bishop, C. M. (2006). </a:t>
            </a:r>
            <a:r>
              <a:rPr lang="en-US" altLang="en-US" sz="2000" i="1">
                <a:latin typeface="Arial" panose="020B0604020202020204" pitchFamily="34" charset="0"/>
                <a:ea typeface="Calibri" panose="020F0502020204030204" pitchFamily="34" charset="0"/>
                <a:cs typeface="Times New Roman" panose="02020603050405020304" pitchFamily="18" charset="0"/>
              </a:rPr>
              <a:t>Pattern recognition and machine learning</a:t>
            </a:r>
            <a:r>
              <a:rPr lang="en-US" altLang="en-US" sz="2000">
                <a:latin typeface="Arial" panose="020B0604020202020204" pitchFamily="34" charset="0"/>
                <a:ea typeface="Calibri" panose="020F0502020204030204" pitchFamily="34" charset="0"/>
                <a:cs typeface="Times New Roman" panose="02020603050405020304" pitchFamily="18" charset="0"/>
              </a:rPr>
              <a:t>. springer.</a:t>
            </a:r>
            <a:endParaRPr lang="en-US" altLang="en-US" sz="200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Bef>
                <a:spcPct val="0"/>
              </a:spcBef>
              <a:buFont typeface="Calibri" panose="020F0502020204030204" pitchFamily="34" charset="0"/>
              <a:buAutoNum type="arabicPeriod"/>
            </a:pPr>
            <a:r>
              <a:rPr lang="en-US" altLang="en-US" sz="2000">
                <a:latin typeface="Arial" panose="020B0604020202020204" pitchFamily="34" charset="0"/>
                <a:ea typeface="Calibri" panose="020F0502020204030204" pitchFamily="34" charset="0"/>
                <a:cs typeface="Times New Roman" panose="02020603050405020304" pitchFamily="18" charset="0"/>
              </a:rPr>
              <a:t>Mitchell, Tom M. (1997). </a:t>
            </a:r>
            <a:r>
              <a:rPr lang="en-US" altLang="en-US" sz="2000" i="1">
                <a:latin typeface="Arial" panose="020B0604020202020204" pitchFamily="34" charset="0"/>
                <a:ea typeface="Calibri" panose="020F0502020204030204" pitchFamily="34" charset="0"/>
                <a:cs typeface="Times New Roman" panose="02020603050405020304" pitchFamily="18" charset="0"/>
              </a:rPr>
              <a:t>Machine learning. </a:t>
            </a:r>
            <a:r>
              <a:rPr lang="en-US" altLang="en-US" sz="2000">
                <a:latin typeface="Arial" panose="020B0604020202020204" pitchFamily="34" charset="0"/>
                <a:ea typeface="Calibri" panose="020F0502020204030204" pitchFamily="34" charset="0"/>
                <a:cs typeface="Times New Roman" panose="02020603050405020304" pitchFamily="18" charset="0"/>
              </a:rPr>
              <a:t>McGraw Hill.</a:t>
            </a:r>
            <a:endParaRPr lang="en-US" altLang="en-US" sz="200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Bef>
                <a:spcPct val="0"/>
              </a:spcBef>
              <a:buFont typeface="Calibri" panose="020F0502020204030204" pitchFamily="34" charset="0"/>
              <a:buAutoNum type="arabicPeriod"/>
            </a:pPr>
            <a:r>
              <a:rPr lang="en-US" altLang="en-US" sz="2000">
                <a:latin typeface="Arial" panose="020B0604020202020204" pitchFamily="34" charset="0"/>
                <a:ea typeface="Calibri" panose="020F0502020204030204" pitchFamily="34" charset="0"/>
                <a:cs typeface="Times New Roman" panose="02020603050405020304" pitchFamily="18" charset="0"/>
              </a:rPr>
              <a:t>Flach, P. (2012). </a:t>
            </a:r>
            <a:r>
              <a:rPr lang="en-US" altLang="en-US" sz="2000" i="1">
                <a:latin typeface="Arial" panose="020B0604020202020204" pitchFamily="34" charset="0"/>
                <a:ea typeface="Calibri" panose="020F0502020204030204" pitchFamily="34" charset="0"/>
                <a:cs typeface="Times New Roman" panose="02020603050405020304" pitchFamily="18" charset="0"/>
              </a:rPr>
              <a:t>Machine learning: the art and science of algorithms that make sense of data</a:t>
            </a:r>
            <a:r>
              <a:rPr lang="en-US" altLang="en-US" sz="2000">
                <a:latin typeface="Arial" panose="020B0604020202020204" pitchFamily="34" charset="0"/>
                <a:ea typeface="Calibri" panose="020F0502020204030204" pitchFamily="34" charset="0"/>
                <a:cs typeface="Times New Roman" panose="02020603050405020304" pitchFamily="18" charset="0"/>
              </a:rPr>
              <a:t>. Cambridge University Press.</a:t>
            </a:r>
            <a:endParaRPr lang="en-US" altLang="en-US" sz="200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Bef>
                <a:spcPct val="0"/>
              </a:spcBef>
              <a:buFont typeface="Calibri" panose="020F0502020204030204" pitchFamily="34" charset="0"/>
              <a:buAutoNum type="arabicPeriod"/>
            </a:pPr>
            <a:r>
              <a:rPr lang="en-US" altLang="en-US" sz="2000">
                <a:latin typeface="Arial" panose="020B0604020202020204" pitchFamily="34" charset="0"/>
                <a:ea typeface="Calibri" panose="020F0502020204030204" pitchFamily="34" charset="0"/>
                <a:cs typeface="Times New Roman" panose="02020603050405020304" pitchFamily="18" charset="0"/>
              </a:rPr>
              <a:t>Harrington, P. (2012). </a:t>
            </a:r>
            <a:r>
              <a:rPr lang="en-US" altLang="en-US" sz="2000" i="1">
                <a:latin typeface="Arial" panose="020B0604020202020204" pitchFamily="34" charset="0"/>
                <a:ea typeface="Calibri" panose="020F0502020204030204" pitchFamily="34" charset="0"/>
                <a:cs typeface="Times New Roman" panose="02020603050405020304" pitchFamily="18" charset="0"/>
              </a:rPr>
              <a:t>Machine learning in action</a:t>
            </a:r>
            <a:r>
              <a:rPr lang="en-US" altLang="en-US" sz="2000">
                <a:latin typeface="Arial" panose="020B0604020202020204" pitchFamily="34" charset="0"/>
                <a:ea typeface="Calibri" panose="020F0502020204030204" pitchFamily="34" charset="0"/>
                <a:cs typeface="Times New Roman" panose="02020603050405020304" pitchFamily="18" charset="0"/>
              </a:rPr>
              <a:t>. Manning Publications Co..</a:t>
            </a:r>
            <a:endParaRPr lang="en-US" altLang="en-US" sz="2000">
              <a:latin typeface="Calibri" panose="020F0502020204030204" pitchFamily="34" charset="0"/>
              <a:ea typeface="Calibri" panose="020F0502020204030204" pitchFamily="34" charset="0"/>
              <a:cs typeface="Times New Roman" panose="02020603050405020304" pitchFamily="18" charset="0"/>
            </a:endParaRPr>
          </a:p>
          <a:p>
            <a:endParaRPr lang="en-US" altLang="en-US" sz="3200">
              <a:latin typeface="Open Sans" pitchFamily="34" charset="0"/>
              <a:ea typeface="Calibri" panose="020F0502020204030204" pitchFamily="34" charset="0"/>
              <a:cs typeface="Times New Roman" panose="02020603050405020304" pitchFamily="18" charset="0"/>
            </a:endParaRPr>
          </a:p>
        </p:txBody>
      </p:sp>
      <p:sp>
        <p:nvSpPr>
          <p:cNvPr id="63492" name="Slide Number Placeholder 3">
            <a:extLst>
              <a:ext uri="{FF2B5EF4-FFF2-40B4-BE49-F238E27FC236}">
                <a16:creationId xmlns:a16="http://schemas.microsoft.com/office/drawing/2014/main" id="{5EE3F2A0-D989-9DE6-7BCE-A44BDE65584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4EB548F-BB15-459B-8495-48FD3E976717}" type="slidenum">
              <a:rPr lang="en-US" altLang="en-US" sz="1200" smtClean="0">
                <a:solidFill>
                  <a:srgbClr val="898989"/>
                </a:solidFill>
              </a:rPr>
              <a:pPr>
                <a:spcBef>
                  <a:spcPct val="0"/>
                </a:spcBef>
                <a:buFontTx/>
                <a:buNone/>
              </a:pPr>
              <a:t>42</a:t>
            </a:fld>
            <a:endParaRPr lang="en-US" altLang="en-US" sz="1200">
              <a:solidFill>
                <a:srgbClr val="898989"/>
              </a:solidFill>
            </a:endParaRPr>
          </a:p>
        </p:txBody>
      </p:sp>
    </p:spTree>
  </p:cSld>
  <p:clrMapOvr>
    <a:masterClrMapping/>
  </p:clrMapOvr>
  <p:transition spd="slow">
    <p:split orient="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Number Placeholder 3">
            <a:extLst>
              <a:ext uri="{FF2B5EF4-FFF2-40B4-BE49-F238E27FC236}">
                <a16:creationId xmlns:a16="http://schemas.microsoft.com/office/drawing/2014/main" id="{12C704CC-DB18-3D5D-2683-8E1F5DF26B1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92ED578-BEA7-4269-8310-D875C2A03216}" type="slidenum">
              <a:rPr lang="en-US" altLang="en-US" sz="1200" smtClean="0">
                <a:solidFill>
                  <a:srgbClr val="898989"/>
                </a:solidFill>
              </a:rPr>
              <a:pPr>
                <a:spcBef>
                  <a:spcPct val="0"/>
                </a:spcBef>
                <a:buFontTx/>
                <a:buNone/>
              </a:pPr>
              <a:t>43</a:t>
            </a:fld>
            <a:endParaRPr lang="en-US" altLang="en-US" sz="1200">
              <a:solidFill>
                <a:srgbClr val="898989"/>
              </a:solidFill>
            </a:endParaRPr>
          </a:p>
        </p:txBody>
      </p:sp>
      <p:sp>
        <p:nvSpPr>
          <p:cNvPr id="7" name="Title 4">
            <a:extLst>
              <a:ext uri="{FF2B5EF4-FFF2-40B4-BE49-F238E27FC236}">
                <a16:creationId xmlns:a16="http://schemas.microsoft.com/office/drawing/2014/main" id="{9622E002-8067-E66F-DD8D-A4695E3643EB}"/>
              </a:ext>
            </a:extLst>
          </p:cNvPr>
          <p:cNvSpPr txBox="1">
            <a:spLocks/>
          </p:cNvSpPr>
          <p:nvPr/>
        </p:nvSpPr>
        <p:spPr bwMode="auto">
          <a:xfrm>
            <a:off x="914400" y="3048000"/>
            <a:ext cx="7772400" cy="1362075"/>
          </a:xfrm>
          <a:prstGeom prst="rect">
            <a:avLst/>
          </a:prstGeom>
          <a:noFill/>
          <a:ln>
            <a:noFill/>
          </a:ln>
        </p:spPr>
        <p:txBody>
          <a:bodyPr/>
          <a:lstStyle>
            <a:lvl1pPr algn="l" rtl="0" eaLnBrk="0" fontAlgn="base" hangingPunct="0">
              <a:spcBef>
                <a:spcPct val="0"/>
              </a:spcBef>
              <a:spcAft>
                <a:spcPct val="0"/>
              </a:spcAft>
              <a:defRPr sz="4000" b="1" kern="1200" cap="all">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ctr">
              <a:defRPr/>
            </a:pPr>
            <a:r>
              <a:rPr lang="en-US" sz="6600" dirty="0"/>
              <a:t>Q&amp;A</a:t>
            </a:r>
          </a:p>
        </p:txBody>
      </p:sp>
    </p:spTree>
  </p:cSld>
  <p:clrMapOvr>
    <a:masterClrMapping/>
  </p:clrMapOvr>
  <p:transition spd="slow">
    <p:split orient="ver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ubtitle 2">
            <a:extLst>
              <a:ext uri="{FF2B5EF4-FFF2-40B4-BE49-F238E27FC236}">
                <a16:creationId xmlns:a16="http://schemas.microsoft.com/office/drawing/2014/main" id="{7BA1D3B8-CB6E-6DF2-8EC7-D36AE0B9BCCB}"/>
              </a:ext>
            </a:extLst>
          </p:cNvPr>
          <p:cNvSpPr txBox="1">
            <a:spLocks noChangeArrowheads="1"/>
          </p:cNvSpPr>
          <p:nvPr/>
        </p:nvSpPr>
        <p:spPr bwMode="auto">
          <a:xfrm>
            <a:off x="2260600" y="4357688"/>
            <a:ext cx="6400800" cy="108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5" rIns="91428" bIns="45715"/>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buFont typeface="Arial" panose="020B0604020202020204" pitchFamily="34" charset="0"/>
              <a:buNone/>
            </a:pPr>
            <a:endParaRPr lang="en-US" altLang="en-US" sz="6300" b="1">
              <a:solidFill>
                <a:schemeClr val="bg1"/>
              </a:solidFill>
              <a:latin typeface="Edwardian Script ITC" panose="030303020407070D0804" pitchFamily="66" charset="0"/>
              <a:ea typeface="MS PGothic" panose="020B0600070205080204" pitchFamily="34" charset="-128"/>
            </a:endParaRPr>
          </a:p>
        </p:txBody>
      </p:sp>
      <p:sp>
        <p:nvSpPr>
          <p:cNvPr id="2" name="Rectangle 1">
            <a:extLst>
              <a:ext uri="{FF2B5EF4-FFF2-40B4-BE49-F238E27FC236}">
                <a16:creationId xmlns:a16="http://schemas.microsoft.com/office/drawing/2014/main" id="{5711019A-F442-4280-033D-30C8D5BC166F}"/>
              </a:ext>
            </a:extLst>
          </p:cNvPr>
          <p:cNvSpPr/>
          <p:nvPr/>
        </p:nvSpPr>
        <p:spPr>
          <a:xfrm>
            <a:off x="3581400" y="3803690"/>
            <a:ext cx="3488455" cy="1107996"/>
          </a:xfrm>
          <a:prstGeom prst="rect">
            <a:avLst/>
          </a:prstGeom>
          <a:noFill/>
        </p:spPr>
        <p:txBody>
          <a:bodyPr wrap="none">
            <a:spAutoFit/>
          </a:bodyPr>
          <a:lstStyle/>
          <a:p>
            <a:pPr algn="ctr" eaLnBrk="1" hangingPunct="1">
              <a:buFont typeface="Arial" panose="020B0604020202020204" pitchFamily="34" charset="0"/>
              <a:buNone/>
              <a:defRPr/>
            </a:pPr>
            <a:r>
              <a:rPr lang="en-US" sz="6600" b="1" i="1" dirty="0">
                <a:ln w="10160">
                  <a:solidFill>
                    <a:schemeClr val="accent5"/>
                  </a:solidFill>
                  <a:prstDash val="solid"/>
                </a:ln>
                <a:solidFill>
                  <a:srgbClr val="FFFFFF"/>
                </a:solidFill>
                <a:effectLst>
                  <a:glow rad="63500">
                    <a:schemeClr val="accent5">
                      <a:satMod val="175000"/>
                      <a:alpha val="40000"/>
                    </a:schemeClr>
                  </a:glow>
                  <a:outerShdw blurRad="38100" dist="22860" dir="5400000" algn="tl" rotWithShape="0">
                    <a:srgbClr val="000000">
                      <a:alpha val="30000"/>
                    </a:srgbClr>
                  </a:outerShdw>
                </a:effectLst>
                <a:latin typeface="Monotype Corsiva" panose="03010101010201010101" pitchFamily="66" charset="0"/>
              </a:rPr>
              <a:t>Thank You</a:t>
            </a:r>
          </a:p>
        </p:txBody>
      </p:sp>
    </p:spTree>
  </p:cSld>
  <p:clrMapOvr>
    <a:masterClrMapping/>
  </p:clrMapOvr>
  <p:transition spd="slow">
    <p:split orient="ver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3327</TotalTime>
  <Words>1512</Words>
  <Application>Microsoft Office PowerPoint</Application>
  <PresentationFormat>Tampilan Layar (4:3)</PresentationFormat>
  <Paragraphs>261</Paragraphs>
  <Slides>44</Slides>
  <Notes>10</Notes>
  <HiddenSlides>0</HiddenSlides>
  <MMClips>0</MMClips>
  <ScaleCrop>false</ScaleCrop>
  <HeadingPairs>
    <vt:vector size="8" baseType="variant">
      <vt:variant>
        <vt:lpstr>Font Dipakai</vt:lpstr>
      </vt:variant>
      <vt:variant>
        <vt:i4>11</vt:i4>
      </vt:variant>
      <vt:variant>
        <vt:lpstr>Tema</vt:lpstr>
      </vt:variant>
      <vt:variant>
        <vt:i4>1</vt:i4>
      </vt:variant>
      <vt:variant>
        <vt:lpstr>Server OLE Tertanam</vt:lpstr>
      </vt:variant>
      <vt:variant>
        <vt:i4>1</vt:i4>
      </vt:variant>
      <vt:variant>
        <vt:lpstr>Judul Slide</vt:lpstr>
      </vt:variant>
      <vt:variant>
        <vt:i4>44</vt:i4>
      </vt:variant>
    </vt:vector>
  </HeadingPairs>
  <TitlesOfParts>
    <vt:vector size="57" baseType="lpstr">
      <vt:lpstr>ＭＳ Ｐゴシック</vt:lpstr>
      <vt:lpstr>Arial</vt:lpstr>
      <vt:lpstr>Calibri</vt:lpstr>
      <vt:lpstr>Courier New</vt:lpstr>
      <vt:lpstr>Edwardian Script ITC</vt:lpstr>
      <vt:lpstr>Helvetica Neue</vt:lpstr>
      <vt:lpstr>Monotype Corsiva</vt:lpstr>
      <vt:lpstr>Open Sans</vt:lpstr>
      <vt:lpstr>Tahoma</vt:lpstr>
      <vt:lpstr>Times New Roman</vt:lpstr>
      <vt:lpstr>Wingdings</vt:lpstr>
      <vt:lpstr>Office Theme</vt:lpstr>
      <vt:lpstr>Equation</vt:lpstr>
      <vt:lpstr>Presentasi PowerPoint</vt:lpstr>
      <vt:lpstr>Learning Outcomes</vt:lpstr>
      <vt:lpstr>Topics</vt:lpstr>
      <vt:lpstr>Regression vs Classification</vt:lpstr>
      <vt:lpstr>Regression vs Classification</vt:lpstr>
      <vt:lpstr>Regression vs Classification: Algorithms</vt:lpstr>
      <vt:lpstr>Quiz</vt:lpstr>
      <vt:lpstr>Regression Analysis</vt:lpstr>
      <vt:lpstr>What is Regression?</vt:lpstr>
      <vt:lpstr>Logistic Regression</vt:lpstr>
      <vt:lpstr>Regression</vt:lpstr>
      <vt:lpstr>Simple Linear Regression (SLR)</vt:lpstr>
      <vt:lpstr>Simple Linear Regression (SLR)</vt:lpstr>
      <vt:lpstr>Case Examples of SLR</vt:lpstr>
      <vt:lpstr>SLR Example</vt:lpstr>
      <vt:lpstr>How SLR works</vt:lpstr>
      <vt:lpstr>Linear Regression Representation</vt:lpstr>
      <vt:lpstr>How to Find Fitted Line?</vt:lpstr>
      <vt:lpstr>Cost Function</vt:lpstr>
      <vt:lpstr>Parameters Estimation</vt:lpstr>
      <vt:lpstr>Prediction</vt:lpstr>
      <vt:lpstr>Multicollinearity</vt:lpstr>
      <vt:lpstr>Multicollinearity (cont.)</vt:lpstr>
      <vt:lpstr>NonLINEAR Regression</vt:lpstr>
      <vt:lpstr>Why Nonlinear Regression?</vt:lpstr>
      <vt:lpstr>Why Nonlinear Regression? (Cont.)</vt:lpstr>
      <vt:lpstr>Why Nonlinear Regression? (Cont.)</vt:lpstr>
      <vt:lpstr>Why Nonlinear Regression? (Cont.)</vt:lpstr>
      <vt:lpstr>Comparison of 3 Models</vt:lpstr>
      <vt:lpstr>How about other degree?</vt:lpstr>
      <vt:lpstr>Underfitting vs Overfitting</vt:lpstr>
      <vt:lpstr>Bias vs Variance</vt:lpstr>
      <vt:lpstr>Non-Linear Regression Models</vt:lpstr>
      <vt:lpstr>Non-Linear Regression</vt:lpstr>
      <vt:lpstr>Example: Polynomial Regression</vt:lpstr>
      <vt:lpstr>Presentasi PowerPoint</vt:lpstr>
      <vt:lpstr>Mean Squared Error (MSE)</vt:lpstr>
      <vt:lpstr>Root Mean Squared Error (RMSE)</vt:lpstr>
      <vt:lpstr>Mean Absolute Error (MAE)</vt:lpstr>
      <vt:lpstr>Mean Absolute Percentage Error (MAPE)</vt:lpstr>
      <vt:lpstr>Coefficient of Determination (R2)</vt:lpstr>
      <vt:lpstr>References</vt:lpstr>
      <vt:lpstr>Presentasi PowerPoint</vt:lpstr>
      <vt:lpstr>Presentasi PowerPoint</vt:lpstr>
    </vt:vector>
  </TitlesOfParts>
  <Company>Bina Nusantara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yy</dc:creator>
  <cp:lastModifiedBy>RAVEN KONGNANDO LASHER</cp:lastModifiedBy>
  <cp:revision>140</cp:revision>
  <dcterms:created xsi:type="dcterms:W3CDTF">2014-12-16T09:41:31Z</dcterms:created>
  <dcterms:modified xsi:type="dcterms:W3CDTF">2025-03-25T07:08:09Z</dcterms:modified>
</cp:coreProperties>
</file>