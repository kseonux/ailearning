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67"/>
  </p:notesMasterIdLst>
  <p:sldIdLst>
    <p:sldId id="256" r:id="rId2"/>
    <p:sldId id="313" r:id="rId3"/>
    <p:sldId id="311" r:id="rId4"/>
    <p:sldId id="381" r:id="rId5"/>
    <p:sldId id="383" r:id="rId6"/>
    <p:sldId id="382" r:id="rId7"/>
    <p:sldId id="384" r:id="rId8"/>
    <p:sldId id="386" r:id="rId9"/>
    <p:sldId id="387" r:id="rId10"/>
    <p:sldId id="395" r:id="rId11"/>
    <p:sldId id="385" r:id="rId12"/>
    <p:sldId id="314" r:id="rId13"/>
    <p:sldId id="388" r:id="rId14"/>
    <p:sldId id="389" r:id="rId15"/>
    <p:sldId id="390" r:id="rId16"/>
    <p:sldId id="391" r:id="rId17"/>
    <p:sldId id="392" r:id="rId18"/>
    <p:sldId id="393" r:id="rId19"/>
    <p:sldId id="396" r:id="rId20"/>
    <p:sldId id="397" r:id="rId21"/>
    <p:sldId id="398" r:id="rId22"/>
    <p:sldId id="399" r:id="rId23"/>
    <p:sldId id="394" r:id="rId24"/>
    <p:sldId id="400" r:id="rId25"/>
    <p:sldId id="401" r:id="rId26"/>
    <p:sldId id="402" r:id="rId27"/>
    <p:sldId id="403" r:id="rId28"/>
    <p:sldId id="404" r:id="rId29"/>
    <p:sldId id="405" r:id="rId30"/>
    <p:sldId id="406" r:id="rId31"/>
    <p:sldId id="407" r:id="rId32"/>
    <p:sldId id="408" r:id="rId33"/>
    <p:sldId id="409" r:id="rId34"/>
    <p:sldId id="410" r:id="rId35"/>
    <p:sldId id="411" r:id="rId36"/>
    <p:sldId id="412" r:id="rId37"/>
    <p:sldId id="413" r:id="rId38"/>
    <p:sldId id="414" r:id="rId39"/>
    <p:sldId id="417" r:id="rId40"/>
    <p:sldId id="415" r:id="rId41"/>
    <p:sldId id="418" r:id="rId42"/>
    <p:sldId id="419" r:id="rId43"/>
    <p:sldId id="416" r:id="rId44"/>
    <p:sldId id="420" r:id="rId45"/>
    <p:sldId id="421" r:id="rId46"/>
    <p:sldId id="425" r:id="rId47"/>
    <p:sldId id="423" r:id="rId48"/>
    <p:sldId id="424" r:id="rId49"/>
    <p:sldId id="422" r:id="rId50"/>
    <p:sldId id="426" r:id="rId51"/>
    <p:sldId id="427" r:id="rId52"/>
    <p:sldId id="428" r:id="rId53"/>
    <p:sldId id="429" r:id="rId54"/>
    <p:sldId id="430" r:id="rId55"/>
    <p:sldId id="431" r:id="rId56"/>
    <p:sldId id="546" r:id="rId57"/>
    <p:sldId id="564" r:id="rId58"/>
    <p:sldId id="565" r:id="rId59"/>
    <p:sldId id="566" r:id="rId60"/>
    <p:sldId id="567" r:id="rId61"/>
    <p:sldId id="568" r:id="rId62"/>
    <p:sldId id="569" r:id="rId63"/>
    <p:sldId id="380" r:id="rId64"/>
    <p:sldId id="339" r:id="rId65"/>
    <p:sldId id="379" r:id="rId66"/>
  </p:sldIdLst>
  <p:sldSz cx="9144000" cy="6858000" type="screen4x3"/>
  <p:notesSz cx="6858000" cy="9144000"/>
  <p:defaultTex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malia Zahra" initials="" lastIdx="1"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00"/>
    <a:srgbClr val="45ACEC"/>
    <a:srgbClr val="F2F89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F0DCD60-24DB-4488-AF4F-2F90C0E4C683}" v="6" dt="2023-06-11T22:28:49.25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51" d="100"/>
          <a:sy n="51" d="100"/>
        </p:scale>
        <p:origin x="1648" y="44"/>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commentAuthors" Target="commentAuthors.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microsoft.com/office/2015/10/relationships/revisionInfo" Target="revisionInfo.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71"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malia Zahra" userId="c987b9a3-8be1-4505-80f6-5a016d4ae3c7" providerId="ADAL" clId="{5F0DCD60-24DB-4488-AF4F-2F90C0E4C683}"/>
    <pc:docChg chg="modSld">
      <pc:chgData name="Amalia Zahra" userId="c987b9a3-8be1-4505-80f6-5a016d4ae3c7" providerId="ADAL" clId="{5F0DCD60-24DB-4488-AF4F-2F90C0E4C683}" dt="2023-06-11T22:28:49.251" v="21" actId="27636"/>
      <pc:docMkLst>
        <pc:docMk/>
      </pc:docMkLst>
      <pc:sldChg chg="modSp mod">
        <pc:chgData name="Amalia Zahra" userId="c987b9a3-8be1-4505-80f6-5a016d4ae3c7" providerId="ADAL" clId="{5F0DCD60-24DB-4488-AF4F-2F90C0E4C683}" dt="2023-06-11T22:27:30.749" v="1" actId="255"/>
        <pc:sldMkLst>
          <pc:docMk/>
          <pc:sldMk cId="0" sldId="313"/>
        </pc:sldMkLst>
        <pc:spChg chg="mod">
          <ac:chgData name="Amalia Zahra" userId="c987b9a3-8be1-4505-80f6-5a016d4ae3c7" providerId="ADAL" clId="{5F0DCD60-24DB-4488-AF4F-2F90C0E4C683}" dt="2023-06-11T22:27:30.749" v="1" actId="255"/>
          <ac:spMkLst>
            <pc:docMk/>
            <pc:sldMk cId="0" sldId="313"/>
            <ac:spMk id="3" creationId="{325E0F9B-0A94-5556-D517-BAF834CA7E19}"/>
          </ac:spMkLst>
        </pc:spChg>
      </pc:sldChg>
      <pc:sldChg chg="modSp mod">
        <pc:chgData name="Amalia Zahra" userId="c987b9a3-8be1-4505-80f6-5a016d4ae3c7" providerId="ADAL" clId="{5F0DCD60-24DB-4488-AF4F-2F90C0E4C683}" dt="2023-06-11T22:27:56.982" v="3" actId="255"/>
        <pc:sldMkLst>
          <pc:docMk/>
          <pc:sldMk cId="0" sldId="401"/>
        </pc:sldMkLst>
        <pc:spChg chg="mod">
          <ac:chgData name="Amalia Zahra" userId="c987b9a3-8be1-4505-80f6-5a016d4ae3c7" providerId="ADAL" clId="{5F0DCD60-24DB-4488-AF4F-2F90C0E4C683}" dt="2023-06-11T22:27:56.982" v="3" actId="255"/>
          <ac:spMkLst>
            <pc:docMk/>
            <pc:sldMk cId="0" sldId="401"/>
            <ac:spMk id="6" creationId="{0AACA4D6-49D4-5DD1-1DA5-C054C0E70732}"/>
          </ac:spMkLst>
        </pc:spChg>
      </pc:sldChg>
      <pc:sldChg chg="modSp mod">
        <pc:chgData name="Amalia Zahra" userId="c987b9a3-8be1-4505-80f6-5a016d4ae3c7" providerId="ADAL" clId="{5F0DCD60-24DB-4488-AF4F-2F90C0E4C683}" dt="2023-06-11T22:28:10.074" v="14" actId="1035"/>
        <pc:sldMkLst>
          <pc:docMk/>
          <pc:sldMk cId="0" sldId="402"/>
        </pc:sldMkLst>
        <pc:graphicFrameChg chg="mod">
          <ac:chgData name="Amalia Zahra" userId="c987b9a3-8be1-4505-80f6-5a016d4ae3c7" providerId="ADAL" clId="{5F0DCD60-24DB-4488-AF4F-2F90C0E4C683}" dt="2023-06-11T22:28:04.275" v="7" actId="1038"/>
          <ac:graphicFrameMkLst>
            <pc:docMk/>
            <pc:sldMk cId="0" sldId="402"/>
            <ac:graphicFrameMk id="32773" creationId="{36DBAAE4-646A-F4A3-8CC2-358BC9AC3DF6}"/>
          </ac:graphicFrameMkLst>
        </pc:graphicFrameChg>
        <pc:graphicFrameChg chg="mod">
          <ac:chgData name="Amalia Zahra" userId="c987b9a3-8be1-4505-80f6-5a016d4ae3c7" providerId="ADAL" clId="{5F0DCD60-24DB-4488-AF4F-2F90C0E4C683}" dt="2023-06-11T22:28:10.074" v="14" actId="1035"/>
          <ac:graphicFrameMkLst>
            <pc:docMk/>
            <pc:sldMk cId="0" sldId="402"/>
            <ac:graphicFrameMk id="32774" creationId="{C79FE912-DE31-E14D-60FC-D628F33F2296}"/>
          </ac:graphicFrameMkLst>
        </pc:graphicFrameChg>
      </pc:sldChg>
      <pc:sldChg chg="modSp mod">
        <pc:chgData name="Amalia Zahra" userId="c987b9a3-8be1-4505-80f6-5a016d4ae3c7" providerId="ADAL" clId="{5F0DCD60-24DB-4488-AF4F-2F90C0E4C683}" dt="2023-06-11T22:28:25.423" v="15" actId="404"/>
        <pc:sldMkLst>
          <pc:docMk/>
          <pc:sldMk cId="0" sldId="411"/>
        </pc:sldMkLst>
        <pc:spChg chg="mod">
          <ac:chgData name="Amalia Zahra" userId="c987b9a3-8be1-4505-80f6-5a016d4ae3c7" providerId="ADAL" clId="{5F0DCD60-24DB-4488-AF4F-2F90C0E4C683}" dt="2023-06-11T22:28:25.423" v="15" actId="404"/>
          <ac:spMkLst>
            <pc:docMk/>
            <pc:sldMk cId="0" sldId="411"/>
            <ac:spMk id="6" creationId="{D7D89C2A-32FB-AABF-0E31-6CF8C45DE0D4}"/>
          </ac:spMkLst>
        </pc:spChg>
      </pc:sldChg>
      <pc:sldChg chg="modSp">
        <pc:chgData name="Amalia Zahra" userId="c987b9a3-8be1-4505-80f6-5a016d4ae3c7" providerId="ADAL" clId="{5F0DCD60-24DB-4488-AF4F-2F90C0E4C683}" dt="2023-06-11T22:28:49.251" v="21" actId="27636"/>
        <pc:sldMkLst>
          <pc:docMk/>
          <pc:sldMk cId="0" sldId="564"/>
        </pc:sldMkLst>
        <pc:spChg chg="mod">
          <ac:chgData name="Amalia Zahra" userId="c987b9a3-8be1-4505-80f6-5a016d4ae3c7" providerId="ADAL" clId="{5F0DCD60-24DB-4488-AF4F-2F90C0E4C683}" dt="2023-06-11T22:28:49.251" v="21" actId="27636"/>
          <ac:spMkLst>
            <pc:docMk/>
            <pc:sldMk cId="0" sldId="564"/>
            <ac:spMk id="66564" creationId="{30FE3E28-BEAD-3335-3F80-999029083AE8}"/>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80006DF4-ACC6-885B-0DAF-6A5235F97F1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eaLnBrk="1" hangingPunct="1">
              <a:defRPr sz="1200"/>
            </a:lvl1pPr>
          </a:lstStyle>
          <a:p>
            <a:pPr>
              <a:defRPr/>
            </a:pPr>
            <a:endParaRPr lang="en-US"/>
          </a:p>
        </p:txBody>
      </p:sp>
      <p:sp>
        <p:nvSpPr>
          <p:cNvPr id="3" name="Date Placeholder 2">
            <a:extLst>
              <a:ext uri="{FF2B5EF4-FFF2-40B4-BE49-F238E27FC236}">
                <a16:creationId xmlns:a16="http://schemas.microsoft.com/office/drawing/2014/main" id="{495AB35F-6D4E-BDC8-BDED-6475471F56C2}"/>
              </a:ext>
            </a:extLst>
          </p:cNvPr>
          <p:cNvSpPr>
            <a:spLocks noGrp="1"/>
          </p:cNvSpPr>
          <p:nvPr>
            <p:ph type="dt" idx="1"/>
          </p:nvPr>
        </p:nvSpPr>
        <p:spPr>
          <a:xfrm>
            <a:off x="3884613" y="0"/>
            <a:ext cx="2971800" cy="458788"/>
          </a:xfrm>
          <a:prstGeom prst="rect">
            <a:avLst/>
          </a:prstGeom>
        </p:spPr>
        <p:txBody>
          <a:bodyPr vert="horz" lIns="91440" tIns="45720" rIns="91440" bIns="45720" rtlCol="0"/>
          <a:lstStyle>
            <a:lvl1pPr algn="r" eaLnBrk="1" hangingPunct="1">
              <a:defRPr sz="1200"/>
            </a:lvl1pPr>
          </a:lstStyle>
          <a:p>
            <a:pPr>
              <a:defRPr/>
            </a:pPr>
            <a:fld id="{169A7758-60B2-4AB8-9473-4776C1D6DEE9}" type="datetimeFigureOut">
              <a:rPr lang="en-US"/>
              <a:pPr>
                <a:defRPr/>
              </a:pPr>
              <a:t>6/12/2023</a:t>
            </a:fld>
            <a:endParaRPr lang="en-US"/>
          </a:p>
        </p:txBody>
      </p:sp>
      <p:sp>
        <p:nvSpPr>
          <p:cNvPr id="4" name="Slide Image Placeholder 3">
            <a:extLst>
              <a:ext uri="{FF2B5EF4-FFF2-40B4-BE49-F238E27FC236}">
                <a16:creationId xmlns:a16="http://schemas.microsoft.com/office/drawing/2014/main" id="{E651B7B6-2FB6-2444-781D-E8643DF81150}"/>
              </a:ext>
            </a:extLst>
          </p:cNvPr>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a:extLst>
              <a:ext uri="{FF2B5EF4-FFF2-40B4-BE49-F238E27FC236}">
                <a16:creationId xmlns:a16="http://schemas.microsoft.com/office/drawing/2014/main" id="{A64561AA-35E5-1219-ABD8-9080107F8B1E}"/>
              </a:ext>
            </a:extLst>
          </p:cNvPr>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a:extLst>
              <a:ext uri="{FF2B5EF4-FFF2-40B4-BE49-F238E27FC236}">
                <a16:creationId xmlns:a16="http://schemas.microsoft.com/office/drawing/2014/main" id="{551D27CE-4C45-C6F8-D9EF-7BEA2C0C432C}"/>
              </a:ext>
            </a:extLst>
          </p:cNvPr>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eaLnBrk="1" hangingPunct="1">
              <a:defRPr sz="1200"/>
            </a:lvl1pPr>
          </a:lstStyle>
          <a:p>
            <a:pPr>
              <a:defRPr/>
            </a:pPr>
            <a:endParaRPr lang="en-US"/>
          </a:p>
        </p:txBody>
      </p:sp>
      <p:sp>
        <p:nvSpPr>
          <p:cNvPr id="7" name="Slide Number Placeholder 6">
            <a:extLst>
              <a:ext uri="{FF2B5EF4-FFF2-40B4-BE49-F238E27FC236}">
                <a16:creationId xmlns:a16="http://schemas.microsoft.com/office/drawing/2014/main" id="{9BA314C8-B85D-B458-A687-125496098F73}"/>
              </a:ext>
            </a:extLst>
          </p:cNvPr>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eaLnBrk="1" hangingPunct="1">
              <a:defRPr sz="1200"/>
            </a:lvl1pPr>
          </a:lstStyle>
          <a:p>
            <a:pPr>
              <a:defRPr/>
            </a:pPr>
            <a:fld id="{0014815A-C6D7-434D-9B76-6B16B81864B7}" type="slidenum">
              <a:rPr lang="en-US"/>
              <a:pPr>
                <a:defRPr/>
              </a:pPr>
              <a:t>‹#›</a:t>
            </a:fld>
            <a:endParaRPr 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Slide Image Placeholder 1">
            <a:extLst>
              <a:ext uri="{FF2B5EF4-FFF2-40B4-BE49-F238E27FC236}">
                <a16:creationId xmlns:a16="http://schemas.microsoft.com/office/drawing/2014/main" id="{F8FC60D4-108F-F472-F9F5-933DEF89FF7D}"/>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4275" name="Notes Placeholder 2">
            <a:extLst>
              <a:ext uri="{FF2B5EF4-FFF2-40B4-BE49-F238E27FC236}">
                <a16:creationId xmlns:a16="http://schemas.microsoft.com/office/drawing/2014/main" id="{2CF30096-04EF-BA77-9596-C5DF58A03443}"/>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54276" name="Slide Number Placeholder 3">
            <a:extLst>
              <a:ext uri="{FF2B5EF4-FFF2-40B4-BE49-F238E27FC236}">
                <a16:creationId xmlns:a16="http://schemas.microsoft.com/office/drawing/2014/main" id="{26DE9844-889D-7DFB-A333-A7A56D926B15}"/>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56015BE9-6295-4150-B04F-78252954810E}" type="slidenum">
              <a:rPr lang="en-US" altLang="en-US" smtClean="0"/>
              <a:pPr/>
              <a:t>46</a:t>
            </a:fld>
            <a:endParaRPr lang="en-US"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Slide Image Placeholder 1">
            <a:extLst>
              <a:ext uri="{FF2B5EF4-FFF2-40B4-BE49-F238E27FC236}">
                <a16:creationId xmlns:a16="http://schemas.microsoft.com/office/drawing/2014/main" id="{F2D8DD84-87C3-A29B-C9F5-C099FFFB6F8F}"/>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7347" name="Notes Placeholder 2">
            <a:extLst>
              <a:ext uri="{FF2B5EF4-FFF2-40B4-BE49-F238E27FC236}">
                <a16:creationId xmlns:a16="http://schemas.microsoft.com/office/drawing/2014/main" id="{2D26E100-A1F8-37C2-076D-8B1D4B1EE0C7}"/>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a:t>BP: Blood Pressure</a:t>
            </a:r>
          </a:p>
        </p:txBody>
      </p:sp>
      <p:sp>
        <p:nvSpPr>
          <p:cNvPr id="57348" name="Slide Number Placeholder 3">
            <a:extLst>
              <a:ext uri="{FF2B5EF4-FFF2-40B4-BE49-F238E27FC236}">
                <a16:creationId xmlns:a16="http://schemas.microsoft.com/office/drawing/2014/main" id="{3C130EFC-D090-7720-1DD6-4A6FF2FE14EB}"/>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79D2FAAB-AE51-4700-BA29-6106D876901A}" type="slidenum">
              <a:rPr lang="en-US" altLang="en-US" smtClean="0"/>
              <a:pPr/>
              <a:t>48</a:t>
            </a:fld>
            <a:endParaRPr lang="en-US"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7">
            <a:extLst>
              <a:ext uri="{FF2B5EF4-FFF2-40B4-BE49-F238E27FC236}">
                <a16:creationId xmlns:a16="http://schemas.microsoft.com/office/drawing/2014/main" id="{ADE2F2F1-CA63-5F57-F6EA-7E49EFF153B5}"/>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defTabSz="931863">
              <a:defRPr>
                <a:solidFill>
                  <a:schemeClr val="tx1"/>
                </a:solidFill>
                <a:latin typeface="Arial" panose="020B0604020202020204" pitchFamily="34" charset="0"/>
              </a:defRPr>
            </a:lvl1pPr>
            <a:lvl2pPr marL="742950" indent="-285750" defTabSz="931863">
              <a:defRPr>
                <a:solidFill>
                  <a:schemeClr val="tx1"/>
                </a:solidFill>
                <a:latin typeface="Arial" panose="020B0604020202020204" pitchFamily="34" charset="0"/>
              </a:defRPr>
            </a:lvl2pPr>
            <a:lvl3pPr marL="1143000" indent="-228600" defTabSz="931863">
              <a:defRPr>
                <a:solidFill>
                  <a:schemeClr val="tx1"/>
                </a:solidFill>
                <a:latin typeface="Arial" panose="020B0604020202020204" pitchFamily="34" charset="0"/>
              </a:defRPr>
            </a:lvl3pPr>
            <a:lvl4pPr marL="1600200" indent="-228600" defTabSz="931863">
              <a:defRPr>
                <a:solidFill>
                  <a:schemeClr val="tx1"/>
                </a:solidFill>
                <a:latin typeface="Arial" panose="020B0604020202020204" pitchFamily="34" charset="0"/>
              </a:defRPr>
            </a:lvl4pPr>
            <a:lvl5pPr marL="2057400" indent="-228600" defTabSz="931863">
              <a:defRPr>
                <a:solidFill>
                  <a:schemeClr val="tx1"/>
                </a:solidFill>
                <a:latin typeface="Arial" panose="020B0604020202020204" pitchFamily="34" charset="0"/>
              </a:defRPr>
            </a:lvl5pPr>
            <a:lvl6pPr marL="2514600" indent="-228600" defTabSz="931863" eaLnBrk="0" fontAlgn="base" hangingPunct="0">
              <a:spcBef>
                <a:spcPct val="0"/>
              </a:spcBef>
              <a:spcAft>
                <a:spcPct val="0"/>
              </a:spcAft>
              <a:defRPr>
                <a:solidFill>
                  <a:schemeClr val="tx1"/>
                </a:solidFill>
                <a:latin typeface="Arial" panose="020B0604020202020204" pitchFamily="34" charset="0"/>
              </a:defRPr>
            </a:lvl6pPr>
            <a:lvl7pPr marL="2971800" indent="-228600" defTabSz="931863" eaLnBrk="0" fontAlgn="base" hangingPunct="0">
              <a:spcBef>
                <a:spcPct val="0"/>
              </a:spcBef>
              <a:spcAft>
                <a:spcPct val="0"/>
              </a:spcAft>
              <a:defRPr>
                <a:solidFill>
                  <a:schemeClr val="tx1"/>
                </a:solidFill>
                <a:latin typeface="Arial" panose="020B0604020202020204" pitchFamily="34" charset="0"/>
              </a:defRPr>
            </a:lvl7pPr>
            <a:lvl8pPr marL="3429000" indent="-228600" defTabSz="931863" eaLnBrk="0" fontAlgn="base" hangingPunct="0">
              <a:spcBef>
                <a:spcPct val="0"/>
              </a:spcBef>
              <a:spcAft>
                <a:spcPct val="0"/>
              </a:spcAft>
              <a:defRPr>
                <a:solidFill>
                  <a:schemeClr val="tx1"/>
                </a:solidFill>
                <a:latin typeface="Arial" panose="020B0604020202020204" pitchFamily="34" charset="0"/>
              </a:defRPr>
            </a:lvl8pPr>
            <a:lvl9pPr marL="3886200" indent="-228600" defTabSz="931863" eaLnBrk="0" fontAlgn="base" hangingPunct="0">
              <a:spcBef>
                <a:spcPct val="0"/>
              </a:spcBef>
              <a:spcAft>
                <a:spcPct val="0"/>
              </a:spcAft>
              <a:defRPr>
                <a:solidFill>
                  <a:schemeClr val="tx1"/>
                </a:solidFill>
                <a:latin typeface="Arial" panose="020B0604020202020204" pitchFamily="34" charset="0"/>
              </a:defRPr>
            </a:lvl9pPr>
          </a:lstStyle>
          <a:p>
            <a:fld id="{C54901CF-9C45-4CD4-9FA0-15AC6AB01081}" type="slidenum">
              <a:rPr lang="en-US" altLang="en-US" smtClean="0">
                <a:latin typeface="Times New Roman" panose="02020603050405020304" pitchFamily="18" charset="0"/>
              </a:rPr>
              <a:pPr/>
              <a:t>57</a:t>
            </a:fld>
            <a:endParaRPr lang="en-US" altLang="en-US">
              <a:latin typeface="Times New Roman" panose="02020603050405020304" pitchFamily="18" charset="0"/>
            </a:endParaRPr>
          </a:p>
        </p:txBody>
      </p:sp>
      <p:sp>
        <p:nvSpPr>
          <p:cNvPr id="67587" name="Rectangle 2">
            <a:extLst>
              <a:ext uri="{FF2B5EF4-FFF2-40B4-BE49-F238E27FC236}">
                <a16:creationId xmlns:a16="http://schemas.microsoft.com/office/drawing/2014/main" id="{C0700CD3-7D25-3280-D3AC-68C7CD88454A}"/>
              </a:ext>
            </a:extLst>
          </p:cNvPr>
          <p:cNvSpPr>
            <a:spLocks noGrp="1" noRot="1" noChangeAspect="1" noChangeArrowheads="1" noTextEdit="1"/>
          </p:cNvSpPr>
          <p:nvPr>
            <p:ph type="sldImg"/>
          </p:nvPr>
        </p:nvSpPr>
        <p:spPr bwMode="auto">
          <a:xfrm>
            <a:off x="1128713" y="703263"/>
            <a:ext cx="4632325" cy="3473450"/>
          </a:xfrm>
          <a:noFill/>
          <a:ln cap="flat">
            <a:solidFill>
              <a:schemeClr val="tx1"/>
            </a:solidFill>
            <a:miter lim="800000"/>
            <a:headEnd/>
            <a:tailEnd/>
          </a:ln>
          <a:extLst>
            <a:ext uri="{909E8E84-426E-40DD-AFC4-6F175D3DCCD1}">
              <a14:hiddenFill xmlns:a14="http://schemas.microsoft.com/office/drawing/2010/main">
                <a:solidFill>
                  <a:srgbClr val="FFFFFF"/>
                </a:solidFill>
              </a14:hiddenFill>
            </a:ext>
          </a:extLst>
        </p:spPr>
      </p:sp>
      <p:sp>
        <p:nvSpPr>
          <p:cNvPr id="67588" name="Rectangle 3">
            <a:extLst>
              <a:ext uri="{FF2B5EF4-FFF2-40B4-BE49-F238E27FC236}">
                <a16:creationId xmlns:a16="http://schemas.microsoft.com/office/drawing/2014/main" id="{18D783FF-8532-B012-64EA-954D0FB7D015}"/>
              </a:ext>
            </a:extLst>
          </p:cNvPr>
          <p:cNvSpPr>
            <a:spLocks noGrp="1" noChangeArrowheads="1"/>
          </p:cNvSpPr>
          <p:nvPr>
            <p:ph type="body" idx="1"/>
          </p:nvPr>
        </p:nvSpPr>
        <p:spPr bwMode="auto">
          <a:xfrm>
            <a:off x="917575" y="4418013"/>
            <a:ext cx="5046663" cy="41830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85888" tIns="42944" rIns="85888" bIns="42944" numCol="1" anchor="t" anchorCtr="0" compatLnSpc="1">
            <a:prstTxWarp prst="textNoShape">
              <a:avLst/>
            </a:prstTxWarp>
          </a:bodyPr>
          <a:lstStyle/>
          <a:p>
            <a:endParaRPr lang="en-US"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Slide Image Placeholder 1">
            <a:extLst>
              <a:ext uri="{FF2B5EF4-FFF2-40B4-BE49-F238E27FC236}">
                <a16:creationId xmlns:a16="http://schemas.microsoft.com/office/drawing/2014/main" id="{4BAC281F-464F-B8EB-DD17-E82BE6A348BE}"/>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2707" name="Notes Placeholder 2">
            <a:extLst>
              <a:ext uri="{FF2B5EF4-FFF2-40B4-BE49-F238E27FC236}">
                <a16:creationId xmlns:a16="http://schemas.microsoft.com/office/drawing/2014/main" id="{194AEE79-93A4-95B0-647A-A36852AFEFCC}"/>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a:t>Source of image: https://machinelearningwithmlr.files.wordpress.com/2019/10/ch06_fig_5_mlr.png?w=584</a:t>
            </a:r>
          </a:p>
        </p:txBody>
      </p:sp>
      <p:sp>
        <p:nvSpPr>
          <p:cNvPr id="72708" name="Slide Number Placeholder 3">
            <a:extLst>
              <a:ext uri="{FF2B5EF4-FFF2-40B4-BE49-F238E27FC236}">
                <a16:creationId xmlns:a16="http://schemas.microsoft.com/office/drawing/2014/main" id="{FB123AF9-B771-0AD4-FE47-EC28743EB4DD}"/>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362F715D-B4F2-40C2-9747-53C069CA8912}" type="slidenum">
              <a:rPr lang="en-US" altLang="en-US" smtClean="0"/>
              <a:pPr/>
              <a:t>61</a:t>
            </a:fld>
            <a:endParaRPr lang="en-US" alt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4" name="Picture 2">
            <a:extLst>
              <a:ext uri="{FF2B5EF4-FFF2-40B4-BE49-F238E27FC236}">
                <a16:creationId xmlns:a16="http://schemas.microsoft.com/office/drawing/2014/main" id="{59C2D0E7-5630-2B4E-0FE8-D3C494870572}"/>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l="12807" r="12856"/>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ctrTitle"/>
          </p:nvPr>
        </p:nvSpPr>
        <p:spPr>
          <a:xfrm>
            <a:off x="1752600" y="2416175"/>
            <a:ext cx="7315200" cy="1470025"/>
          </a:xfrm>
        </p:spPr>
        <p:txBody>
          <a:bodyPr/>
          <a:lstStyle/>
          <a:p>
            <a:r>
              <a:rPr lang="en-US"/>
              <a:t>Click to edit Master title style</a:t>
            </a:r>
          </a:p>
        </p:txBody>
      </p:sp>
      <p:sp>
        <p:nvSpPr>
          <p:cNvPr id="3" name="Subtitle 2"/>
          <p:cNvSpPr>
            <a:spLocks noGrp="1"/>
          </p:cNvSpPr>
          <p:nvPr>
            <p:ph type="subTitle" idx="1"/>
          </p:nvPr>
        </p:nvSpPr>
        <p:spPr>
          <a:xfrm>
            <a:off x="1676400" y="41148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5" name="Date Placeholder 3">
            <a:extLst>
              <a:ext uri="{FF2B5EF4-FFF2-40B4-BE49-F238E27FC236}">
                <a16:creationId xmlns:a16="http://schemas.microsoft.com/office/drawing/2014/main" id="{8364EDBF-23C9-62DD-14B0-FEF9EE162E3A}"/>
              </a:ext>
            </a:extLst>
          </p:cNvPr>
          <p:cNvSpPr>
            <a:spLocks noGrp="1"/>
          </p:cNvSpPr>
          <p:nvPr>
            <p:ph type="dt" sz="half" idx="10"/>
          </p:nvPr>
        </p:nvSpPr>
        <p:spPr/>
        <p:txBody>
          <a:bodyPr/>
          <a:lstStyle>
            <a:lvl1pPr>
              <a:defRPr smtClean="0"/>
            </a:lvl1pPr>
          </a:lstStyle>
          <a:p>
            <a:pPr>
              <a:defRPr/>
            </a:pPr>
            <a:fld id="{413754E1-9BC8-4AC2-AF32-AD73FE47D83C}" type="datetime4">
              <a:rPr lang="en-US"/>
              <a:pPr>
                <a:defRPr/>
              </a:pPr>
              <a:t>June 12, 2023</a:t>
            </a:fld>
            <a:endParaRPr lang="en-US"/>
          </a:p>
        </p:txBody>
      </p:sp>
      <p:sp>
        <p:nvSpPr>
          <p:cNvPr id="6" name="Footer Placeholder 4">
            <a:extLst>
              <a:ext uri="{FF2B5EF4-FFF2-40B4-BE49-F238E27FC236}">
                <a16:creationId xmlns:a16="http://schemas.microsoft.com/office/drawing/2014/main" id="{B2619D2E-5184-617B-6F91-0D76A873C797}"/>
              </a:ext>
            </a:extLst>
          </p:cNvPr>
          <p:cNvSpPr>
            <a:spLocks noGrp="1"/>
          </p:cNvSpPr>
          <p:nvPr>
            <p:ph type="ftr" sz="quarter" idx="11"/>
          </p:nvPr>
        </p:nvSpPr>
        <p:spPr/>
        <p:txBody>
          <a:bodyPr/>
          <a:lstStyle>
            <a:lvl1pPr>
              <a:defRPr/>
            </a:lvl1pPr>
          </a:lstStyle>
          <a:p>
            <a:pPr>
              <a:defRPr/>
            </a:pPr>
            <a:r>
              <a:rPr lang="en-US"/>
              <a:t>Data Mining: Concepts and Techniques</a:t>
            </a:r>
          </a:p>
        </p:txBody>
      </p:sp>
      <p:sp>
        <p:nvSpPr>
          <p:cNvPr id="7" name="Slide Number Placeholder 5">
            <a:extLst>
              <a:ext uri="{FF2B5EF4-FFF2-40B4-BE49-F238E27FC236}">
                <a16:creationId xmlns:a16="http://schemas.microsoft.com/office/drawing/2014/main" id="{757C62ED-0656-584D-9379-EC359D379693}"/>
              </a:ext>
            </a:extLst>
          </p:cNvPr>
          <p:cNvSpPr>
            <a:spLocks noGrp="1"/>
          </p:cNvSpPr>
          <p:nvPr>
            <p:ph type="sldNum" sz="quarter" idx="12"/>
          </p:nvPr>
        </p:nvSpPr>
        <p:spPr/>
        <p:txBody>
          <a:bodyPr/>
          <a:lstStyle>
            <a:lvl1pPr>
              <a:defRPr/>
            </a:lvl1pPr>
          </a:lstStyle>
          <a:p>
            <a:pPr>
              <a:defRPr/>
            </a:pPr>
            <a:fld id="{52654393-BEA6-4C6E-89B5-3392E2BCB167}" type="slidenum">
              <a:rPr lang="en-US" altLang="en-US"/>
              <a:pPr>
                <a:defRPr/>
              </a:pPr>
              <a:t>‹#›</a:t>
            </a:fld>
            <a:endParaRPr lang="en-US" altLang="en-US"/>
          </a:p>
        </p:txBody>
      </p:sp>
    </p:spTree>
    <p:extLst>
      <p:ext uri="{BB962C8B-B14F-4D97-AF65-F5344CB8AC3E}">
        <p14:creationId xmlns:p14="http://schemas.microsoft.com/office/powerpoint/2010/main" val="735035412"/>
      </p:ext>
    </p:extLst>
  </p:cSld>
  <p:clrMapOvr>
    <a:masterClrMapping/>
  </p:clrMapOvr>
  <p:transition spd="slow">
    <p:split orient="vert"/>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057400" y="381000"/>
            <a:ext cx="6324600" cy="1143000"/>
          </a:xfrm>
        </p:spPr>
        <p:txBody>
          <a:bodyPr>
            <a:normAutofit/>
          </a:bodyPr>
          <a:lstStyle>
            <a:lvl1pPr>
              <a:defRPr sz="3600" b="1">
                <a:latin typeface="Open Sans"/>
              </a:defRPr>
            </a:lvl1pPr>
          </a:lstStyle>
          <a:p>
            <a:r>
              <a:rPr lang="en-US" dirty="0"/>
              <a:t>Click to edit Master title style</a:t>
            </a:r>
          </a:p>
        </p:txBody>
      </p:sp>
      <p:sp>
        <p:nvSpPr>
          <p:cNvPr id="3" name="Content Placeholder 2"/>
          <p:cNvSpPr>
            <a:spLocks noGrp="1"/>
          </p:cNvSpPr>
          <p:nvPr>
            <p:ph idx="1"/>
          </p:nvPr>
        </p:nvSpPr>
        <p:spPr>
          <a:xfrm>
            <a:off x="685800" y="1676400"/>
            <a:ext cx="8229600" cy="4953000"/>
          </a:xfrm>
        </p:spPr>
        <p:txBody>
          <a:bodyPr>
            <a:normAutofit/>
          </a:bodyPr>
          <a:lstStyle>
            <a:lvl1pPr>
              <a:defRPr sz="2800">
                <a:latin typeface="Open Sans"/>
              </a:defRPr>
            </a:lvl1pPr>
            <a:lvl2pPr>
              <a:defRPr sz="2800">
                <a:latin typeface="Open Sans"/>
              </a:defRPr>
            </a:lvl2pPr>
            <a:lvl3pPr>
              <a:defRPr sz="2800">
                <a:latin typeface="Open Sans"/>
              </a:defRPr>
            </a:lvl3pPr>
            <a:lvl4pPr>
              <a:defRPr sz="2800">
                <a:latin typeface="Open Sans"/>
              </a:defRPr>
            </a:lvl4pPr>
            <a:lvl5pPr>
              <a:defRPr sz="2800">
                <a:latin typeface="Open Sans"/>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73B81E7C-A357-310D-CAAF-4000EE8A52D9}"/>
              </a:ext>
            </a:extLst>
          </p:cNvPr>
          <p:cNvSpPr>
            <a:spLocks noGrp="1"/>
          </p:cNvSpPr>
          <p:nvPr>
            <p:ph type="dt" sz="half" idx="10"/>
          </p:nvPr>
        </p:nvSpPr>
        <p:spPr>
          <a:xfrm>
            <a:off x="447675" y="6526213"/>
            <a:ext cx="2133600" cy="365125"/>
          </a:xfrm>
        </p:spPr>
        <p:txBody>
          <a:bodyPr/>
          <a:lstStyle>
            <a:lvl1pPr>
              <a:defRPr smtClean="0"/>
            </a:lvl1pPr>
          </a:lstStyle>
          <a:p>
            <a:pPr>
              <a:defRPr/>
            </a:pPr>
            <a:fld id="{8547DD97-FBE1-4FDF-8DEA-A0174E94FFCF}" type="datetime4">
              <a:rPr lang="en-US"/>
              <a:pPr>
                <a:defRPr/>
              </a:pPr>
              <a:t>June 12, 2023</a:t>
            </a:fld>
            <a:endParaRPr lang="en-US"/>
          </a:p>
        </p:txBody>
      </p:sp>
      <p:sp>
        <p:nvSpPr>
          <p:cNvPr id="5" name="Footer Placeholder 4">
            <a:extLst>
              <a:ext uri="{FF2B5EF4-FFF2-40B4-BE49-F238E27FC236}">
                <a16:creationId xmlns:a16="http://schemas.microsoft.com/office/drawing/2014/main" id="{FFC3D53B-A272-BFE8-BF9D-174C9E388F4D}"/>
              </a:ext>
            </a:extLst>
          </p:cNvPr>
          <p:cNvSpPr>
            <a:spLocks noGrp="1"/>
          </p:cNvSpPr>
          <p:nvPr>
            <p:ph type="ftr" sz="quarter" idx="11"/>
          </p:nvPr>
        </p:nvSpPr>
        <p:spPr>
          <a:xfrm>
            <a:off x="3267075" y="6526213"/>
            <a:ext cx="2895600" cy="365125"/>
          </a:xfrm>
        </p:spPr>
        <p:txBody>
          <a:bodyPr/>
          <a:lstStyle>
            <a:lvl1pPr>
              <a:defRPr/>
            </a:lvl1pPr>
          </a:lstStyle>
          <a:p>
            <a:pPr>
              <a:defRPr/>
            </a:pPr>
            <a:r>
              <a:rPr lang="en-US"/>
              <a:t>Data Mining: Concepts and Techniques</a:t>
            </a:r>
          </a:p>
        </p:txBody>
      </p:sp>
      <p:sp>
        <p:nvSpPr>
          <p:cNvPr id="6" name="Slide Number Placeholder 5">
            <a:extLst>
              <a:ext uri="{FF2B5EF4-FFF2-40B4-BE49-F238E27FC236}">
                <a16:creationId xmlns:a16="http://schemas.microsoft.com/office/drawing/2014/main" id="{8A28F94E-230A-9FDF-D247-A2A1B9A78174}"/>
              </a:ext>
            </a:extLst>
          </p:cNvPr>
          <p:cNvSpPr>
            <a:spLocks noGrp="1"/>
          </p:cNvSpPr>
          <p:nvPr>
            <p:ph type="sldNum" sz="quarter" idx="12"/>
          </p:nvPr>
        </p:nvSpPr>
        <p:spPr>
          <a:xfrm>
            <a:off x="7000875" y="6526213"/>
            <a:ext cx="2133600" cy="365125"/>
          </a:xfrm>
        </p:spPr>
        <p:txBody>
          <a:bodyPr/>
          <a:lstStyle>
            <a:lvl1pPr>
              <a:defRPr/>
            </a:lvl1pPr>
          </a:lstStyle>
          <a:p>
            <a:pPr>
              <a:defRPr/>
            </a:pPr>
            <a:fld id="{1438224A-B2F4-4CBD-A1B1-1FD3E30C0305}" type="slidenum">
              <a:rPr lang="en-US" altLang="en-US"/>
              <a:pPr>
                <a:defRPr/>
              </a:pPr>
              <a:t>‹#›</a:t>
            </a:fld>
            <a:endParaRPr lang="en-US" altLang="en-US"/>
          </a:p>
        </p:txBody>
      </p:sp>
    </p:spTree>
    <p:extLst>
      <p:ext uri="{BB962C8B-B14F-4D97-AF65-F5344CB8AC3E}">
        <p14:creationId xmlns:p14="http://schemas.microsoft.com/office/powerpoint/2010/main" val="982075646"/>
      </p:ext>
    </p:extLst>
  </p:cSld>
  <p:clrMapOvr>
    <a:masterClrMapping/>
  </p:clrMapOvr>
  <p:transition spd="slow">
    <p:split orient="vert"/>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E114E76-8903-90AE-6C9A-FA06FC299286}"/>
              </a:ext>
            </a:extLst>
          </p:cNvPr>
          <p:cNvSpPr>
            <a:spLocks noGrp="1"/>
          </p:cNvSpPr>
          <p:nvPr>
            <p:ph type="dt" sz="half" idx="10"/>
          </p:nvPr>
        </p:nvSpPr>
        <p:spPr/>
        <p:txBody>
          <a:bodyPr/>
          <a:lstStyle>
            <a:lvl1pPr>
              <a:defRPr/>
            </a:lvl1pPr>
          </a:lstStyle>
          <a:p>
            <a:pPr>
              <a:defRPr/>
            </a:pPr>
            <a:fld id="{98AB24E8-4613-44F4-B25E-170A41659EC4}" type="datetime4">
              <a:rPr lang="en-US"/>
              <a:pPr>
                <a:defRPr/>
              </a:pPr>
              <a:t>June 12, 2023</a:t>
            </a:fld>
            <a:endParaRPr lang="en-US"/>
          </a:p>
        </p:txBody>
      </p:sp>
      <p:sp>
        <p:nvSpPr>
          <p:cNvPr id="5" name="Footer Placeholder 4">
            <a:extLst>
              <a:ext uri="{FF2B5EF4-FFF2-40B4-BE49-F238E27FC236}">
                <a16:creationId xmlns:a16="http://schemas.microsoft.com/office/drawing/2014/main" id="{46E41D3E-9B6E-789A-F100-163394AE1CF8}"/>
              </a:ext>
            </a:extLst>
          </p:cNvPr>
          <p:cNvSpPr>
            <a:spLocks noGrp="1"/>
          </p:cNvSpPr>
          <p:nvPr>
            <p:ph type="ftr" sz="quarter" idx="11"/>
          </p:nvPr>
        </p:nvSpPr>
        <p:spPr/>
        <p:txBody>
          <a:bodyPr/>
          <a:lstStyle>
            <a:lvl1pPr>
              <a:defRPr/>
            </a:lvl1pPr>
          </a:lstStyle>
          <a:p>
            <a:pPr>
              <a:defRPr/>
            </a:pPr>
            <a:r>
              <a:rPr lang="en-US"/>
              <a:t>Data Mining: Concepts and Techniques</a:t>
            </a:r>
          </a:p>
        </p:txBody>
      </p:sp>
      <p:sp>
        <p:nvSpPr>
          <p:cNvPr id="6" name="Slide Number Placeholder 5">
            <a:extLst>
              <a:ext uri="{FF2B5EF4-FFF2-40B4-BE49-F238E27FC236}">
                <a16:creationId xmlns:a16="http://schemas.microsoft.com/office/drawing/2014/main" id="{E34C041F-7963-09C2-C97B-F14962B74E71}"/>
              </a:ext>
            </a:extLst>
          </p:cNvPr>
          <p:cNvSpPr>
            <a:spLocks noGrp="1"/>
          </p:cNvSpPr>
          <p:nvPr>
            <p:ph type="sldNum" sz="quarter" idx="12"/>
          </p:nvPr>
        </p:nvSpPr>
        <p:spPr/>
        <p:txBody>
          <a:bodyPr/>
          <a:lstStyle>
            <a:lvl1pPr>
              <a:defRPr/>
            </a:lvl1pPr>
          </a:lstStyle>
          <a:p>
            <a:pPr>
              <a:defRPr/>
            </a:pPr>
            <a:fld id="{5EFEDB32-8747-4588-8A74-AF6BA0163460}" type="slidenum">
              <a:rPr lang="en-US" altLang="en-US"/>
              <a:pPr>
                <a:defRPr/>
              </a:pPr>
              <a:t>‹#›</a:t>
            </a:fld>
            <a:endParaRPr lang="en-US" altLang="en-US"/>
          </a:p>
        </p:txBody>
      </p:sp>
    </p:spTree>
    <p:extLst>
      <p:ext uri="{BB962C8B-B14F-4D97-AF65-F5344CB8AC3E}">
        <p14:creationId xmlns:p14="http://schemas.microsoft.com/office/powerpoint/2010/main" val="1312107446"/>
      </p:ext>
    </p:extLst>
  </p:cSld>
  <p:clrMapOvr>
    <a:masterClrMapping/>
  </p:clrMapOvr>
  <p:transition spd="slow">
    <p:split orient="vert"/>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a:extLst>
              <a:ext uri="{FF2B5EF4-FFF2-40B4-BE49-F238E27FC236}">
                <a16:creationId xmlns:a16="http://schemas.microsoft.com/office/drawing/2014/main" id="{BCC11EC7-3A98-B724-58A2-875E4D0C02EF}"/>
              </a:ext>
            </a:extLst>
          </p:cNvPr>
          <p:cNvSpPr>
            <a:spLocks noGrp="1"/>
          </p:cNvSpPr>
          <p:nvPr>
            <p:ph type="dt" sz="half" idx="10"/>
          </p:nvPr>
        </p:nvSpPr>
        <p:spPr/>
        <p:txBody>
          <a:bodyPr/>
          <a:lstStyle>
            <a:lvl1pPr>
              <a:defRPr/>
            </a:lvl1pPr>
          </a:lstStyle>
          <a:p>
            <a:pPr>
              <a:defRPr/>
            </a:pPr>
            <a:fld id="{2EB24B03-3A9A-4ECF-88AE-7CCB85C606EC}" type="datetime4">
              <a:rPr lang="en-US"/>
              <a:pPr>
                <a:defRPr/>
              </a:pPr>
              <a:t>June 12, 2023</a:t>
            </a:fld>
            <a:endParaRPr lang="en-US"/>
          </a:p>
        </p:txBody>
      </p:sp>
      <p:sp>
        <p:nvSpPr>
          <p:cNvPr id="6" name="Footer Placeholder 4">
            <a:extLst>
              <a:ext uri="{FF2B5EF4-FFF2-40B4-BE49-F238E27FC236}">
                <a16:creationId xmlns:a16="http://schemas.microsoft.com/office/drawing/2014/main" id="{993D779A-3445-C57B-7237-212F357FE2D9}"/>
              </a:ext>
            </a:extLst>
          </p:cNvPr>
          <p:cNvSpPr>
            <a:spLocks noGrp="1"/>
          </p:cNvSpPr>
          <p:nvPr>
            <p:ph type="ftr" sz="quarter" idx="11"/>
          </p:nvPr>
        </p:nvSpPr>
        <p:spPr/>
        <p:txBody>
          <a:bodyPr/>
          <a:lstStyle>
            <a:lvl1pPr>
              <a:defRPr/>
            </a:lvl1pPr>
          </a:lstStyle>
          <a:p>
            <a:pPr>
              <a:defRPr/>
            </a:pPr>
            <a:r>
              <a:rPr lang="en-US"/>
              <a:t>Data Mining: Concepts and Techniques</a:t>
            </a:r>
          </a:p>
        </p:txBody>
      </p:sp>
      <p:sp>
        <p:nvSpPr>
          <p:cNvPr id="7" name="Slide Number Placeholder 5">
            <a:extLst>
              <a:ext uri="{FF2B5EF4-FFF2-40B4-BE49-F238E27FC236}">
                <a16:creationId xmlns:a16="http://schemas.microsoft.com/office/drawing/2014/main" id="{C023EE3E-D848-473E-7187-7BB95038DC5F}"/>
              </a:ext>
            </a:extLst>
          </p:cNvPr>
          <p:cNvSpPr>
            <a:spLocks noGrp="1"/>
          </p:cNvSpPr>
          <p:nvPr>
            <p:ph type="sldNum" sz="quarter" idx="12"/>
          </p:nvPr>
        </p:nvSpPr>
        <p:spPr/>
        <p:txBody>
          <a:bodyPr/>
          <a:lstStyle>
            <a:lvl1pPr>
              <a:defRPr/>
            </a:lvl1pPr>
          </a:lstStyle>
          <a:p>
            <a:pPr>
              <a:defRPr/>
            </a:pPr>
            <a:fld id="{36EDA8CE-741F-4EB2-85F2-E5DAF85DFABB}" type="slidenum">
              <a:rPr lang="en-US" altLang="en-US"/>
              <a:pPr>
                <a:defRPr/>
              </a:pPr>
              <a:t>‹#›</a:t>
            </a:fld>
            <a:endParaRPr lang="en-US" altLang="en-US"/>
          </a:p>
        </p:txBody>
      </p:sp>
    </p:spTree>
    <p:extLst>
      <p:ext uri="{BB962C8B-B14F-4D97-AF65-F5344CB8AC3E}">
        <p14:creationId xmlns:p14="http://schemas.microsoft.com/office/powerpoint/2010/main" val="1950547261"/>
      </p:ext>
    </p:extLst>
  </p:cSld>
  <p:clrMapOvr>
    <a:masterClrMapping/>
  </p:clrMapOvr>
  <p:transition spd="slow">
    <p:split orient="vert"/>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a:extLst>
              <a:ext uri="{FF2B5EF4-FFF2-40B4-BE49-F238E27FC236}">
                <a16:creationId xmlns:a16="http://schemas.microsoft.com/office/drawing/2014/main" id="{AD890BF4-065A-2A21-DC76-79C588457B5E}"/>
              </a:ext>
            </a:extLst>
          </p:cNvPr>
          <p:cNvSpPr>
            <a:spLocks noGrp="1"/>
          </p:cNvSpPr>
          <p:nvPr>
            <p:ph type="dt" sz="half" idx="10"/>
          </p:nvPr>
        </p:nvSpPr>
        <p:spPr/>
        <p:txBody>
          <a:bodyPr/>
          <a:lstStyle>
            <a:lvl1pPr>
              <a:defRPr/>
            </a:lvl1pPr>
          </a:lstStyle>
          <a:p>
            <a:pPr>
              <a:defRPr/>
            </a:pPr>
            <a:fld id="{D3FE7ACE-E137-41DB-BAA4-ED5B31403D0E}" type="datetime4">
              <a:rPr lang="en-US"/>
              <a:pPr>
                <a:defRPr/>
              </a:pPr>
              <a:t>June 12, 2023</a:t>
            </a:fld>
            <a:endParaRPr lang="en-US"/>
          </a:p>
        </p:txBody>
      </p:sp>
      <p:sp>
        <p:nvSpPr>
          <p:cNvPr id="8" name="Footer Placeholder 4">
            <a:extLst>
              <a:ext uri="{FF2B5EF4-FFF2-40B4-BE49-F238E27FC236}">
                <a16:creationId xmlns:a16="http://schemas.microsoft.com/office/drawing/2014/main" id="{8BC2668A-B48C-A220-5DFC-B6E1266FABEB}"/>
              </a:ext>
            </a:extLst>
          </p:cNvPr>
          <p:cNvSpPr>
            <a:spLocks noGrp="1"/>
          </p:cNvSpPr>
          <p:nvPr>
            <p:ph type="ftr" sz="quarter" idx="11"/>
          </p:nvPr>
        </p:nvSpPr>
        <p:spPr/>
        <p:txBody>
          <a:bodyPr/>
          <a:lstStyle>
            <a:lvl1pPr>
              <a:defRPr/>
            </a:lvl1pPr>
          </a:lstStyle>
          <a:p>
            <a:pPr>
              <a:defRPr/>
            </a:pPr>
            <a:r>
              <a:rPr lang="en-US"/>
              <a:t>Data Mining: Concepts and Techniques</a:t>
            </a:r>
          </a:p>
        </p:txBody>
      </p:sp>
      <p:sp>
        <p:nvSpPr>
          <p:cNvPr id="9" name="Slide Number Placeholder 5">
            <a:extLst>
              <a:ext uri="{FF2B5EF4-FFF2-40B4-BE49-F238E27FC236}">
                <a16:creationId xmlns:a16="http://schemas.microsoft.com/office/drawing/2014/main" id="{00241C35-E4FB-86EB-6A70-D88F2DFDF83E}"/>
              </a:ext>
            </a:extLst>
          </p:cNvPr>
          <p:cNvSpPr>
            <a:spLocks noGrp="1"/>
          </p:cNvSpPr>
          <p:nvPr>
            <p:ph type="sldNum" sz="quarter" idx="12"/>
          </p:nvPr>
        </p:nvSpPr>
        <p:spPr/>
        <p:txBody>
          <a:bodyPr/>
          <a:lstStyle>
            <a:lvl1pPr>
              <a:defRPr/>
            </a:lvl1pPr>
          </a:lstStyle>
          <a:p>
            <a:pPr>
              <a:defRPr/>
            </a:pPr>
            <a:fld id="{6CECE9BB-7952-4CF5-92A7-AD6476A22B79}" type="slidenum">
              <a:rPr lang="en-US" altLang="en-US"/>
              <a:pPr>
                <a:defRPr/>
              </a:pPr>
              <a:t>‹#›</a:t>
            </a:fld>
            <a:endParaRPr lang="en-US" altLang="en-US"/>
          </a:p>
        </p:txBody>
      </p:sp>
    </p:spTree>
    <p:extLst>
      <p:ext uri="{BB962C8B-B14F-4D97-AF65-F5344CB8AC3E}">
        <p14:creationId xmlns:p14="http://schemas.microsoft.com/office/powerpoint/2010/main" val="2531132190"/>
      </p:ext>
    </p:extLst>
  </p:cSld>
  <p:clrMapOvr>
    <a:masterClrMapping/>
  </p:clrMapOvr>
  <p:transition spd="slow">
    <p:split orient="vert"/>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3429000" y="304800"/>
            <a:ext cx="7010400" cy="1143000"/>
          </a:xfrm>
        </p:spPr>
        <p:txBody>
          <a:bodyPr/>
          <a:lstStyle/>
          <a:p>
            <a:r>
              <a:rPr lang="en-US"/>
              <a:t>Click to edit Master title style</a:t>
            </a:r>
          </a:p>
        </p:txBody>
      </p:sp>
      <p:sp>
        <p:nvSpPr>
          <p:cNvPr id="3" name="Date Placeholder 3">
            <a:extLst>
              <a:ext uri="{FF2B5EF4-FFF2-40B4-BE49-F238E27FC236}">
                <a16:creationId xmlns:a16="http://schemas.microsoft.com/office/drawing/2014/main" id="{239626F6-AD7A-3A62-DD31-D52B442E71C4}"/>
              </a:ext>
            </a:extLst>
          </p:cNvPr>
          <p:cNvSpPr>
            <a:spLocks noGrp="1"/>
          </p:cNvSpPr>
          <p:nvPr>
            <p:ph type="dt" sz="half" idx="10"/>
          </p:nvPr>
        </p:nvSpPr>
        <p:spPr/>
        <p:txBody>
          <a:bodyPr/>
          <a:lstStyle>
            <a:lvl1pPr>
              <a:defRPr/>
            </a:lvl1pPr>
          </a:lstStyle>
          <a:p>
            <a:pPr>
              <a:defRPr/>
            </a:pPr>
            <a:fld id="{BACDA880-D499-46C1-B3FE-E61F9CF4213F}" type="datetime4">
              <a:rPr lang="en-US"/>
              <a:pPr>
                <a:defRPr/>
              </a:pPr>
              <a:t>June 12, 2023</a:t>
            </a:fld>
            <a:endParaRPr lang="en-US"/>
          </a:p>
        </p:txBody>
      </p:sp>
      <p:sp>
        <p:nvSpPr>
          <p:cNvPr id="4" name="Footer Placeholder 4">
            <a:extLst>
              <a:ext uri="{FF2B5EF4-FFF2-40B4-BE49-F238E27FC236}">
                <a16:creationId xmlns:a16="http://schemas.microsoft.com/office/drawing/2014/main" id="{75C341D5-F416-A77D-F653-4A6F173C12DD}"/>
              </a:ext>
            </a:extLst>
          </p:cNvPr>
          <p:cNvSpPr>
            <a:spLocks noGrp="1"/>
          </p:cNvSpPr>
          <p:nvPr>
            <p:ph type="ftr" sz="quarter" idx="11"/>
          </p:nvPr>
        </p:nvSpPr>
        <p:spPr/>
        <p:txBody>
          <a:bodyPr/>
          <a:lstStyle>
            <a:lvl1pPr>
              <a:defRPr/>
            </a:lvl1pPr>
          </a:lstStyle>
          <a:p>
            <a:pPr>
              <a:defRPr/>
            </a:pPr>
            <a:r>
              <a:rPr lang="en-US"/>
              <a:t>Data Mining: Concepts and Techniques</a:t>
            </a:r>
          </a:p>
        </p:txBody>
      </p:sp>
      <p:sp>
        <p:nvSpPr>
          <p:cNvPr id="5" name="Slide Number Placeholder 5">
            <a:extLst>
              <a:ext uri="{FF2B5EF4-FFF2-40B4-BE49-F238E27FC236}">
                <a16:creationId xmlns:a16="http://schemas.microsoft.com/office/drawing/2014/main" id="{41E2AE66-C46D-4988-EBD3-C8F6CEAC2166}"/>
              </a:ext>
            </a:extLst>
          </p:cNvPr>
          <p:cNvSpPr>
            <a:spLocks noGrp="1"/>
          </p:cNvSpPr>
          <p:nvPr>
            <p:ph type="sldNum" sz="quarter" idx="12"/>
          </p:nvPr>
        </p:nvSpPr>
        <p:spPr/>
        <p:txBody>
          <a:bodyPr/>
          <a:lstStyle>
            <a:lvl1pPr>
              <a:defRPr/>
            </a:lvl1pPr>
          </a:lstStyle>
          <a:p>
            <a:pPr>
              <a:defRPr/>
            </a:pPr>
            <a:fld id="{8E4E683C-D98F-418A-BB56-2147856E37A2}" type="slidenum">
              <a:rPr lang="en-US" altLang="en-US"/>
              <a:pPr>
                <a:defRPr/>
              </a:pPr>
              <a:t>‹#›</a:t>
            </a:fld>
            <a:endParaRPr lang="en-US" altLang="en-US"/>
          </a:p>
        </p:txBody>
      </p:sp>
    </p:spTree>
    <p:extLst>
      <p:ext uri="{BB962C8B-B14F-4D97-AF65-F5344CB8AC3E}">
        <p14:creationId xmlns:p14="http://schemas.microsoft.com/office/powerpoint/2010/main" val="2412289847"/>
      </p:ext>
    </p:extLst>
  </p:cSld>
  <p:clrMapOvr>
    <a:masterClrMapping/>
  </p:clrMapOvr>
  <p:transition spd="slow">
    <p:split orient="vert"/>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a:extLst>
              <a:ext uri="{FF2B5EF4-FFF2-40B4-BE49-F238E27FC236}">
                <a16:creationId xmlns:a16="http://schemas.microsoft.com/office/drawing/2014/main" id="{F0437938-BF37-8C71-187B-299E24B2AF88}"/>
              </a:ext>
            </a:extLst>
          </p:cNvPr>
          <p:cNvSpPr>
            <a:spLocks noGrp="1"/>
          </p:cNvSpPr>
          <p:nvPr>
            <p:ph type="dt" sz="half" idx="10"/>
          </p:nvPr>
        </p:nvSpPr>
        <p:spPr/>
        <p:txBody>
          <a:bodyPr/>
          <a:lstStyle>
            <a:lvl1pPr>
              <a:defRPr/>
            </a:lvl1pPr>
          </a:lstStyle>
          <a:p>
            <a:pPr>
              <a:defRPr/>
            </a:pPr>
            <a:fld id="{604DB32C-133D-4496-85BD-4CF082BD96EC}" type="datetime4">
              <a:rPr lang="en-US"/>
              <a:pPr>
                <a:defRPr/>
              </a:pPr>
              <a:t>June 12, 2023</a:t>
            </a:fld>
            <a:endParaRPr lang="en-US"/>
          </a:p>
        </p:txBody>
      </p:sp>
      <p:sp>
        <p:nvSpPr>
          <p:cNvPr id="3" name="Footer Placeholder 4">
            <a:extLst>
              <a:ext uri="{FF2B5EF4-FFF2-40B4-BE49-F238E27FC236}">
                <a16:creationId xmlns:a16="http://schemas.microsoft.com/office/drawing/2014/main" id="{685E6167-3DA0-4463-E6D8-CC02168BF527}"/>
              </a:ext>
            </a:extLst>
          </p:cNvPr>
          <p:cNvSpPr>
            <a:spLocks noGrp="1"/>
          </p:cNvSpPr>
          <p:nvPr>
            <p:ph type="ftr" sz="quarter" idx="11"/>
          </p:nvPr>
        </p:nvSpPr>
        <p:spPr/>
        <p:txBody>
          <a:bodyPr/>
          <a:lstStyle>
            <a:lvl1pPr>
              <a:defRPr/>
            </a:lvl1pPr>
          </a:lstStyle>
          <a:p>
            <a:pPr>
              <a:defRPr/>
            </a:pPr>
            <a:r>
              <a:rPr lang="en-US"/>
              <a:t>Data Mining: Concepts and Techniques</a:t>
            </a:r>
          </a:p>
        </p:txBody>
      </p:sp>
      <p:sp>
        <p:nvSpPr>
          <p:cNvPr id="4" name="Slide Number Placeholder 5">
            <a:extLst>
              <a:ext uri="{FF2B5EF4-FFF2-40B4-BE49-F238E27FC236}">
                <a16:creationId xmlns:a16="http://schemas.microsoft.com/office/drawing/2014/main" id="{7014F71B-923A-3646-97D5-750D67819B2F}"/>
              </a:ext>
            </a:extLst>
          </p:cNvPr>
          <p:cNvSpPr>
            <a:spLocks noGrp="1"/>
          </p:cNvSpPr>
          <p:nvPr>
            <p:ph type="sldNum" sz="quarter" idx="12"/>
          </p:nvPr>
        </p:nvSpPr>
        <p:spPr/>
        <p:txBody>
          <a:bodyPr/>
          <a:lstStyle>
            <a:lvl1pPr>
              <a:defRPr/>
            </a:lvl1pPr>
          </a:lstStyle>
          <a:p>
            <a:pPr>
              <a:defRPr/>
            </a:pPr>
            <a:fld id="{12C9E430-1D20-4DE9-89F0-B4372DC543F6}" type="slidenum">
              <a:rPr lang="en-US" altLang="en-US"/>
              <a:pPr>
                <a:defRPr/>
              </a:pPr>
              <a:t>‹#›</a:t>
            </a:fld>
            <a:endParaRPr lang="en-US" altLang="en-US"/>
          </a:p>
        </p:txBody>
      </p:sp>
    </p:spTree>
    <p:extLst>
      <p:ext uri="{BB962C8B-B14F-4D97-AF65-F5344CB8AC3E}">
        <p14:creationId xmlns:p14="http://schemas.microsoft.com/office/powerpoint/2010/main" val="3500777452"/>
      </p:ext>
    </p:extLst>
  </p:cSld>
  <p:clrMapOvr>
    <a:masterClrMapping/>
  </p:clrMapOvr>
  <p:transition spd="slow">
    <p:split orient="vert"/>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a:extLst>
              <a:ext uri="{FF2B5EF4-FFF2-40B4-BE49-F238E27FC236}">
                <a16:creationId xmlns:a16="http://schemas.microsoft.com/office/drawing/2014/main" id="{6D57CB4F-F1ED-8B26-7472-64247DDD836B}"/>
              </a:ext>
            </a:extLst>
          </p:cNvPr>
          <p:cNvSpPr>
            <a:spLocks noGrp="1"/>
          </p:cNvSpPr>
          <p:nvPr>
            <p:ph type="dt" sz="half" idx="10"/>
          </p:nvPr>
        </p:nvSpPr>
        <p:spPr/>
        <p:txBody>
          <a:bodyPr/>
          <a:lstStyle>
            <a:lvl1pPr>
              <a:defRPr/>
            </a:lvl1pPr>
          </a:lstStyle>
          <a:p>
            <a:pPr>
              <a:defRPr/>
            </a:pPr>
            <a:fld id="{3D4302AD-1F44-46D7-B80D-695F50A9762D}" type="datetime4">
              <a:rPr lang="en-US"/>
              <a:pPr>
                <a:defRPr/>
              </a:pPr>
              <a:t>June 12, 2023</a:t>
            </a:fld>
            <a:endParaRPr lang="en-US"/>
          </a:p>
        </p:txBody>
      </p:sp>
      <p:sp>
        <p:nvSpPr>
          <p:cNvPr id="6" name="Footer Placeholder 4">
            <a:extLst>
              <a:ext uri="{FF2B5EF4-FFF2-40B4-BE49-F238E27FC236}">
                <a16:creationId xmlns:a16="http://schemas.microsoft.com/office/drawing/2014/main" id="{4A00014B-6989-C444-0A19-9387171F2C3A}"/>
              </a:ext>
            </a:extLst>
          </p:cNvPr>
          <p:cNvSpPr>
            <a:spLocks noGrp="1"/>
          </p:cNvSpPr>
          <p:nvPr>
            <p:ph type="ftr" sz="quarter" idx="11"/>
          </p:nvPr>
        </p:nvSpPr>
        <p:spPr/>
        <p:txBody>
          <a:bodyPr/>
          <a:lstStyle>
            <a:lvl1pPr>
              <a:defRPr/>
            </a:lvl1pPr>
          </a:lstStyle>
          <a:p>
            <a:pPr>
              <a:defRPr/>
            </a:pPr>
            <a:r>
              <a:rPr lang="en-US"/>
              <a:t>Data Mining: Concepts and Techniques</a:t>
            </a:r>
          </a:p>
        </p:txBody>
      </p:sp>
      <p:sp>
        <p:nvSpPr>
          <p:cNvPr id="7" name="Slide Number Placeholder 5">
            <a:extLst>
              <a:ext uri="{FF2B5EF4-FFF2-40B4-BE49-F238E27FC236}">
                <a16:creationId xmlns:a16="http://schemas.microsoft.com/office/drawing/2014/main" id="{A85FD335-6DCD-D28F-B3C1-4EA68F2890B2}"/>
              </a:ext>
            </a:extLst>
          </p:cNvPr>
          <p:cNvSpPr>
            <a:spLocks noGrp="1"/>
          </p:cNvSpPr>
          <p:nvPr>
            <p:ph type="sldNum" sz="quarter" idx="12"/>
          </p:nvPr>
        </p:nvSpPr>
        <p:spPr/>
        <p:txBody>
          <a:bodyPr/>
          <a:lstStyle>
            <a:lvl1pPr>
              <a:defRPr/>
            </a:lvl1pPr>
          </a:lstStyle>
          <a:p>
            <a:pPr>
              <a:defRPr/>
            </a:pPr>
            <a:fld id="{466E7286-EEA5-4C35-815E-DC324190DB03}" type="slidenum">
              <a:rPr lang="en-US" altLang="en-US"/>
              <a:pPr>
                <a:defRPr/>
              </a:pPr>
              <a:t>‹#›</a:t>
            </a:fld>
            <a:endParaRPr lang="en-US" altLang="en-US"/>
          </a:p>
        </p:txBody>
      </p:sp>
    </p:spTree>
    <p:extLst>
      <p:ext uri="{BB962C8B-B14F-4D97-AF65-F5344CB8AC3E}">
        <p14:creationId xmlns:p14="http://schemas.microsoft.com/office/powerpoint/2010/main" val="1434160173"/>
      </p:ext>
    </p:extLst>
  </p:cSld>
  <p:clrMapOvr>
    <a:masterClrMapping/>
  </p:clrMapOvr>
  <p:transition spd="slow">
    <p:split orient="vert"/>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a:extLst>
              <a:ext uri="{FF2B5EF4-FFF2-40B4-BE49-F238E27FC236}">
                <a16:creationId xmlns:a16="http://schemas.microsoft.com/office/drawing/2014/main" id="{2A0AC918-ED43-4142-0FFD-50BC750EB873}"/>
              </a:ext>
            </a:extLst>
          </p:cNvPr>
          <p:cNvSpPr>
            <a:spLocks noGrp="1"/>
          </p:cNvSpPr>
          <p:nvPr>
            <p:ph type="dt" sz="half" idx="10"/>
          </p:nvPr>
        </p:nvSpPr>
        <p:spPr/>
        <p:txBody>
          <a:bodyPr/>
          <a:lstStyle>
            <a:lvl1pPr>
              <a:defRPr/>
            </a:lvl1pPr>
          </a:lstStyle>
          <a:p>
            <a:pPr>
              <a:defRPr/>
            </a:pPr>
            <a:fld id="{1C60D16E-A3C4-4463-9BA4-14466D4D81D9}" type="datetime4">
              <a:rPr lang="en-US"/>
              <a:pPr>
                <a:defRPr/>
              </a:pPr>
              <a:t>June 12, 2023</a:t>
            </a:fld>
            <a:endParaRPr lang="en-US"/>
          </a:p>
        </p:txBody>
      </p:sp>
      <p:sp>
        <p:nvSpPr>
          <p:cNvPr id="6" name="Footer Placeholder 4">
            <a:extLst>
              <a:ext uri="{FF2B5EF4-FFF2-40B4-BE49-F238E27FC236}">
                <a16:creationId xmlns:a16="http://schemas.microsoft.com/office/drawing/2014/main" id="{164C3F8B-4131-1E5B-61EB-BA20C28E0F77}"/>
              </a:ext>
            </a:extLst>
          </p:cNvPr>
          <p:cNvSpPr>
            <a:spLocks noGrp="1"/>
          </p:cNvSpPr>
          <p:nvPr>
            <p:ph type="ftr" sz="quarter" idx="11"/>
          </p:nvPr>
        </p:nvSpPr>
        <p:spPr/>
        <p:txBody>
          <a:bodyPr/>
          <a:lstStyle>
            <a:lvl1pPr>
              <a:defRPr/>
            </a:lvl1pPr>
          </a:lstStyle>
          <a:p>
            <a:pPr>
              <a:defRPr/>
            </a:pPr>
            <a:r>
              <a:rPr lang="en-US"/>
              <a:t>Data Mining: Concepts and Techniques</a:t>
            </a:r>
          </a:p>
        </p:txBody>
      </p:sp>
      <p:sp>
        <p:nvSpPr>
          <p:cNvPr id="7" name="Slide Number Placeholder 5">
            <a:extLst>
              <a:ext uri="{FF2B5EF4-FFF2-40B4-BE49-F238E27FC236}">
                <a16:creationId xmlns:a16="http://schemas.microsoft.com/office/drawing/2014/main" id="{1BC5B968-2EE5-EC88-4CA7-BF0FA1D6211D}"/>
              </a:ext>
            </a:extLst>
          </p:cNvPr>
          <p:cNvSpPr>
            <a:spLocks noGrp="1"/>
          </p:cNvSpPr>
          <p:nvPr>
            <p:ph type="sldNum" sz="quarter" idx="12"/>
          </p:nvPr>
        </p:nvSpPr>
        <p:spPr/>
        <p:txBody>
          <a:bodyPr/>
          <a:lstStyle>
            <a:lvl1pPr>
              <a:defRPr/>
            </a:lvl1pPr>
          </a:lstStyle>
          <a:p>
            <a:pPr>
              <a:defRPr/>
            </a:pPr>
            <a:fld id="{74BDD7B8-631F-4E70-A8F7-2EF5A94FCF0F}" type="slidenum">
              <a:rPr lang="en-US" altLang="en-US"/>
              <a:pPr>
                <a:defRPr/>
              </a:pPr>
              <a:t>‹#›</a:t>
            </a:fld>
            <a:endParaRPr lang="en-US" altLang="en-US"/>
          </a:p>
        </p:txBody>
      </p:sp>
    </p:spTree>
    <p:extLst>
      <p:ext uri="{BB962C8B-B14F-4D97-AF65-F5344CB8AC3E}">
        <p14:creationId xmlns:p14="http://schemas.microsoft.com/office/powerpoint/2010/main" val="4117081780"/>
      </p:ext>
    </p:extLst>
  </p:cSld>
  <p:clrMapOvr>
    <a:masterClrMapping/>
  </p:clrMapOvr>
  <p:transition spd="slow">
    <p:split orient="vert"/>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5A4FA34-875C-99D0-4012-267EAB34B5AE}"/>
              </a:ext>
            </a:extLst>
          </p:cNvPr>
          <p:cNvSpPr>
            <a:spLocks noGrp="1"/>
          </p:cNvSpPr>
          <p:nvPr>
            <p:ph type="dt" sz="half" idx="10"/>
          </p:nvPr>
        </p:nvSpPr>
        <p:spPr/>
        <p:txBody>
          <a:bodyPr/>
          <a:lstStyle>
            <a:lvl1pPr>
              <a:defRPr/>
            </a:lvl1pPr>
          </a:lstStyle>
          <a:p>
            <a:pPr>
              <a:defRPr/>
            </a:pPr>
            <a:fld id="{73109088-35C9-4FC7-875A-31ECA9E29CF5}" type="datetime4">
              <a:rPr lang="en-US"/>
              <a:pPr>
                <a:defRPr/>
              </a:pPr>
              <a:t>June 12, 2023</a:t>
            </a:fld>
            <a:endParaRPr lang="en-US"/>
          </a:p>
        </p:txBody>
      </p:sp>
      <p:sp>
        <p:nvSpPr>
          <p:cNvPr id="5" name="Footer Placeholder 4">
            <a:extLst>
              <a:ext uri="{FF2B5EF4-FFF2-40B4-BE49-F238E27FC236}">
                <a16:creationId xmlns:a16="http://schemas.microsoft.com/office/drawing/2014/main" id="{7C8581FC-3C34-59E7-A779-2858E303EA9D}"/>
              </a:ext>
            </a:extLst>
          </p:cNvPr>
          <p:cNvSpPr>
            <a:spLocks noGrp="1"/>
          </p:cNvSpPr>
          <p:nvPr>
            <p:ph type="ftr" sz="quarter" idx="11"/>
          </p:nvPr>
        </p:nvSpPr>
        <p:spPr/>
        <p:txBody>
          <a:bodyPr/>
          <a:lstStyle>
            <a:lvl1pPr>
              <a:defRPr/>
            </a:lvl1pPr>
          </a:lstStyle>
          <a:p>
            <a:pPr>
              <a:defRPr/>
            </a:pPr>
            <a:r>
              <a:rPr lang="en-US"/>
              <a:t>Data Mining: Concepts and Techniques</a:t>
            </a:r>
          </a:p>
        </p:txBody>
      </p:sp>
      <p:sp>
        <p:nvSpPr>
          <p:cNvPr id="6" name="Slide Number Placeholder 5">
            <a:extLst>
              <a:ext uri="{FF2B5EF4-FFF2-40B4-BE49-F238E27FC236}">
                <a16:creationId xmlns:a16="http://schemas.microsoft.com/office/drawing/2014/main" id="{CC87CEAA-7182-62C5-269F-EA86ACA54413}"/>
              </a:ext>
            </a:extLst>
          </p:cNvPr>
          <p:cNvSpPr>
            <a:spLocks noGrp="1"/>
          </p:cNvSpPr>
          <p:nvPr>
            <p:ph type="sldNum" sz="quarter" idx="12"/>
          </p:nvPr>
        </p:nvSpPr>
        <p:spPr/>
        <p:txBody>
          <a:bodyPr/>
          <a:lstStyle>
            <a:lvl1pPr>
              <a:defRPr/>
            </a:lvl1pPr>
          </a:lstStyle>
          <a:p>
            <a:pPr>
              <a:defRPr/>
            </a:pPr>
            <a:fld id="{611DB214-4DE1-474A-997D-211AA6ABC593}" type="slidenum">
              <a:rPr lang="en-US" altLang="en-US"/>
              <a:pPr>
                <a:defRPr/>
              </a:pPr>
              <a:t>‹#›</a:t>
            </a:fld>
            <a:endParaRPr lang="en-US" altLang="en-US"/>
          </a:p>
        </p:txBody>
      </p:sp>
    </p:spTree>
    <p:extLst>
      <p:ext uri="{BB962C8B-B14F-4D97-AF65-F5344CB8AC3E}">
        <p14:creationId xmlns:p14="http://schemas.microsoft.com/office/powerpoint/2010/main" val="4082598961"/>
      </p:ext>
    </p:extLst>
  </p:cSld>
  <p:clrMapOvr>
    <a:masterClrMapping/>
  </p:clrMapOvr>
  <p:transition spd="slow">
    <p:split orient="vert"/>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pic>
        <p:nvPicPr>
          <p:cNvPr id="4" name="Picture 1" descr="Background 03.jpg">
            <a:extLst>
              <a:ext uri="{FF2B5EF4-FFF2-40B4-BE49-F238E27FC236}">
                <a16:creationId xmlns:a16="http://schemas.microsoft.com/office/drawing/2014/main" id="{F7FB2BE9-5AFB-F731-3FDE-9D404F43EF76}"/>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4763"/>
            <a:ext cx="10683875" cy="7553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1" descr="Background 02.jpg">
            <a:extLst>
              <a:ext uri="{FF2B5EF4-FFF2-40B4-BE49-F238E27FC236}">
                <a16:creationId xmlns:a16="http://schemas.microsoft.com/office/drawing/2014/main" id="{6A92D6A5-37A3-21BD-D5D1-5662EBE8FA10}"/>
              </a:ext>
            </a:extLst>
          </p:cNvPr>
          <p:cNvPicPr>
            <a:picLocks noChangeAspect="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0" y="4763"/>
            <a:ext cx="10683875" cy="7553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Rectangle 5">
            <a:extLst>
              <a:ext uri="{FF2B5EF4-FFF2-40B4-BE49-F238E27FC236}">
                <a16:creationId xmlns:a16="http://schemas.microsoft.com/office/drawing/2014/main" id="{5FD956B3-A481-219C-A835-6B5C0DBE569A}"/>
              </a:ext>
            </a:extLst>
          </p:cNvPr>
          <p:cNvSpPr/>
          <p:nvPr userDrawn="1"/>
        </p:nvSpPr>
        <p:spPr>
          <a:xfrm>
            <a:off x="2022475" y="3905250"/>
            <a:ext cx="3095625" cy="2987675"/>
          </a:xfrm>
          <a:prstGeom prst="rect">
            <a:avLst/>
          </a:prstGeom>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r>
              <a:rPr lang="en-US">
                <a:solidFill>
                  <a:srgbClr val="FFFFFF"/>
                </a:solidFill>
                <a:ea typeface="ＭＳ Ｐゴシック" charset="-128"/>
              </a:rPr>
              <a:t>IMAGE(S)</a:t>
            </a:r>
          </a:p>
        </p:txBody>
      </p:sp>
      <p:sp>
        <p:nvSpPr>
          <p:cNvPr id="7" name="Title 6">
            <a:extLst>
              <a:ext uri="{FF2B5EF4-FFF2-40B4-BE49-F238E27FC236}">
                <a16:creationId xmlns:a16="http://schemas.microsoft.com/office/drawing/2014/main" id="{0CB001AF-4F0A-9F0D-5956-187DEAB2C69B}"/>
              </a:ext>
            </a:extLst>
          </p:cNvPr>
          <p:cNvSpPr txBox="1">
            <a:spLocks/>
          </p:cNvSpPr>
          <p:nvPr userDrawn="1"/>
        </p:nvSpPr>
        <p:spPr bwMode="auto">
          <a:xfrm>
            <a:off x="5362575" y="3905250"/>
            <a:ext cx="5040313" cy="3097213"/>
          </a:xfrm>
          <a:prstGeom prst="rect">
            <a:avLst/>
          </a:prstGeom>
          <a:noFill/>
          <a:ln>
            <a:noFill/>
          </a:ln>
        </p:spPr>
        <p:txBody>
          <a:bodyPr lIns="104287" tIns="52144" rIns="104287" bIns="52144"/>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defRPr/>
            </a:pPr>
            <a:r>
              <a:rPr lang="en-GB" sz="2000" baseline="30000">
                <a:latin typeface="Open Sans"/>
              </a:rPr>
              <a:t>Body Copy Open Sans Bold 20pt</a:t>
            </a:r>
          </a:p>
          <a:p>
            <a:pPr eaLnBrk="1" hangingPunct="1">
              <a:defRPr/>
            </a:pPr>
            <a:endParaRPr lang="en-GB" sz="2000" baseline="30000">
              <a:latin typeface="Open Sans"/>
            </a:endParaRPr>
          </a:p>
          <a:p>
            <a:pPr eaLnBrk="1" hangingPunct="1">
              <a:defRPr/>
            </a:pPr>
            <a:r>
              <a:rPr lang="en-GB" sz="2000" baseline="30000">
                <a:latin typeface="Open Sans"/>
              </a:rPr>
              <a:t>Estio molorrorem vernatia dis et ute volupta tiaecatis maion premodi ciderum, nulparuntio eicit doluptatem saerum voluptur soluptatur, ime cusa doloria delestibus, officia aute consequibus, accatur eriossit liquo est, ullest, inistiatem lit odician dandebitis modi destius a de natur, nobis dolut delitat mint, optatqu ossimet expliqu amendipsunt quo bernatio. </a:t>
            </a:r>
          </a:p>
          <a:p>
            <a:pPr eaLnBrk="1" hangingPunct="1">
              <a:defRPr/>
            </a:pPr>
            <a:endParaRPr lang="en-GB" sz="2000" baseline="30000">
              <a:latin typeface="Open Sans"/>
            </a:endParaRPr>
          </a:p>
          <a:p>
            <a:pPr eaLnBrk="1" hangingPunct="1">
              <a:defRPr/>
            </a:pPr>
            <a:r>
              <a:rPr lang="en-GB" sz="2000" baseline="30000">
                <a:latin typeface="Open Sans"/>
              </a:rPr>
              <a:t>Nestiorerio berum ratquatur, sit, temque nis di accabore volliqui resequo quam quam ratiatus quidendae providi corro officiusamus etureped utas doloria si nobit idesti tet exero volendunt aute cor apicae enimusae moluptio voluptus etusa in es et doloreperia.</a:t>
            </a:r>
          </a:p>
        </p:txBody>
      </p:sp>
      <p:sp>
        <p:nvSpPr>
          <p:cNvPr id="8" name="Title 6">
            <a:extLst>
              <a:ext uri="{FF2B5EF4-FFF2-40B4-BE49-F238E27FC236}">
                <a16:creationId xmlns:a16="http://schemas.microsoft.com/office/drawing/2014/main" id="{3D5553AA-1689-EDC8-0431-D7356A4EAF84}"/>
              </a:ext>
            </a:extLst>
          </p:cNvPr>
          <p:cNvSpPr txBox="1">
            <a:spLocks/>
          </p:cNvSpPr>
          <p:nvPr userDrawn="1"/>
        </p:nvSpPr>
        <p:spPr bwMode="auto">
          <a:xfrm>
            <a:off x="1911350" y="2649538"/>
            <a:ext cx="6632575" cy="887412"/>
          </a:xfrm>
          <a:prstGeom prst="rect">
            <a:avLst/>
          </a:prstGeom>
          <a:noFill/>
          <a:ln>
            <a:noFill/>
          </a:ln>
        </p:spPr>
        <p:txBody>
          <a:bodyPr lIns="104287" tIns="52144" rIns="104287" bIns="52144"/>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lnSpc>
                <a:spcPct val="70000"/>
              </a:lnSpc>
              <a:defRPr/>
            </a:pPr>
            <a:r>
              <a:rPr lang="en-US" sz="3000" b="1">
                <a:solidFill>
                  <a:srgbClr val="0079B8"/>
                </a:solidFill>
                <a:latin typeface="Open Sans"/>
              </a:rPr>
              <a:t>Slide Title Open Sans Bold 30pt</a:t>
            </a:r>
            <a:br>
              <a:rPr lang="en-US" sz="3000" b="1">
                <a:solidFill>
                  <a:srgbClr val="0079B8"/>
                </a:solidFill>
                <a:latin typeface="Open Sans"/>
              </a:rPr>
            </a:br>
            <a:br>
              <a:rPr lang="en-US" sz="2200" b="1">
                <a:solidFill>
                  <a:srgbClr val="0079B8"/>
                </a:solidFill>
                <a:latin typeface="Open Sans"/>
              </a:rPr>
            </a:br>
            <a:r>
              <a:rPr lang="en-US" sz="2200" b="1">
                <a:solidFill>
                  <a:srgbClr val="0079B8"/>
                </a:solidFill>
                <a:latin typeface="Open Sans"/>
              </a:rPr>
              <a:t>Subtitle Open Sans Bold 22pt</a:t>
            </a:r>
          </a:p>
        </p:txBody>
      </p:sp>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Date Placeholder 3">
            <a:extLst>
              <a:ext uri="{FF2B5EF4-FFF2-40B4-BE49-F238E27FC236}">
                <a16:creationId xmlns:a16="http://schemas.microsoft.com/office/drawing/2014/main" id="{8B44DFC9-6652-58F2-EFA1-7231B05F3864}"/>
              </a:ext>
            </a:extLst>
          </p:cNvPr>
          <p:cNvSpPr>
            <a:spLocks noGrp="1"/>
          </p:cNvSpPr>
          <p:nvPr>
            <p:ph type="dt" sz="half" idx="10"/>
          </p:nvPr>
        </p:nvSpPr>
        <p:spPr/>
        <p:txBody>
          <a:bodyPr/>
          <a:lstStyle>
            <a:lvl1pPr>
              <a:defRPr smtClean="0"/>
            </a:lvl1pPr>
          </a:lstStyle>
          <a:p>
            <a:pPr>
              <a:defRPr/>
            </a:pPr>
            <a:fld id="{B4745B36-9CDB-4547-8D00-BCBBD0DA2AA2}" type="datetime4">
              <a:rPr lang="en-US"/>
              <a:pPr>
                <a:defRPr/>
              </a:pPr>
              <a:t>June 12, 2023</a:t>
            </a:fld>
            <a:endParaRPr lang="en-US"/>
          </a:p>
        </p:txBody>
      </p:sp>
      <p:sp>
        <p:nvSpPr>
          <p:cNvPr id="10" name="Footer Placeholder 4">
            <a:extLst>
              <a:ext uri="{FF2B5EF4-FFF2-40B4-BE49-F238E27FC236}">
                <a16:creationId xmlns:a16="http://schemas.microsoft.com/office/drawing/2014/main" id="{E6F5856A-CC7A-46EE-9168-B73D1E1C7E86}"/>
              </a:ext>
            </a:extLst>
          </p:cNvPr>
          <p:cNvSpPr>
            <a:spLocks noGrp="1"/>
          </p:cNvSpPr>
          <p:nvPr>
            <p:ph type="ftr" sz="quarter" idx="11"/>
          </p:nvPr>
        </p:nvSpPr>
        <p:spPr/>
        <p:txBody>
          <a:bodyPr/>
          <a:lstStyle>
            <a:lvl1pPr>
              <a:defRPr/>
            </a:lvl1pPr>
          </a:lstStyle>
          <a:p>
            <a:pPr>
              <a:defRPr/>
            </a:pPr>
            <a:r>
              <a:rPr lang="en-US"/>
              <a:t>Data Mining: Concepts and Techniques</a:t>
            </a:r>
          </a:p>
        </p:txBody>
      </p:sp>
      <p:sp>
        <p:nvSpPr>
          <p:cNvPr id="11" name="Slide Number Placeholder 5">
            <a:extLst>
              <a:ext uri="{FF2B5EF4-FFF2-40B4-BE49-F238E27FC236}">
                <a16:creationId xmlns:a16="http://schemas.microsoft.com/office/drawing/2014/main" id="{35A277CC-3102-3E02-617D-9CE9D9B99862}"/>
              </a:ext>
            </a:extLst>
          </p:cNvPr>
          <p:cNvSpPr>
            <a:spLocks noGrp="1"/>
          </p:cNvSpPr>
          <p:nvPr>
            <p:ph type="sldNum" sz="quarter" idx="12"/>
          </p:nvPr>
        </p:nvSpPr>
        <p:spPr/>
        <p:txBody>
          <a:bodyPr/>
          <a:lstStyle>
            <a:lvl1pPr>
              <a:defRPr/>
            </a:lvl1pPr>
          </a:lstStyle>
          <a:p>
            <a:pPr>
              <a:defRPr/>
            </a:pPr>
            <a:fld id="{C1F364B4-C6C1-4A8C-89EA-1B121AAD043A}" type="slidenum">
              <a:rPr lang="en-US" altLang="en-US"/>
              <a:pPr>
                <a:defRPr/>
              </a:pPr>
              <a:t>‹#›</a:t>
            </a:fld>
            <a:endParaRPr lang="en-US" altLang="en-US"/>
          </a:p>
        </p:txBody>
      </p:sp>
    </p:spTree>
    <p:extLst>
      <p:ext uri="{BB962C8B-B14F-4D97-AF65-F5344CB8AC3E}">
        <p14:creationId xmlns:p14="http://schemas.microsoft.com/office/powerpoint/2010/main" val="1911786185"/>
      </p:ext>
    </p:extLst>
  </p:cSld>
  <p:clrMapOvr>
    <a:masterClrMapping/>
  </p:clrMapOvr>
  <p:transition spd="slow">
    <p:split orient="vert"/>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pic>
        <p:nvPicPr>
          <p:cNvPr id="3" name="Picture 1" descr="Background 03.jpg">
            <a:extLst>
              <a:ext uri="{FF2B5EF4-FFF2-40B4-BE49-F238E27FC236}">
                <a16:creationId xmlns:a16="http://schemas.microsoft.com/office/drawing/2014/main" id="{EBAA625F-C71A-7929-EE44-8463DE9E1B86}"/>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4763"/>
            <a:ext cx="10683875" cy="7553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p:txBody>
          <a:bodyPr/>
          <a:lstStyle/>
          <a:p>
            <a:r>
              <a:rPr lang="en-US"/>
              <a:t>Click to edit Master title style</a:t>
            </a:r>
          </a:p>
        </p:txBody>
      </p:sp>
      <p:sp>
        <p:nvSpPr>
          <p:cNvPr id="4" name="Date Placeholder 2">
            <a:extLst>
              <a:ext uri="{FF2B5EF4-FFF2-40B4-BE49-F238E27FC236}">
                <a16:creationId xmlns:a16="http://schemas.microsoft.com/office/drawing/2014/main" id="{055A01BE-ECD1-BB9C-CD0F-92D8AE63FF78}"/>
              </a:ext>
            </a:extLst>
          </p:cNvPr>
          <p:cNvSpPr>
            <a:spLocks noGrp="1"/>
          </p:cNvSpPr>
          <p:nvPr>
            <p:ph type="dt" sz="half" idx="10"/>
          </p:nvPr>
        </p:nvSpPr>
        <p:spPr/>
        <p:txBody>
          <a:bodyPr/>
          <a:lstStyle>
            <a:lvl1pPr>
              <a:defRPr smtClean="0"/>
            </a:lvl1pPr>
          </a:lstStyle>
          <a:p>
            <a:pPr>
              <a:defRPr/>
            </a:pPr>
            <a:fld id="{EF55584F-7BAF-4BDA-AD60-23A47E6D4F55}" type="datetime4">
              <a:rPr lang="en-US"/>
              <a:pPr>
                <a:defRPr/>
              </a:pPr>
              <a:t>June 12, 2023</a:t>
            </a:fld>
            <a:endParaRPr lang="en-US"/>
          </a:p>
        </p:txBody>
      </p:sp>
      <p:sp>
        <p:nvSpPr>
          <p:cNvPr id="5" name="Footer Placeholder 3">
            <a:extLst>
              <a:ext uri="{FF2B5EF4-FFF2-40B4-BE49-F238E27FC236}">
                <a16:creationId xmlns:a16="http://schemas.microsoft.com/office/drawing/2014/main" id="{2558CB53-90E9-2D12-4F17-817A939BCAE1}"/>
              </a:ext>
            </a:extLst>
          </p:cNvPr>
          <p:cNvSpPr>
            <a:spLocks noGrp="1"/>
          </p:cNvSpPr>
          <p:nvPr>
            <p:ph type="ftr" sz="quarter" idx="11"/>
          </p:nvPr>
        </p:nvSpPr>
        <p:spPr/>
        <p:txBody>
          <a:bodyPr/>
          <a:lstStyle>
            <a:lvl1pPr>
              <a:defRPr/>
            </a:lvl1pPr>
          </a:lstStyle>
          <a:p>
            <a:pPr>
              <a:defRPr/>
            </a:pPr>
            <a:r>
              <a:rPr lang="en-US"/>
              <a:t>Data Mining: Concepts and Techniques</a:t>
            </a:r>
          </a:p>
        </p:txBody>
      </p:sp>
      <p:sp>
        <p:nvSpPr>
          <p:cNvPr id="6" name="Slide Number Placeholder 4">
            <a:extLst>
              <a:ext uri="{FF2B5EF4-FFF2-40B4-BE49-F238E27FC236}">
                <a16:creationId xmlns:a16="http://schemas.microsoft.com/office/drawing/2014/main" id="{684B448D-9A98-7EAF-64C2-FBBEEB99E354}"/>
              </a:ext>
            </a:extLst>
          </p:cNvPr>
          <p:cNvSpPr>
            <a:spLocks noGrp="1"/>
          </p:cNvSpPr>
          <p:nvPr>
            <p:ph type="sldNum" sz="quarter" idx="12"/>
          </p:nvPr>
        </p:nvSpPr>
        <p:spPr/>
        <p:txBody>
          <a:bodyPr/>
          <a:lstStyle>
            <a:lvl1pPr>
              <a:defRPr/>
            </a:lvl1pPr>
          </a:lstStyle>
          <a:p>
            <a:pPr>
              <a:defRPr/>
            </a:pPr>
            <a:fld id="{58FE1B2F-64F3-4DC6-944B-42D9907D29FE}" type="slidenum">
              <a:rPr lang="en-US" altLang="en-US"/>
              <a:pPr>
                <a:defRPr/>
              </a:pPr>
              <a:t>‹#›</a:t>
            </a:fld>
            <a:endParaRPr lang="en-US" altLang="en-US"/>
          </a:p>
        </p:txBody>
      </p:sp>
    </p:spTree>
    <p:extLst>
      <p:ext uri="{BB962C8B-B14F-4D97-AF65-F5344CB8AC3E}">
        <p14:creationId xmlns:p14="http://schemas.microsoft.com/office/powerpoint/2010/main" val="2102184551"/>
      </p:ext>
    </p:extLst>
  </p:cSld>
  <p:clrMapOvr>
    <a:masterClrMapping/>
  </p:clrMapOvr>
  <p:transition spd="slow">
    <p:split orient="vert"/>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26" name="Picture 8">
            <a:extLst>
              <a:ext uri="{FF2B5EF4-FFF2-40B4-BE49-F238E27FC236}">
                <a16:creationId xmlns:a16="http://schemas.microsoft.com/office/drawing/2014/main" id="{3664A002-644B-C31B-1D3F-4873F9FDE90A}"/>
              </a:ext>
            </a:extLst>
          </p:cNvPr>
          <p:cNvPicPr>
            <a:picLocks noChangeAspect="1" noChangeArrowheads="1"/>
          </p:cNvPicPr>
          <p:nvPr userDrawn="1"/>
        </p:nvPicPr>
        <p:blipFill>
          <a:blip r:embed="rId14">
            <a:extLst>
              <a:ext uri="{28A0092B-C50C-407E-A947-70E740481C1C}">
                <a14:useLocalDpi xmlns:a14="http://schemas.microsoft.com/office/drawing/2010/main" val="0"/>
              </a:ext>
            </a:extLst>
          </a:blip>
          <a:srcRect/>
          <a:stretch>
            <a:fillRect/>
          </a:stretch>
        </p:blipFill>
        <p:spPr bwMode="auto">
          <a:xfrm>
            <a:off x="0" y="0"/>
            <a:ext cx="5919788" cy="4440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7" name="Title Placeholder 1">
            <a:extLst>
              <a:ext uri="{FF2B5EF4-FFF2-40B4-BE49-F238E27FC236}">
                <a16:creationId xmlns:a16="http://schemas.microsoft.com/office/drawing/2014/main" id="{2FBFB8A8-270D-97BF-8EB8-9A975F72931D}"/>
              </a:ext>
            </a:extLst>
          </p:cNvPr>
          <p:cNvSpPr>
            <a:spLocks noGrp="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8" name="Text Placeholder 2">
            <a:extLst>
              <a:ext uri="{FF2B5EF4-FFF2-40B4-BE49-F238E27FC236}">
                <a16:creationId xmlns:a16="http://schemas.microsoft.com/office/drawing/2014/main" id="{9055F56E-DDD5-D745-6BD9-9D1356A78155}"/>
              </a:ext>
            </a:extLst>
          </p:cNvPr>
          <p:cNvSpPr>
            <a:spLocks noGrp="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 name="Date Placeholder 3">
            <a:extLst>
              <a:ext uri="{FF2B5EF4-FFF2-40B4-BE49-F238E27FC236}">
                <a16:creationId xmlns:a16="http://schemas.microsoft.com/office/drawing/2014/main" id="{B3F897D3-3791-7F93-1BBE-76ADF85A741E}"/>
              </a:ext>
            </a:extLst>
          </p:cNvPr>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eaLnBrk="1" fontAlgn="auto" hangingPunct="1">
              <a:spcBef>
                <a:spcPts val="0"/>
              </a:spcBef>
              <a:spcAft>
                <a:spcPts val="0"/>
              </a:spcAft>
              <a:defRPr sz="1200" smtClean="0">
                <a:solidFill>
                  <a:schemeClr val="tx1">
                    <a:tint val="75000"/>
                  </a:schemeClr>
                </a:solidFill>
                <a:latin typeface="+mn-lt"/>
              </a:defRPr>
            </a:lvl1pPr>
          </a:lstStyle>
          <a:p>
            <a:pPr>
              <a:defRPr/>
            </a:pPr>
            <a:fld id="{31448211-D70C-42BF-8664-ED0DE0AC20ED}" type="datetime4">
              <a:rPr lang="en-US"/>
              <a:pPr>
                <a:defRPr/>
              </a:pPr>
              <a:t>June 12, 2023</a:t>
            </a:fld>
            <a:endParaRPr lang="en-US"/>
          </a:p>
        </p:txBody>
      </p:sp>
      <p:sp>
        <p:nvSpPr>
          <p:cNvPr id="5" name="Footer Placeholder 4">
            <a:extLst>
              <a:ext uri="{FF2B5EF4-FFF2-40B4-BE49-F238E27FC236}">
                <a16:creationId xmlns:a16="http://schemas.microsoft.com/office/drawing/2014/main" id="{1328C156-9032-8FB4-04D7-08125B8FE315}"/>
              </a:ext>
            </a:extLst>
          </p:cNvPr>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eaLnBrk="1" fontAlgn="auto" hangingPunct="1">
              <a:spcBef>
                <a:spcPts val="0"/>
              </a:spcBef>
              <a:spcAft>
                <a:spcPts val="0"/>
              </a:spcAft>
              <a:defRPr sz="1200">
                <a:solidFill>
                  <a:schemeClr val="tx1">
                    <a:tint val="75000"/>
                  </a:schemeClr>
                </a:solidFill>
                <a:latin typeface="+mn-lt"/>
              </a:defRPr>
            </a:lvl1pPr>
          </a:lstStyle>
          <a:p>
            <a:pPr>
              <a:defRPr/>
            </a:pPr>
            <a:r>
              <a:rPr lang="en-US"/>
              <a:t>Data Mining: Concepts and Techniques</a:t>
            </a:r>
          </a:p>
        </p:txBody>
      </p:sp>
      <p:sp>
        <p:nvSpPr>
          <p:cNvPr id="6" name="Slide Number Placeholder 5">
            <a:extLst>
              <a:ext uri="{FF2B5EF4-FFF2-40B4-BE49-F238E27FC236}">
                <a16:creationId xmlns:a16="http://schemas.microsoft.com/office/drawing/2014/main" id="{B91069F2-7379-89F5-382E-EA569FCE7EBA}"/>
              </a:ext>
            </a:extLst>
          </p:cNvPr>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ctr" anchorCtr="0" compatLnSpc="1">
            <a:prstTxWarp prst="textNoShape">
              <a:avLst/>
            </a:prstTxWarp>
          </a:bodyPr>
          <a:lstStyle>
            <a:lvl1pPr algn="r" eaLnBrk="1" hangingPunct="1">
              <a:defRPr sz="1200">
                <a:solidFill>
                  <a:srgbClr val="898989"/>
                </a:solidFill>
                <a:latin typeface="Calibri" panose="020F0502020204030204" pitchFamily="34" charset="0"/>
              </a:defRPr>
            </a:lvl1pPr>
          </a:lstStyle>
          <a:p>
            <a:pPr>
              <a:defRPr/>
            </a:pPr>
            <a:fld id="{1D65D85C-A249-432C-B8D9-BA9567CF803F}"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sldLayoutIdLst>
    <p:sldLayoutId id="2147483961" r:id="rId1"/>
    <p:sldLayoutId id="2147483962" r:id="rId2"/>
    <p:sldLayoutId id="2147483953" r:id="rId3"/>
    <p:sldLayoutId id="2147483954" r:id="rId4"/>
    <p:sldLayoutId id="2147483955" r:id="rId5"/>
    <p:sldLayoutId id="2147483956" r:id="rId6"/>
    <p:sldLayoutId id="2147483957" r:id="rId7"/>
    <p:sldLayoutId id="2147483958" r:id="rId8"/>
    <p:sldLayoutId id="2147483959" r:id="rId9"/>
    <p:sldLayoutId id="2147483960" r:id="rId10"/>
    <p:sldLayoutId id="2147483963" r:id="rId11"/>
    <p:sldLayoutId id="2147483964" r:id="rId12"/>
  </p:sldLayoutIdLst>
  <p:transition spd="slow">
    <p:split orient="vert"/>
  </p:transition>
  <p:hf hdr="0" ftr="0" dt="0"/>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oleObject" Target="../embeddings/oleObject1.bin"/><Relationship Id="rId7" Type="http://schemas.openxmlformats.org/officeDocument/2006/relationships/image" Target="../media/image8.png"/><Relationship Id="rId2" Type="http://schemas.openxmlformats.org/officeDocument/2006/relationships/image" Target="../media/image5.jpeg"/><Relationship Id="rId1" Type="http://schemas.openxmlformats.org/officeDocument/2006/relationships/slideLayout" Target="../slideLayouts/slideLayout2.xml"/><Relationship Id="rId6" Type="http://schemas.openxmlformats.org/officeDocument/2006/relationships/image" Target="../media/image7.wmf"/><Relationship Id="rId5" Type="http://schemas.openxmlformats.org/officeDocument/2006/relationships/oleObject" Target="../embeddings/oleObject2.bin"/><Relationship Id="rId4" Type="http://schemas.openxmlformats.org/officeDocument/2006/relationships/image" Target="../media/image6.wmf"/></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9.wmf"/><Relationship Id="rId7" Type="http://schemas.openxmlformats.org/officeDocument/2006/relationships/image" Target="../media/image11.wmf"/><Relationship Id="rId2" Type="http://schemas.openxmlformats.org/officeDocument/2006/relationships/oleObject" Target="../embeddings/oleObject3.bin"/><Relationship Id="rId1" Type="http://schemas.openxmlformats.org/officeDocument/2006/relationships/slideLayout" Target="../slideLayouts/slideLayout2.xml"/><Relationship Id="rId6" Type="http://schemas.openxmlformats.org/officeDocument/2006/relationships/oleObject" Target="../embeddings/oleObject5.bin"/><Relationship Id="rId5" Type="http://schemas.openxmlformats.org/officeDocument/2006/relationships/image" Target="../media/image10.wmf"/><Relationship Id="rId4" Type="http://schemas.openxmlformats.org/officeDocument/2006/relationships/oleObject" Target="../embeddings/oleObject4.bin"/></Relationships>
</file>

<file path=ppt/slides/_rels/slide9.xml.rels><?xml version="1.0" encoding="UTF-8" standalone="yes"?>
<Relationships xmlns="http://schemas.openxmlformats.org/package/2006/relationships"><Relationship Id="rId3" Type="http://schemas.openxmlformats.org/officeDocument/2006/relationships/image" Target="../media/image13.wmf"/><Relationship Id="rId7" Type="http://schemas.openxmlformats.org/officeDocument/2006/relationships/image" Target="../media/image17.wmf"/><Relationship Id="rId2" Type="http://schemas.openxmlformats.org/officeDocument/2006/relationships/image" Target="../media/image12.wmf"/><Relationship Id="rId1" Type="http://schemas.openxmlformats.org/officeDocument/2006/relationships/slideLayout" Target="../slideLayouts/slideLayout2.xml"/><Relationship Id="rId6" Type="http://schemas.openxmlformats.org/officeDocument/2006/relationships/image" Target="../media/image16.wmf"/><Relationship Id="rId5" Type="http://schemas.openxmlformats.org/officeDocument/2006/relationships/image" Target="../media/image15.wmf"/><Relationship Id="rId4" Type="http://schemas.openxmlformats.org/officeDocument/2006/relationships/image" Target="../media/image14.wmf"/></Relationships>
</file>

<file path=ppt/slides/_rels/slide1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0.emf"/><Relationship Id="rId2" Type="http://schemas.openxmlformats.org/officeDocument/2006/relationships/oleObject" Target="../embeddings/oleObject6.bin"/><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1.wmf"/><Relationship Id="rId2" Type="http://schemas.openxmlformats.org/officeDocument/2006/relationships/oleObject" Target="../embeddings/oleObject7.bin"/><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2.wmf"/><Relationship Id="rId2" Type="http://schemas.openxmlformats.org/officeDocument/2006/relationships/oleObject" Target="../embeddings/oleObject8.bin"/><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4.emf"/><Relationship Id="rId2" Type="http://schemas.openxmlformats.org/officeDocument/2006/relationships/oleObject" Target="../embeddings/oleObject9.bin"/><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8.wmf"/><Relationship Id="rId2" Type="http://schemas.openxmlformats.org/officeDocument/2006/relationships/oleObject" Target="../embeddings/oleObject10.bin"/><Relationship Id="rId1" Type="http://schemas.openxmlformats.org/officeDocument/2006/relationships/slideLayout" Target="../slideLayouts/slideLayout2.xml"/><Relationship Id="rId5" Type="http://schemas.openxmlformats.org/officeDocument/2006/relationships/image" Target="../media/image29.wmf"/><Relationship Id="rId4" Type="http://schemas.openxmlformats.org/officeDocument/2006/relationships/oleObject" Target="../embeddings/oleObject11.bin"/></Relationships>
</file>

<file path=ppt/slides/_rels/slide27.xml.rels><?xml version="1.0" encoding="UTF-8" standalone="yes"?>
<Relationships xmlns="http://schemas.openxmlformats.org/package/2006/relationships"><Relationship Id="rId3" Type="http://schemas.openxmlformats.org/officeDocument/2006/relationships/image" Target="../media/image29.wmf"/><Relationship Id="rId2" Type="http://schemas.openxmlformats.org/officeDocument/2006/relationships/oleObject" Target="../embeddings/oleObject12.bin"/><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30.wmf"/><Relationship Id="rId2" Type="http://schemas.openxmlformats.org/officeDocument/2006/relationships/oleObject" Target="../embeddings/oleObject13.bin"/><Relationship Id="rId1" Type="http://schemas.openxmlformats.org/officeDocument/2006/relationships/slideLayout" Target="../slideLayouts/slideLayout2.xml"/><Relationship Id="rId5" Type="http://schemas.openxmlformats.org/officeDocument/2006/relationships/image" Target="../media/image31.wmf"/><Relationship Id="rId4" Type="http://schemas.openxmlformats.org/officeDocument/2006/relationships/oleObject" Target="../embeddings/oleObject14.bin"/></Relationships>
</file>

<file path=ppt/slides/_rels/slide29.xml.rels><?xml version="1.0" encoding="UTF-8" standalone="yes"?>
<Relationships xmlns="http://schemas.openxmlformats.org/package/2006/relationships"><Relationship Id="rId3" Type="http://schemas.openxmlformats.org/officeDocument/2006/relationships/image" Target="../media/image32.wmf"/><Relationship Id="rId7" Type="http://schemas.openxmlformats.org/officeDocument/2006/relationships/image" Target="../media/image34.wmf"/><Relationship Id="rId2" Type="http://schemas.openxmlformats.org/officeDocument/2006/relationships/oleObject" Target="../embeddings/oleObject15.bin"/><Relationship Id="rId1" Type="http://schemas.openxmlformats.org/officeDocument/2006/relationships/slideLayout" Target="../slideLayouts/slideLayout2.xml"/><Relationship Id="rId6" Type="http://schemas.openxmlformats.org/officeDocument/2006/relationships/oleObject" Target="../embeddings/oleObject17.bin"/><Relationship Id="rId5" Type="http://schemas.openxmlformats.org/officeDocument/2006/relationships/image" Target="../media/image33.wmf"/><Relationship Id="rId4" Type="http://schemas.openxmlformats.org/officeDocument/2006/relationships/oleObject" Target="../embeddings/oleObject16.bin"/></Relationships>
</file>

<file path=ppt/slides/_rels/slide30.xml.rels><?xml version="1.0" encoding="UTF-8" standalone="yes"?>
<Relationships xmlns="http://schemas.openxmlformats.org/package/2006/relationships"><Relationship Id="rId3" Type="http://schemas.openxmlformats.org/officeDocument/2006/relationships/image" Target="../media/image35.emf"/><Relationship Id="rId2" Type="http://schemas.openxmlformats.org/officeDocument/2006/relationships/oleObject" Target="../embeddings/oleObject18.bin"/><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35.emf"/><Relationship Id="rId2" Type="http://schemas.openxmlformats.org/officeDocument/2006/relationships/oleObject" Target="../embeddings/oleObject19.bin"/><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36.wmf"/><Relationship Id="rId2" Type="http://schemas.openxmlformats.org/officeDocument/2006/relationships/oleObject" Target="../embeddings/oleObject20.bin"/><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45.png"/><Relationship Id="rId4" Type="http://schemas.openxmlformats.org/officeDocument/2006/relationships/image" Target="../media/image44.png"/></Relationships>
</file>

<file path=ppt/slides/_rels/slide47.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48.png"/><Relationship Id="rId4" Type="http://schemas.openxmlformats.org/officeDocument/2006/relationships/image" Target="../media/image44.png"/></Relationships>
</file>

<file path=ppt/slides/_rels/slide49.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3.xml.rels><?xml version="1.0" encoding="UTF-8" standalone="yes"?>
<Relationships xmlns="http://schemas.openxmlformats.org/package/2006/relationships"><Relationship Id="rId3" Type="http://schemas.openxmlformats.org/officeDocument/2006/relationships/image" Target="../media/image52.emf"/><Relationship Id="rId2" Type="http://schemas.openxmlformats.org/officeDocument/2006/relationships/oleObject" Target="../embeddings/oleObject21.bin"/><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53.emf"/><Relationship Id="rId2" Type="http://schemas.openxmlformats.org/officeDocument/2006/relationships/oleObject" Target="../embeddings/oleObject22.bin"/><Relationship Id="rId1" Type="http://schemas.openxmlformats.org/officeDocument/2006/relationships/slideLayout" Target="../slideLayouts/slideLayout2.xml"/><Relationship Id="rId5" Type="http://schemas.openxmlformats.org/officeDocument/2006/relationships/image" Target="../media/image54.wmf"/><Relationship Id="rId4" Type="http://schemas.openxmlformats.org/officeDocument/2006/relationships/oleObject" Target="../embeddings/oleObject23.bin"/></Relationships>
</file>

<file path=ppt/slides/_rels/slide55.xml.rels><?xml version="1.0" encoding="UTF-8" standalone="yes"?>
<Relationships xmlns="http://schemas.openxmlformats.org/package/2006/relationships"><Relationship Id="rId8" Type="http://schemas.openxmlformats.org/officeDocument/2006/relationships/image" Target="../media/image61.png"/><Relationship Id="rId13" Type="http://schemas.openxmlformats.org/officeDocument/2006/relationships/image" Target="../media/image66.png"/><Relationship Id="rId3" Type="http://schemas.openxmlformats.org/officeDocument/2006/relationships/image" Target="../media/image56.png"/><Relationship Id="rId7" Type="http://schemas.openxmlformats.org/officeDocument/2006/relationships/image" Target="../media/image60.png"/><Relationship Id="rId12" Type="http://schemas.openxmlformats.org/officeDocument/2006/relationships/image" Target="../media/image65.png"/><Relationship Id="rId2" Type="http://schemas.openxmlformats.org/officeDocument/2006/relationships/image" Target="../media/image55.png"/><Relationship Id="rId1" Type="http://schemas.openxmlformats.org/officeDocument/2006/relationships/slideLayout" Target="../slideLayouts/slideLayout2.xml"/><Relationship Id="rId6" Type="http://schemas.openxmlformats.org/officeDocument/2006/relationships/image" Target="../media/image59.png"/><Relationship Id="rId11" Type="http://schemas.openxmlformats.org/officeDocument/2006/relationships/image" Target="../media/image64.png"/><Relationship Id="rId5" Type="http://schemas.openxmlformats.org/officeDocument/2006/relationships/image" Target="../media/image58.png"/><Relationship Id="rId10" Type="http://schemas.openxmlformats.org/officeDocument/2006/relationships/image" Target="../media/image63.png"/><Relationship Id="rId4" Type="http://schemas.openxmlformats.org/officeDocument/2006/relationships/image" Target="../media/image57.png"/><Relationship Id="rId9" Type="http://schemas.openxmlformats.org/officeDocument/2006/relationships/image" Target="../media/image62.png"/></Relationships>
</file>

<file path=ppt/slides/_rels/slide56.xml.rels><?xml version="1.0" encoding="UTF-8" standalone="yes"?>
<Relationships xmlns="http://schemas.openxmlformats.org/package/2006/relationships"><Relationship Id="rId3" Type="http://schemas.openxmlformats.org/officeDocument/2006/relationships/image" Target="../media/image67.emf"/><Relationship Id="rId2" Type="http://schemas.openxmlformats.org/officeDocument/2006/relationships/oleObject" Target="../embeddings/oleObject24.bin"/><Relationship Id="rId1" Type="http://schemas.openxmlformats.org/officeDocument/2006/relationships/slideLayout" Target="../slideLayouts/slideLayout2.xml"/><Relationship Id="rId5" Type="http://schemas.openxmlformats.org/officeDocument/2006/relationships/image" Target="../media/image68.emf"/><Relationship Id="rId4" Type="http://schemas.openxmlformats.org/officeDocument/2006/relationships/oleObject" Target="../embeddings/oleObject25.bin"/></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5171391C-610E-4F86-B0E1-57F5B3EB5BC1}"/>
              </a:ext>
            </a:extLst>
          </p:cNvPr>
          <p:cNvSpPr txBox="1">
            <a:spLocks/>
          </p:cNvSpPr>
          <p:nvPr/>
        </p:nvSpPr>
        <p:spPr bwMode="auto">
          <a:xfrm>
            <a:off x="1676400" y="2300288"/>
            <a:ext cx="7467600" cy="747712"/>
          </a:xfrm>
          <a:prstGeom prst="rect">
            <a:avLst/>
          </a:prstGeom>
          <a:noFill/>
          <a:ln w="9525">
            <a:noFill/>
            <a:miter lim="800000"/>
            <a:headEnd/>
            <a:tailEnd/>
          </a:ln>
        </p:spPr>
        <p:txBody>
          <a:bodyPr anchor="ctr"/>
          <a:lstStyle/>
          <a:p>
            <a:pPr algn="ctr">
              <a:defRPr/>
            </a:pPr>
            <a:r>
              <a:rPr lang="en-US" sz="2500" b="1" dirty="0">
                <a:solidFill>
                  <a:schemeClr val="bg1"/>
                </a:solidFill>
                <a:latin typeface="+mj-lt"/>
                <a:ea typeface="+mj-ea"/>
                <a:cs typeface="+mj-cs"/>
              </a:rPr>
              <a:t>Course  : COMP8043041 – Machine Learning</a:t>
            </a:r>
          </a:p>
          <a:p>
            <a:pPr algn="ctr">
              <a:defRPr/>
            </a:pPr>
            <a:r>
              <a:rPr lang="en-US" sz="2500" b="1" dirty="0">
                <a:solidFill>
                  <a:schemeClr val="bg1"/>
                </a:solidFill>
                <a:latin typeface="+mj-lt"/>
                <a:ea typeface="+mj-ea"/>
                <a:cs typeface="+mj-cs"/>
              </a:rPr>
              <a:t>Period : June 2023</a:t>
            </a:r>
            <a:endParaRPr lang="id-ID" sz="2500" b="1" dirty="0">
              <a:solidFill>
                <a:schemeClr val="bg1"/>
              </a:solidFill>
              <a:latin typeface="+mj-lt"/>
              <a:ea typeface="+mj-ea"/>
              <a:cs typeface="+mj-cs"/>
            </a:endParaRPr>
          </a:p>
        </p:txBody>
      </p:sp>
      <p:sp>
        <p:nvSpPr>
          <p:cNvPr id="5" name="Title 1">
            <a:extLst>
              <a:ext uri="{FF2B5EF4-FFF2-40B4-BE49-F238E27FC236}">
                <a16:creationId xmlns:a16="http://schemas.microsoft.com/office/drawing/2014/main" id="{896F2D7F-FA3C-3D27-767E-29199AF8CCFB}"/>
              </a:ext>
            </a:extLst>
          </p:cNvPr>
          <p:cNvSpPr txBox="1">
            <a:spLocks/>
          </p:cNvSpPr>
          <p:nvPr/>
        </p:nvSpPr>
        <p:spPr bwMode="auto">
          <a:xfrm>
            <a:off x="1676400" y="4067175"/>
            <a:ext cx="7467600" cy="1204913"/>
          </a:xfrm>
          <a:prstGeom prst="rect">
            <a:avLst/>
          </a:prstGeom>
          <a:noFill/>
          <a:ln w="9525">
            <a:noFill/>
            <a:miter lim="800000"/>
            <a:headEnd/>
            <a:tailEnd/>
          </a:ln>
        </p:spPr>
        <p:txBody>
          <a:bodyPr anchor="ctr"/>
          <a:lstStyle/>
          <a:p>
            <a:pPr algn="ctr">
              <a:defRPr/>
            </a:pPr>
            <a:r>
              <a:rPr lang="en-US" sz="3600" b="1" dirty="0">
                <a:solidFill>
                  <a:schemeClr val="bg1"/>
                </a:solidFill>
                <a:latin typeface="+mj-lt"/>
                <a:ea typeface="+mj-ea"/>
                <a:cs typeface="+mj-cs"/>
              </a:rPr>
              <a:t>Classification</a:t>
            </a:r>
          </a:p>
          <a:p>
            <a:pPr algn="ctr">
              <a:defRPr/>
            </a:pPr>
            <a:r>
              <a:rPr lang="en-US" sz="3600" b="1" dirty="0">
                <a:solidFill>
                  <a:schemeClr val="bg1"/>
                </a:solidFill>
                <a:latin typeface="+mj-lt"/>
                <a:ea typeface="+mj-ea"/>
                <a:cs typeface="+mj-cs"/>
              </a:rPr>
              <a:t>Session 04</a:t>
            </a:r>
          </a:p>
        </p:txBody>
      </p:sp>
      <p:sp>
        <p:nvSpPr>
          <p:cNvPr id="6" name="Title 1">
            <a:extLst>
              <a:ext uri="{FF2B5EF4-FFF2-40B4-BE49-F238E27FC236}">
                <a16:creationId xmlns:a16="http://schemas.microsoft.com/office/drawing/2014/main" id="{908EDE3E-1551-2B8C-CE6B-3487A3A1F7AA}"/>
              </a:ext>
            </a:extLst>
          </p:cNvPr>
          <p:cNvSpPr txBox="1">
            <a:spLocks/>
          </p:cNvSpPr>
          <p:nvPr/>
        </p:nvSpPr>
        <p:spPr bwMode="auto">
          <a:xfrm>
            <a:off x="1676400" y="6324600"/>
            <a:ext cx="7467600" cy="533400"/>
          </a:xfrm>
          <a:prstGeom prst="rect">
            <a:avLst/>
          </a:prstGeom>
          <a:noFill/>
          <a:ln w="9525">
            <a:noFill/>
            <a:miter lim="800000"/>
            <a:headEnd/>
            <a:tailEnd/>
          </a:ln>
        </p:spPr>
        <p:txBody>
          <a:bodyPr anchor="ctr"/>
          <a:lstStyle/>
          <a:p>
            <a:pPr algn="ctr">
              <a:defRPr/>
            </a:pPr>
            <a:r>
              <a:rPr lang="en-US" sz="2200" b="1" dirty="0">
                <a:solidFill>
                  <a:schemeClr val="bg1"/>
                </a:solidFill>
                <a:latin typeface="+mj-lt"/>
                <a:ea typeface="+mj-ea"/>
                <a:cs typeface="+mj-cs"/>
              </a:rPr>
              <a:t>KDS – Amalia Zahra, S.Kom., Ph.D.</a:t>
            </a:r>
            <a:endParaRPr lang="id-ID" sz="2200" b="1" dirty="0">
              <a:solidFill>
                <a:schemeClr val="bg1"/>
              </a:solidFill>
              <a:latin typeface="+mj-lt"/>
              <a:ea typeface="+mj-ea"/>
              <a:cs typeface="+mj-cs"/>
            </a:endParaRPr>
          </a:p>
        </p:txBody>
      </p:sp>
    </p:spTree>
  </p:cSld>
  <p:clrMapOvr>
    <a:masterClrMapping/>
  </p:clrMapOvr>
  <p:transition spd="slow">
    <p:split orient="vert"/>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itle 1">
            <a:extLst>
              <a:ext uri="{FF2B5EF4-FFF2-40B4-BE49-F238E27FC236}">
                <a16:creationId xmlns:a16="http://schemas.microsoft.com/office/drawing/2014/main" id="{387E4F53-1CD3-D99C-0AC2-57E421C16532}"/>
              </a:ext>
            </a:extLst>
          </p:cNvPr>
          <p:cNvSpPr>
            <a:spLocks noGrp="1"/>
          </p:cNvSpPr>
          <p:nvPr>
            <p:ph type="title"/>
          </p:nvPr>
        </p:nvSpPr>
        <p:spPr/>
        <p:txBody>
          <a:bodyPr/>
          <a:lstStyle/>
          <a:p>
            <a:r>
              <a:rPr lang="en-US" altLang="en-US">
                <a:latin typeface="Open Sans" panose="020B0606030504020204" pitchFamily="34" charset="0"/>
              </a:rPr>
              <a:t>Learning Outcomes</a:t>
            </a:r>
          </a:p>
        </p:txBody>
      </p:sp>
      <p:sp>
        <p:nvSpPr>
          <p:cNvPr id="3" name="Content Placeholder 2">
            <a:extLst>
              <a:ext uri="{FF2B5EF4-FFF2-40B4-BE49-F238E27FC236}">
                <a16:creationId xmlns:a16="http://schemas.microsoft.com/office/drawing/2014/main" id="{325E0F9B-0A94-5556-D517-BAF834CA7E19}"/>
              </a:ext>
            </a:extLst>
          </p:cNvPr>
          <p:cNvSpPr>
            <a:spLocks noGrp="1"/>
          </p:cNvSpPr>
          <p:nvPr>
            <p:ph idx="1"/>
          </p:nvPr>
        </p:nvSpPr>
        <p:spPr/>
        <p:txBody>
          <a:bodyPr>
            <a:noAutofit/>
          </a:bodyPr>
          <a:lstStyle/>
          <a:p>
            <a:pPr marL="0" indent="0">
              <a:buFont typeface="Arial" panose="020B0604020202020204" pitchFamily="34" charset="0"/>
              <a:buNone/>
              <a:defRPr/>
            </a:pPr>
            <a:r>
              <a:rPr lang="en-US" sz="2500" dirty="0"/>
              <a:t>After the completion of this session, students are expected to achieve the following learning outcomes:</a:t>
            </a:r>
          </a:p>
          <a:p>
            <a:pPr>
              <a:defRPr/>
            </a:pPr>
            <a:r>
              <a:rPr lang="en-US" sz="2500" dirty="0"/>
              <a:t>LO2: Describe the characteristics of various Machine Learning algorithms and understand how each of them works, including the mathematical principles underlying the algorithms.</a:t>
            </a:r>
          </a:p>
          <a:p>
            <a:pPr>
              <a:defRPr/>
            </a:pPr>
            <a:r>
              <a:rPr lang="en-US" sz="2500" dirty="0"/>
              <a:t>LO3: Apply relevant Machine Learning algorithms according to individual cases/problems and perform evaluation.</a:t>
            </a:r>
          </a:p>
          <a:p>
            <a:pPr>
              <a:defRPr/>
            </a:pPr>
            <a:r>
              <a:rPr lang="en-US" sz="2500" dirty="0"/>
              <a:t>LO4: Analyze the results obtained from Machine Learning experiments from several perspectives.</a:t>
            </a:r>
          </a:p>
          <a:p>
            <a:pPr>
              <a:defRPr/>
            </a:pPr>
            <a:endParaRPr lang="en-US" sz="2500" dirty="0"/>
          </a:p>
          <a:p>
            <a:pPr>
              <a:defRPr/>
            </a:pPr>
            <a:endParaRPr lang="en-US" sz="2500" dirty="0"/>
          </a:p>
        </p:txBody>
      </p:sp>
      <p:sp>
        <p:nvSpPr>
          <p:cNvPr id="8196" name="Slide Number Placeholder 3">
            <a:extLst>
              <a:ext uri="{FF2B5EF4-FFF2-40B4-BE49-F238E27FC236}">
                <a16:creationId xmlns:a16="http://schemas.microsoft.com/office/drawing/2014/main" id="{39B72152-D068-4727-13A1-930110DE779E}"/>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059FF64D-89D4-42E4-81AB-024751261DF3}" type="slidenum">
              <a:rPr lang="en-US" altLang="en-US" sz="1200" smtClean="0">
                <a:solidFill>
                  <a:srgbClr val="898989"/>
                </a:solidFill>
              </a:rPr>
              <a:pPr>
                <a:spcBef>
                  <a:spcPct val="0"/>
                </a:spcBef>
                <a:buFontTx/>
                <a:buNone/>
              </a:pPr>
              <a:t>2</a:t>
            </a:fld>
            <a:endParaRPr lang="en-US" altLang="en-US" sz="1200">
              <a:solidFill>
                <a:srgbClr val="898989"/>
              </a:solidFill>
            </a:endParaRPr>
          </a:p>
        </p:txBody>
      </p:sp>
    </p:spTree>
  </p:cSld>
  <p:clrMapOvr>
    <a:masterClrMapping/>
  </p:clrMapOvr>
  <p:transition spd="slow">
    <p:split orient="vert"/>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a:extLst>
              <a:ext uri="{FF2B5EF4-FFF2-40B4-BE49-F238E27FC236}">
                <a16:creationId xmlns:a16="http://schemas.microsoft.com/office/drawing/2014/main" id="{82549880-E4D3-2D65-6EC0-2FA68D547C8A}"/>
              </a:ext>
            </a:extLst>
          </p:cNvPr>
          <p:cNvSpPr>
            <a:spLocks noGrp="1"/>
          </p:cNvSpPr>
          <p:nvPr>
            <p:ph type="title"/>
          </p:nvPr>
        </p:nvSpPr>
        <p:spPr>
          <a:xfrm>
            <a:off x="1219200" y="533400"/>
            <a:ext cx="7391400" cy="914400"/>
          </a:xfrm>
        </p:spPr>
        <p:txBody>
          <a:bodyPr/>
          <a:lstStyle/>
          <a:p>
            <a:r>
              <a:rPr lang="en-US" altLang="en-US">
                <a:latin typeface="Open Sans" panose="020B0606030504020204" pitchFamily="34" charset="0"/>
              </a:rPr>
              <a:t>Topics</a:t>
            </a:r>
            <a:endParaRPr lang="id-ID" altLang="en-US">
              <a:latin typeface="Open Sans" panose="020B0606030504020204" pitchFamily="34" charset="0"/>
            </a:endParaRPr>
          </a:p>
        </p:txBody>
      </p:sp>
      <p:sp>
        <p:nvSpPr>
          <p:cNvPr id="9219" name="Content Placeholder 2">
            <a:extLst>
              <a:ext uri="{FF2B5EF4-FFF2-40B4-BE49-F238E27FC236}">
                <a16:creationId xmlns:a16="http://schemas.microsoft.com/office/drawing/2014/main" id="{8A20D54C-053A-6D8D-95D5-7F26F437A7A0}"/>
              </a:ext>
            </a:extLst>
          </p:cNvPr>
          <p:cNvSpPr>
            <a:spLocks noGrp="1"/>
          </p:cNvSpPr>
          <p:nvPr>
            <p:ph idx="1"/>
          </p:nvPr>
        </p:nvSpPr>
        <p:spPr>
          <a:xfrm>
            <a:off x="700088" y="1600200"/>
            <a:ext cx="8229600" cy="4391025"/>
          </a:xfrm>
        </p:spPr>
        <p:txBody>
          <a:bodyPr>
            <a:normAutofit lnSpcReduction="10000"/>
          </a:bodyPr>
          <a:lstStyle/>
          <a:p>
            <a:pPr>
              <a:defRPr/>
            </a:pPr>
            <a:r>
              <a:rPr lang="en-US" altLang="en-US" sz="3200" dirty="0">
                <a:latin typeface="Open Sans" pitchFamily="34" charset="0"/>
              </a:rPr>
              <a:t>What is classification?</a:t>
            </a:r>
          </a:p>
          <a:p>
            <a:pPr>
              <a:defRPr/>
            </a:pPr>
            <a:r>
              <a:rPr lang="en-US" altLang="en-US" sz="3200" dirty="0">
                <a:latin typeface="Open Sans" pitchFamily="34" charset="0"/>
              </a:rPr>
              <a:t>k-Nearest Neighbor Classifier</a:t>
            </a:r>
          </a:p>
          <a:p>
            <a:pPr>
              <a:defRPr/>
            </a:pPr>
            <a:r>
              <a:rPr lang="en-US" altLang="en-US" sz="3200" dirty="0">
                <a:latin typeface="Open Sans" pitchFamily="34" charset="0"/>
              </a:rPr>
              <a:t>Naïve Bayes Classifier</a:t>
            </a:r>
          </a:p>
          <a:p>
            <a:pPr>
              <a:defRPr/>
            </a:pPr>
            <a:r>
              <a:rPr lang="en-US" altLang="en-US" sz="3200" dirty="0">
                <a:latin typeface="Open Sans" pitchFamily="34" charset="0"/>
              </a:rPr>
              <a:t>Decision Tree</a:t>
            </a:r>
          </a:p>
          <a:p>
            <a:pPr>
              <a:defRPr/>
            </a:pPr>
            <a:r>
              <a:rPr lang="en-US" altLang="en-US" sz="3200" dirty="0">
                <a:latin typeface="Open Sans" pitchFamily="34" charset="0"/>
              </a:rPr>
              <a:t>Advanced Methods in Classification (Introduction)</a:t>
            </a:r>
          </a:p>
          <a:p>
            <a:pPr lvl="1">
              <a:defRPr/>
            </a:pPr>
            <a:r>
              <a:rPr lang="en-US" altLang="en-US" sz="3200" dirty="0">
                <a:latin typeface="Open Sans" pitchFamily="34" charset="0"/>
              </a:rPr>
              <a:t>Artificial Neural Network (ANN)</a:t>
            </a:r>
          </a:p>
          <a:p>
            <a:pPr lvl="1">
              <a:defRPr/>
            </a:pPr>
            <a:r>
              <a:rPr lang="en-US" altLang="en-US" sz="3200" dirty="0">
                <a:latin typeface="Open Sans" pitchFamily="34" charset="0"/>
              </a:rPr>
              <a:t>Support Vector Machine (SVM)</a:t>
            </a:r>
          </a:p>
          <a:p>
            <a:pPr>
              <a:defRPr/>
            </a:pPr>
            <a:endParaRPr lang="en-US" altLang="en-US" sz="3200" dirty="0">
              <a:latin typeface="Open Sans" pitchFamily="34" charset="0"/>
            </a:endParaRPr>
          </a:p>
        </p:txBody>
      </p:sp>
      <p:sp>
        <p:nvSpPr>
          <p:cNvPr id="9220" name="Slide Number Placeholder 1">
            <a:extLst>
              <a:ext uri="{FF2B5EF4-FFF2-40B4-BE49-F238E27FC236}">
                <a16:creationId xmlns:a16="http://schemas.microsoft.com/office/drawing/2014/main" id="{BE34E955-D514-21A2-65EE-E8AD0894D0E5}"/>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576AE50B-C5A9-46C3-9868-9B9421A1EFB1}" type="slidenum">
              <a:rPr lang="en-US" altLang="en-US" sz="1200" smtClean="0">
                <a:solidFill>
                  <a:srgbClr val="898989"/>
                </a:solidFill>
              </a:rPr>
              <a:pPr>
                <a:spcBef>
                  <a:spcPct val="0"/>
                </a:spcBef>
                <a:buFontTx/>
                <a:buNone/>
              </a:pPr>
              <a:t>3</a:t>
            </a:fld>
            <a:endParaRPr lang="en-US" altLang="en-US" sz="1200">
              <a:solidFill>
                <a:srgbClr val="898989"/>
              </a:solidFill>
            </a:endParaRPr>
          </a:p>
        </p:txBody>
      </p:sp>
    </p:spTree>
  </p:cSld>
  <p:clrMapOvr>
    <a:masterClrMapping/>
  </p:clrMapOvr>
  <p:transition spd="slow">
    <p:split orient="vert"/>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68EB9A-0DD4-0939-2CAB-B8A52557FDF8}"/>
              </a:ext>
            </a:extLst>
          </p:cNvPr>
          <p:cNvSpPr>
            <a:spLocks noGrp="1"/>
          </p:cNvSpPr>
          <p:nvPr>
            <p:ph type="title"/>
          </p:nvPr>
        </p:nvSpPr>
        <p:spPr/>
        <p:txBody>
          <a:bodyPr>
            <a:normAutofit fontScale="90000"/>
          </a:bodyPr>
          <a:lstStyle/>
          <a:p>
            <a:pPr>
              <a:defRPr/>
            </a:pPr>
            <a:r>
              <a:rPr lang="en-US" dirty="0"/>
              <a:t>What is Classification? (Review)</a:t>
            </a:r>
          </a:p>
        </p:txBody>
      </p:sp>
      <p:sp>
        <p:nvSpPr>
          <p:cNvPr id="10243" name="Content Placeholder 2">
            <a:extLst>
              <a:ext uri="{FF2B5EF4-FFF2-40B4-BE49-F238E27FC236}">
                <a16:creationId xmlns:a16="http://schemas.microsoft.com/office/drawing/2014/main" id="{147B5163-4C94-BC9A-E4DE-D42337246FD9}"/>
              </a:ext>
            </a:extLst>
          </p:cNvPr>
          <p:cNvSpPr>
            <a:spLocks noGrp="1"/>
          </p:cNvSpPr>
          <p:nvPr>
            <p:ph idx="1"/>
          </p:nvPr>
        </p:nvSpPr>
        <p:spPr/>
        <p:txBody>
          <a:bodyPr/>
          <a:lstStyle/>
          <a:p>
            <a:r>
              <a:rPr lang="en-US" altLang="id-ID">
                <a:latin typeface="Arial" panose="020B0604020202020204" pitchFamily="34" charset="0"/>
                <a:cs typeface="Arial" panose="020B0604020202020204" pitchFamily="34" charset="0"/>
              </a:rPr>
              <a:t>Given a collection of records (as training set)</a:t>
            </a:r>
            <a:r>
              <a:rPr lang="id-ID" altLang="id-ID">
                <a:latin typeface="Arial" panose="020B0604020202020204" pitchFamily="34" charset="0"/>
                <a:cs typeface="Arial" panose="020B0604020202020204" pitchFamily="34" charset="0"/>
              </a:rPr>
              <a:t>, e</a:t>
            </a:r>
            <a:r>
              <a:rPr lang="en-US" altLang="id-ID">
                <a:latin typeface="Arial" panose="020B0604020202020204" pitchFamily="34" charset="0"/>
                <a:cs typeface="Arial" panose="020B0604020202020204" pitchFamily="34" charset="0"/>
              </a:rPr>
              <a:t>ach record contains a set of attributes, one of the attributes is the class.</a:t>
            </a:r>
          </a:p>
          <a:p>
            <a:r>
              <a:rPr lang="en-US" altLang="id-ID">
                <a:latin typeface="Arial" panose="020B0604020202020204" pitchFamily="34" charset="0"/>
                <a:cs typeface="Arial" panose="020B0604020202020204" pitchFamily="34" charset="0"/>
              </a:rPr>
              <a:t>Find a model for class attribute as a function of the values of other attributes.</a:t>
            </a:r>
          </a:p>
          <a:p>
            <a:r>
              <a:rPr lang="en-US" altLang="id-ID" b="1" i="1" u="sng">
                <a:latin typeface="Arial" panose="020B0604020202020204" pitchFamily="34" charset="0"/>
                <a:cs typeface="Arial" panose="020B0604020202020204" pitchFamily="34" charset="0"/>
              </a:rPr>
              <a:t>Goal</a:t>
            </a:r>
            <a:r>
              <a:rPr lang="en-US" altLang="id-ID">
                <a:latin typeface="Arial" panose="020B0604020202020204" pitchFamily="34" charset="0"/>
                <a:cs typeface="Arial" panose="020B0604020202020204" pitchFamily="34" charset="0"/>
              </a:rPr>
              <a:t>: previously unseen records should be assigned a class as accurately as possible.</a:t>
            </a:r>
          </a:p>
          <a:p>
            <a:pPr lvl="1"/>
            <a:r>
              <a:rPr lang="en-US" altLang="id-ID" sz="2400">
                <a:latin typeface="Arial" panose="020B0604020202020204" pitchFamily="34" charset="0"/>
                <a:cs typeface="Arial" panose="020B0604020202020204" pitchFamily="34" charset="0"/>
              </a:rPr>
              <a:t>A test set is used to determine the accuracy of the model. Usually, the given data set is divided into training and test sets, with training set used to build the model and test set used to validate it.</a:t>
            </a:r>
          </a:p>
          <a:p>
            <a:endParaRPr lang="en-US" altLang="en-US">
              <a:latin typeface="Open Sans" panose="020B0606030504020204" pitchFamily="34" charset="0"/>
            </a:endParaRPr>
          </a:p>
          <a:p>
            <a:endParaRPr lang="en-US" altLang="en-US">
              <a:latin typeface="Open Sans" panose="020B0606030504020204" pitchFamily="34" charset="0"/>
            </a:endParaRPr>
          </a:p>
        </p:txBody>
      </p:sp>
      <p:sp>
        <p:nvSpPr>
          <p:cNvPr id="10244" name="Slide Number Placeholder 3">
            <a:extLst>
              <a:ext uri="{FF2B5EF4-FFF2-40B4-BE49-F238E27FC236}">
                <a16:creationId xmlns:a16="http://schemas.microsoft.com/office/drawing/2014/main" id="{864ADCB4-D466-CDA9-9B83-A18BEAD0F47D}"/>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B14766FE-60D5-49C8-987F-61AF14241E49}" type="slidenum">
              <a:rPr lang="en-US" altLang="en-US" sz="1200" smtClean="0">
                <a:solidFill>
                  <a:srgbClr val="898989"/>
                </a:solidFill>
              </a:rPr>
              <a:pPr>
                <a:spcBef>
                  <a:spcPct val="0"/>
                </a:spcBef>
                <a:buFontTx/>
                <a:buNone/>
              </a:pPr>
              <a:t>4</a:t>
            </a:fld>
            <a:endParaRPr lang="en-US" altLang="en-US" sz="1200">
              <a:solidFill>
                <a:srgbClr val="898989"/>
              </a:solidFill>
            </a:endParaRPr>
          </a:p>
        </p:txBody>
      </p:sp>
    </p:spTree>
  </p:cSld>
  <p:clrMapOvr>
    <a:masterClrMapping/>
  </p:clrMapOvr>
  <p:transition spd="slow">
    <p:split orient="vert"/>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F81AA8-EBEA-7B50-69C8-AADCC6A6AFF4}"/>
              </a:ext>
            </a:extLst>
          </p:cNvPr>
          <p:cNvSpPr>
            <a:spLocks noGrp="1"/>
          </p:cNvSpPr>
          <p:nvPr>
            <p:ph type="title"/>
          </p:nvPr>
        </p:nvSpPr>
        <p:spPr/>
        <p:txBody>
          <a:bodyPr>
            <a:normAutofit fontScale="90000"/>
          </a:bodyPr>
          <a:lstStyle/>
          <a:p>
            <a:pPr>
              <a:defRPr/>
            </a:pPr>
            <a:r>
              <a:rPr lang="en-US" dirty="0"/>
              <a:t>Examples of Classification Task</a:t>
            </a:r>
          </a:p>
        </p:txBody>
      </p:sp>
      <p:sp>
        <p:nvSpPr>
          <p:cNvPr id="11267" name="Content Placeholder 2">
            <a:extLst>
              <a:ext uri="{FF2B5EF4-FFF2-40B4-BE49-F238E27FC236}">
                <a16:creationId xmlns:a16="http://schemas.microsoft.com/office/drawing/2014/main" id="{A6D4D2E7-1D67-5261-E96C-B05F655B3589}"/>
              </a:ext>
            </a:extLst>
          </p:cNvPr>
          <p:cNvSpPr>
            <a:spLocks noGrp="1"/>
          </p:cNvSpPr>
          <p:nvPr>
            <p:ph idx="1"/>
          </p:nvPr>
        </p:nvSpPr>
        <p:spPr>
          <a:xfrm>
            <a:off x="685800" y="1676400"/>
            <a:ext cx="5715000" cy="4953000"/>
          </a:xfrm>
        </p:spPr>
        <p:txBody>
          <a:bodyPr/>
          <a:lstStyle/>
          <a:p>
            <a:r>
              <a:rPr lang="id-ID" altLang="id-ID" sz="2100">
                <a:latin typeface="Open Sans" panose="020B0606030504020204" pitchFamily="34" charset="0"/>
                <a:ea typeface="MS PGothic" panose="020B0600070205080204" pitchFamily="34" charset="-128"/>
              </a:rPr>
              <a:t>Banking: </a:t>
            </a:r>
            <a:r>
              <a:rPr lang="en-US" altLang="id-ID" sz="2100">
                <a:latin typeface="Open Sans" panose="020B0606030504020204" pitchFamily="34" charset="0"/>
                <a:ea typeface="MS PGothic" panose="020B0600070205080204" pitchFamily="34" charset="-128"/>
              </a:rPr>
              <a:t>Credit/loan approval</a:t>
            </a:r>
            <a:endParaRPr lang="id-ID" altLang="id-ID" sz="2100">
              <a:latin typeface="Open Sans" panose="020B0606030504020204" pitchFamily="34" charset="0"/>
              <a:ea typeface="MS PGothic" panose="020B0600070205080204" pitchFamily="34" charset="-128"/>
            </a:endParaRPr>
          </a:p>
          <a:p>
            <a:pPr marL="341313" lvl="1" indent="-341313">
              <a:buClr>
                <a:schemeClr val="accent1"/>
              </a:buClr>
              <a:buSzPct val="110000"/>
              <a:buFont typeface="Arial" panose="020B0604020202020204" pitchFamily="34" charset="0"/>
              <a:buChar char="•"/>
            </a:pPr>
            <a:r>
              <a:rPr lang="en-US" altLang="id-ID" sz="2000">
                <a:latin typeface="Open Sans" panose="020B0606030504020204" pitchFamily="34" charset="0"/>
                <a:ea typeface="MS PGothic" panose="020B0600070205080204" pitchFamily="34" charset="-128"/>
              </a:rPr>
              <a:t>Fraud detection: if a transaction is fraudulent</a:t>
            </a:r>
          </a:p>
          <a:p>
            <a:r>
              <a:rPr lang="en-US" altLang="id-ID" sz="2100">
                <a:latin typeface="Open Sans" panose="020B0606030504020204" pitchFamily="34" charset="0"/>
                <a:ea typeface="MS PGothic" panose="020B0600070205080204" pitchFamily="34" charset="-128"/>
              </a:rPr>
              <a:t>Detecting spam email messages based upon the message header and content </a:t>
            </a:r>
            <a:endParaRPr lang="id-ID" altLang="id-ID" sz="2100">
              <a:latin typeface="Open Sans" panose="020B0606030504020204" pitchFamily="34" charset="0"/>
              <a:ea typeface="MS PGothic" panose="020B0600070205080204" pitchFamily="34" charset="-128"/>
            </a:endParaRPr>
          </a:p>
          <a:p>
            <a:r>
              <a:rPr lang="id-ID" altLang="id-ID" sz="2100">
                <a:latin typeface="Open Sans" panose="020B0606030504020204" pitchFamily="34" charset="0"/>
                <a:ea typeface="MS PGothic" panose="020B0600070205080204" pitchFamily="34" charset="-128"/>
              </a:rPr>
              <a:t>Medical diagnosis: </a:t>
            </a:r>
            <a:r>
              <a:rPr lang="en-US" altLang="id-ID" sz="2100">
                <a:latin typeface="Open Sans" panose="020B0606030504020204" pitchFamily="34" charset="0"/>
                <a:ea typeface="MS PGothic" panose="020B0600070205080204" pitchFamily="34" charset="-128"/>
              </a:rPr>
              <a:t>Predicting tumor cells as benign or malignant</a:t>
            </a:r>
            <a:r>
              <a:rPr lang="id-ID" altLang="id-ID" sz="2100">
                <a:latin typeface="Open Sans" panose="020B0606030504020204" pitchFamily="34" charset="0"/>
                <a:ea typeface="MS PGothic" panose="020B0600070205080204" pitchFamily="34" charset="-128"/>
              </a:rPr>
              <a:t> </a:t>
            </a:r>
            <a:r>
              <a:rPr lang="en-US" altLang="id-ID" sz="2100">
                <a:latin typeface="Open Sans" panose="020B0606030504020204" pitchFamily="34" charset="0"/>
                <a:ea typeface="MS PGothic" panose="020B0600070205080204" pitchFamily="34" charset="-128"/>
              </a:rPr>
              <a:t>based upon the results of MRI scans</a:t>
            </a:r>
            <a:endParaRPr lang="id-ID" altLang="id-ID" sz="2100">
              <a:latin typeface="Open Sans" panose="020B0606030504020204" pitchFamily="34" charset="0"/>
              <a:ea typeface="MS PGothic" panose="020B0600070205080204" pitchFamily="34" charset="-128"/>
            </a:endParaRPr>
          </a:p>
          <a:p>
            <a:r>
              <a:rPr lang="id-ID" altLang="id-ID" sz="2100">
                <a:latin typeface="Open Sans" panose="020B0606030504020204" pitchFamily="34" charset="0"/>
                <a:ea typeface="MS PGothic" panose="020B0600070205080204" pitchFamily="34" charset="-128"/>
              </a:rPr>
              <a:t>Biology: </a:t>
            </a:r>
            <a:r>
              <a:rPr lang="en-US" altLang="id-ID" sz="2100">
                <a:latin typeface="Open Sans" panose="020B0606030504020204" pitchFamily="34" charset="0"/>
                <a:ea typeface="MS PGothic" panose="020B0600070205080204" pitchFamily="34" charset="-128"/>
              </a:rPr>
              <a:t>Classifying secondary structures of protein as alpha-helix, beta-sheet, or random coil</a:t>
            </a:r>
          </a:p>
          <a:p>
            <a:r>
              <a:rPr lang="id-ID" altLang="id-ID" sz="2100">
                <a:latin typeface="Open Sans" panose="020B0606030504020204" pitchFamily="34" charset="0"/>
                <a:ea typeface="MS PGothic" panose="020B0600070205080204" pitchFamily="34" charset="-128"/>
              </a:rPr>
              <a:t>Web page categorization: </a:t>
            </a:r>
            <a:r>
              <a:rPr lang="en-US" altLang="id-ID" sz="2100">
                <a:latin typeface="Open Sans" panose="020B0606030504020204" pitchFamily="34" charset="0"/>
                <a:ea typeface="MS PGothic" panose="020B0600070205080204" pitchFamily="34" charset="-128"/>
              </a:rPr>
              <a:t>Categorizing news stories as finance, weather, entertainment, sports, etc</a:t>
            </a:r>
          </a:p>
          <a:p>
            <a:endParaRPr lang="en-US" altLang="en-US">
              <a:latin typeface="Open Sans" panose="020B0606030504020204" pitchFamily="34" charset="0"/>
            </a:endParaRPr>
          </a:p>
        </p:txBody>
      </p:sp>
      <p:sp>
        <p:nvSpPr>
          <p:cNvPr id="11268" name="Slide Number Placeholder 3">
            <a:extLst>
              <a:ext uri="{FF2B5EF4-FFF2-40B4-BE49-F238E27FC236}">
                <a16:creationId xmlns:a16="http://schemas.microsoft.com/office/drawing/2014/main" id="{2F83B20F-E596-2992-1D59-212049F98CD2}"/>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86C93913-C3FF-4266-BCF4-A45AF0C970E3}" type="slidenum">
              <a:rPr lang="en-US" altLang="en-US" sz="1200" smtClean="0">
                <a:solidFill>
                  <a:srgbClr val="898989"/>
                </a:solidFill>
              </a:rPr>
              <a:pPr>
                <a:spcBef>
                  <a:spcPct val="0"/>
                </a:spcBef>
                <a:buFontTx/>
                <a:buNone/>
              </a:pPr>
              <a:t>5</a:t>
            </a:fld>
            <a:endParaRPr lang="en-US" altLang="en-US" sz="1200">
              <a:solidFill>
                <a:srgbClr val="898989"/>
              </a:solidFill>
            </a:endParaRPr>
          </a:p>
        </p:txBody>
      </p:sp>
      <p:grpSp>
        <p:nvGrpSpPr>
          <p:cNvPr id="11269" name="Group 4">
            <a:extLst>
              <a:ext uri="{FF2B5EF4-FFF2-40B4-BE49-F238E27FC236}">
                <a16:creationId xmlns:a16="http://schemas.microsoft.com/office/drawing/2014/main" id="{78E893AE-7B9F-D80A-BFC5-5BC9A1F1D2A6}"/>
              </a:ext>
            </a:extLst>
          </p:cNvPr>
          <p:cNvGrpSpPr>
            <a:grpSpLocks/>
          </p:cNvGrpSpPr>
          <p:nvPr/>
        </p:nvGrpSpPr>
        <p:grpSpPr bwMode="auto">
          <a:xfrm>
            <a:off x="6688138" y="1820863"/>
            <a:ext cx="1939925" cy="1417637"/>
            <a:chOff x="3360" y="768"/>
            <a:chExt cx="1296" cy="893"/>
          </a:xfrm>
        </p:grpSpPr>
        <p:pic>
          <p:nvPicPr>
            <p:cNvPr id="11271" name="Picture 5" descr="story-3dimensional-2">
              <a:extLst>
                <a:ext uri="{FF2B5EF4-FFF2-40B4-BE49-F238E27FC236}">
                  <a16:creationId xmlns:a16="http://schemas.microsoft.com/office/drawing/2014/main" id="{650A9B6D-7AAB-35B1-971D-EDAF7B1917E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18" y="768"/>
              <a:ext cx="1238" cy="8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11272" name="Object 6">
              <a:extLst>
                <a:ext uri="{FF2B5EF4-FFF2-40B4-BE49-F238E27FC236}">
                  <a16:creationId xmlns:a16="http://schemas.microsoft.com/office/drawing/2014/main" id="{DACC0FC4-75E4-653C-BF34-B6E050E8CAF1}"/>
                </a:ext>
              </a:extLst>
            </p:cNvPr>
            <p:cNvGraphicFramePr>
              <a:graphicFrameLocks noChangeAspect="1"/>
            </p:cNvGraphicFramePr>
            <p:nvPr/>
          </p:nvGraphicFramePr>
          <p:xfrm>
            <a:off x="3370" y="1155"/>
            <a:ext cx="432" cy="429"/>
          </p:xfrm>
          <a:graphic>
            <a:graphicData uri="http://schemas.openxmlformats.org/presentationml/2006/ole">
              <mc:AlternateContent xmlns:mc="http://schemas.openxmlformats.org/markup-compatibility/2006">
                <mc:Choice xmlns:v="urn:schemas-microsoft-com:vml" Requires="v">
                  <p:oleObj name="VISIO" r:id="rId3" imgW="617220" imgH="615696" progId="Visio.Drawing.6">
                    <p:embed/>
                  </p:oleObj>
                </mc:Choice>
                <mc:Fallback>
                  <p:oleObj name="VISIO" r:id="rId3" imgW="617220" imgH="615696" progId="Visio.Drawing.6">
                    <p:embed/>
                    <p:pic>
                      <p:nvPicPr>
                        <p:cNvPr id="11272" name="Object 6">
                          <a:extLst>
                            <a:ext uri="{FF2B5EF4-FFF2-40B4-BE49-F238E27FC236}">
                              <a16:creationId xmlns:a16="http://schemas.microsoft.com/office/drawing/2014/main" id="{DACC0FC4-75E4-653C-BF34-B6E050E8CAF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370" y="1155"/>
                          <a:ext cx="432" cy="4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1273" name="Object 7">
              <a:extLst>
                <a:ext uri="{FF2B5EF4-FFF2-40B4-BE49-F238E27FC236}">
                  <a16:creationId xmlns:a16="http://schemas.microsoft.com/office/drawing/2014/main" id="{DE98B2CD-5A12-76A8-32E2-F377A2519B9D}"/>
                </a:ext>
              </a:extLst>
            </p:cNvPr>
            <p:cNvGraphicFramePr>
              <a:graphicFrameLocks noChangeAspect="1"/>
            </p:cNvGraphicFramePr>
            <p:nvPr/>
          </p:nvGraphicFramePr>
          <p:xfrm>
            <a:off x="3360" y="912"/>
            <a:ext cx="432" cy="355"/>
          </p:xfrm>
          <a:graphic>
            <a:graphicData uri="http://schemas.openxmlformats.org/presentationml/2006/ole">
              <mc:AlternateContent xmlns:mc="http://schemas.openxmlformats.org/markup-compatibility/2006">
                <mc:Choice xmlns:v="urn:schemas-microsoft-com:vml" Requires="v">
                  <p:oleObj name="VISIO" r:id="rId5" imgW="806196" imgH="662940" progId="Visio.Drawing.6">
                    <p:embed/>
                  </p:oleObj>
                </mc:Choice>
                <mc:Fallback>
                  <p:oleObj name="VISIO" r:id="rId5" imgW="806196" imgH="662940" progId="Visio.Drawing.6">
                    <p:embed/>
                    <p:pic>
                      <p:nvPicPr>
                        <p:cNvPr id="11273" name="Object 7">
                          <a:extLst>
                            <a:ext uri="{FF2B5EF4-FFF2-40B4-BE49-F238E27FC236}">
                              <a16:creationId xmlns:a16="http://schemas.microsoft.com/office/drawing/2014/main" id="{DE98B2CD-5A12-76A8-32E2-F377A2519B9D}"/>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360" y="912"/>
                          <a:ext cx="432" cy="3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pic>
        <p:nvPicPr>
          <p:cNvPr id="11270" name="Picture 8" descr="pro">
            <a:extLst>
              <a:ext uri="{FF2B5EF4-FFF2-40B4-BE49-F238E27FC236}">
                <a16:creationId xmlns:a16="http://schemas.microsoft.com/office/drawing/2014/main" id="{49F7A7E3-9051-0D02-0BBA-EA4E3534650A}"/>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934200" y="3886200"/>
            <a:ext cx="1447800" cy="2319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split orient="vert"/>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itle 1">
            <a:extLst>
              <a:ext uri="{FF2B5EF4-FFF2-40B4-BE49-F238E27FC236}">
                <a16:creationId xmlns:a16="http://schemas.microsoft.com/office/drawing/2014/main" id="{8D2C96CE-9281-1CAE-DA24-241901D8624E}"/>
              </a:ext>
            </a:extLst>
          </p:cNvPr>
          <p:cNvSpPr>
            <a:spLocks noGrp="1"/>
          </p:cNvSpPr>
          <p:nvPr>
            <p:ph type="title"/>
          </p:nvPr>
        </p:nvSpPr>
        <p:spPr/>
        <p:txBody>
          <a:bodyPr/>
          <a:lstStyle/>
          <a:p>
            <a:r>
              <a:rPr lang="en-US" altLang="en-US">
                <a:latin typeface="Open Sans" panose="020B0606030504020204" pitchFamily="34" charset="0"/>
              </a:rPr>
              <a:t>Classification Algorithms</a:t>
            </a:r>
          </a:p>
        </p:txBody>
      </p:sp>
      <p:sp>
        <p:nvSpPr>
          <p:cNvPr id="12291" name="Slide Number Placeholder 3">
            <a:extLst>
              <a:ext uri="{FF2B5EF4-FFF2-40B4-BE49-F238E27FC236}">
                <a16:creationId xmlns:a16="http://schemas.microsoft.com/office/drawing/2014/main" id="{2D4CA1F6-05E8-84EE-8630-04EC717E1730}"/>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D02B7412-C589-463D-BB9F-38C4A99E274C}" type="slidenum">
              <a:rPr lang="en-US" altLang="en-US" sz="1200" smtClean="0">
                <a:solidFill>
                  <a:srgbClr val="898989"/>
                </a:solidFill>
              </a:rPr>
              <a:pPr>
                <a:spcBef>
                  <a:spcPct val="0"/>
                </a:spcBef>
                <a:buFontTx/>
                <a:buNone/>
              </a:pPr>
              <a:t>6</a:t>
            </a:fld>
            <a:endParaRPr lang="en-US" altLang="en-US" sz="1200">
              <a:solidFill>
                <a:srgbClr val="898989"/>
              </a:solidFill>
            </a:endParaRPr>
          </a:p>
        </p:txBody>
      </p:sp>
      <p:graphicFrame>
        <p:nvGraphicFramePr>
          <p:cNvPr id="5" name="Table 5">
            <a:extLst>
              <a:ext uri="{FF2B5EF4-FFF2-40B4-BE49-F238E27FC236}">
                <a16:creationId xmlns:a16="http://schemas.microsoft.com/office/drawing/2014/main" id="{7771D8B4-CFE2-9DFE-CF67-77F556083E29}"/>
              </a:ext>
            </a:extLst>
          </p:cNvPr>
          <p:cNvGraphicFramePr>
            <a:graphicFrameLocks noGrp="1"/>
          </p:cNvGraphicFramePr>
          <p:nvPr>
            <p:ph idx="1"/>
          </p:nvPr>
        </p:nvGraphicFramePr>
        <p:xfrm>
          <a:off x="685800" y="1905000"/>
          <a:ext cx="8229600" cy="3657599"/>
        </p:xfrm>
        <a:graphic>
          <a:graphicData uri="http://schemas.openxmlformats.org/drawingml/2006/table">
            <a:tbl>
              <a:tblPr firstRow="1" bandRow="1">
                <a:tableStyleId>{FABFCF23-3B69-468F-B69F-88F6DE6A72F2}</a:tableStyleId>
              </a:tblPr>
              <a:tblGrid>
                <a:gridCol w="4114800">
                  <a:extLst>
                    <a:ext uri="{9D8B030D-6E8A-4147-A177-3AD203B41FA5}">
                      <a16:colId xmlns:a16="http://schemas.microsoft.com/office/drawing/2014/main" val="20000"/>
                    </a:ext>
                  </a:extLst>
                </a:gridCol>
                <a:gridCol w="4114800">
                  <a:extLst>
                    <a:ext uri="{9D8B030D-6E8A-4147-A177-3AD203B41FA5}">
                      <a16:colId xmlns:a16="http://schemas.microsoft.com/office/drawing/2014/main" val="20001"/>
                    </a:ext>
                  </a:extLst>
                </a:gridCol>
              </a:tblGrid>
              <a:tr h="858469">
                <a:tc>
                  <a:txBody>
                    <a:bodyPr/>
                    <a:lstStyle/>
                    <a:p>
                      <a:pPr algn="ctr"/>
                      <a:r>
                        <a:rPr lang="en-US" sz="3200" dirty="0"/>
                        <a:t>Regression</a:t>
                      </a:r>
                    </a:p>
                  </a:txBody>
                  <a:tcPr anchor="ctr"/>
                </a:tc>
                <a:tc>
                  <a:txBody>
                    <a:bodyPr/>
                    <a:lstStyle/>
                    <a:p>
                      <a:pPr algn="ctr"/>
                      <a:r>
                        <a:rPr lang="en-US" sz="3200" dirty="0"/>
                        <a:t>Classification</a:t>
                      </a:r>
                    </a:p>
                  </a:txBody>
                  <a:tcPr anchor="ctr"/>
                </a:tc>
                <a:extLst>
                  <a:ext uri="{0D108BD9-81ED-4DB2-BD59-A6C34878D82A}">
                    <a16:rowId xmlns:a16="http://schemas.microsoft.com/office/drawing/2014/main" val="10000"/>
                  </a:ext>
                </a:extLst>
              </a:tr>
              <a:tr h="520284">
                <a:tc>
                  <a:txBody>
                    <a:bodyPr/>
                    <a:lstStyle/>
                    <a:p>
                      <a:pPr>
                        <a:spcBef>
                          <a:spcPts val="300"/>
                        </a:spcBef>
                        <a:spcAft>
                          <a:spcPts val="300"/>
                        </a:spcAft>
                      </a:pPr>
                      <a:r>
                        <a:rPr lang="en-US" sz="2000" dirty="0"/>
                        <a:t>Linear Regression</a:t>
                      </a:r>
                    </a:p>
                  </a:txBody>
                  <a:tcPr anchor="ctr"/>
                </a:tc>
                <a:tc>
                  <a:txBody>
                    <a:bodyPr/>
                    <a:lstStyle/>
                    <a:p>
                      <a:pPr>
                        <a:spcBef>
                          <a:spcPts val="300"/>
                        </a:spcBef>
                        <a:spcAft>
                          <a:spcPts val="300"/>
                        </a:spcAft>
                      </a:pPr>
                      <a:r>
                        <a:rPr lang="en-US" sz="2000" dirty="0"/>
                        <a:t>k-Nearest Neighbor (KNN)</a:t>
                      </a:r>
                    </a:p>
                  </a:txBody>
                  <a:tcPr anchor="ctr"/>
                </a:tc>
                <a:extLst>
                  <a:ext uri="{0D108BD9-81ED-4DB2-BD59-A6C34878D82A}">
                    <a16:rowId xmlns:a16="http://schemas.microsoft.com/office/drawing/2014/main" val="10001"/>
                  </a:ext>
                </a:extLst>
              </a:tr>
              <a:tr h="468256">
                <a:tc>
                  <a:txBody>
                    <a:bodyPr/>
                    <a:lstStyle/>
                    <a:p>
                      <a:pPr>
                        <a:spcBef>
                          <a:spcPts val="300"/>
                        </a:spcBef>
                        <a:spcAft>
                          <a:spcPts val="300"/>
                        </a:spcAft>
                      </a:pPr>
                      <a:r>
                        <a:rPr lang="en-US" sz="2000" dirty="0"/>
                        <a:t>Non-Linear Regression</a:t>
                      </a:r>
                    </a:p>
                  </a:txBody>
                  <a:tcPr anchor="ctr"/>
                </a:tc>
                <a:tc>
                  <a:txBody>
                    <a:bodyPr/>
                    <a:lstStyle/>
                    <a:p>
                      <a:pPr>
                        <a:spcBef>
                          <a:spcPts val="300"/>
                        </a:spcBef>
                        <a:spcAft>
                          <a:spcPts val="300"/>
                        </a:spcAft>
                      </a:pPr>
                      <a:r>
                        <a:rPr lang="en-US" sz="2000" dirty="0"/>
                        <a:t>Decision Tree</a:t>
                      </a:r>
                    </a:p>
                  </a:txBody>
                  <a:tcPr anchor="ctr"/>
                </a:tc>
                <a:extLst>
                  <a:ext uri="{0D108BD9-81ED-4DB2-BD59-A6C34878D82A}">
                    <a16:rowId xmlns:a16="http://schemas.microsoft.com/office/drawing/2014/main" val="10002"/>
                  </a:ext>
                </a:extLst>
              </a:tr>
              <a:tr h="494270">
                <a:tc>
                  <a:txBody>
                    <a:bodyPr/>
                    <a:lstStyle/>
                    <a:p>
                      <a:pPr>
                        <a:spcBef>
                          <a:spcPts val="300"/>
                        </a:spcBef>
                        <a:spcAft>
                          <a:spcPts val="300"/>
                        </a:spcAft>
                      </a:pPr>
                      <a:r>
                        <a:rPr lang="en-US" sz="2000" dirty="0"/>
                        <a:t>Random Forest</a:t>
                      </a:r>
                    </a:p>
                  </a:txBody>
                  <a:tcPr anchor="ctr"/>
                </a:tc>
                <a:tc>
                  <a:txBody>
                    <a:bodyPr/>
                    <a:lstStyle/>
                    <a:p>
                      <a:pPr>
                        <a:spcBef>
                          <a:spcPts val="300"/>
                        </a:spcBef>
                        <a:spcAft>
                          <a:spcPts val="300"/>
                        </a:spcAft>
                      </a:pPr>
                      <a:r>
                        <a:rPr lang="en-US" sz="2000" dirty="0"/>
                        <a:t>Naïve Bayes</a:t>
                      </a:r>
                    </a:p>
                  </a:txBody>
                  <a:tcPr anchor="ctr"/>
                </a:tc>
                <a:extLst>
                  <a:ext uri="{0D108BD9-81ED-4DB2-BD59-A6C34878D82A}">
                    <a16:rowId xmlns:a16="http://schemas.microsoft.com/office/drawing/2014/main" val="10003"/>
                  </a:ext>
                </a:extLst>
              </a:tr>
              <a:tr h="442242">
                <a:tc>
                  <a:txBody>
                    <a:bodyPr/>
                    <a:lstStyle/>
                    <a:p>
                      <a:pPr>
                        <a:spcBef>
                          <a:spcPts val="300"/>
                        </a:spcBef>
                        <a:spcAft>
                          <a:spcPts val="300"/>
                        </a:spcAft>
                      </a:pPr>
                      <a:r>
                        <a:rPr lang="en-US" sz="2000" dirty="0"/>
                        <a:t>Multilayer Perceptron</a:t>
                      </a:r>
                    </a:p>
                  </a:txBody>
                  <a:tcPr anchor="ctr"/>
                </a:tc>
                <a:tc>
                  <a:txBody>
                    <a:bodyPr/>
                    <a:lstStyle/>
                    <a:p>
                      <a:pPr>
                        <a:spcBef>
                          <a:spcPts val="300"/>
                        </a:spcBef>
                        <a:spcAft>
                          <a:spcPts val="300"/>
                        </a:spcAft>
                      </a:pPr>
                      <a:r>
                        <a:rPr lang="en-US" sz="2000" dirty="0"/>
                        <a:t>Support Vector Machine (SVM)</a:t>
                      </a:r>
                    </a:p>
                  </a:txBody>
                  <a:tcPr anchor="ctr"/>
                </a:tc>
                <a:extLst>
                  <a:ext uri="{0D108BD9-81ED-4DB2-BD59-A6C34878D82A}">
                    <a16:rowId xmlns:a16="http://schemas.microsoft.com/office/drawing/2014/main" val="10004"/>
                  </a:ext>
                </a:extLst>
              </a:tr>
              <a:tr h="468256">
                <a:tc>
                  <a:txBody>
                    <a:bodyPr/>
                    <a:lstStyle/>
                    <a:p>
                      <a:pPr>
                        <a:spcBef>
                          <a:spcPts val="300"/>
                        </a:spcBef>
                        <a:spcAft>
                          <a:spcPts val="300"/>
                        </a:spcAft>
                      </a:pPr>
                      <a:r>
                        <a:rPr lang="en-US" sz="2000" dirty="0"/>
                        <a:t>Convolutional Neural Network (CNN)</a:t>
                      </a:r>
                    </a:p>
                  </a:txBody>
                  <a:tcPr anchor="ctr"/>
                </a:tc>
                <a:tc>
                  <a:txBody>
                    <a:bodyPr/>
                    <a:lstStyle/>
                    <a:p>
                      <a:pPr marL="0" marR="0" lvl="0" indent="0" algn="l" defTabSz="914400" rtl="0" eaLnBrk="1" fontAlgn="auto" latinLnBrk="0" hangingPunct="1">
                        <a:lnSpc>
                          <a:spcPct val="100000"/>
                        </a:lnSpc>
                        <a:spcBef>
                          <a:spcPts val="300"/>
                        </a:spcBef>
                        <a:spcAft>
                          <a:spcPts val="300"/>
                        </a:spcAft>
                        <a:buClrTx/>
                        <a:buSzTx/>
                        <a:buFontTx/>
                        <a:buNone/>
                        <a:tabLst/>
                        <a:defRPr/>
                      </a:pPr>
                      <a:r>
                        <a:rPr lang="en-US" sz="2000" dirty="0"/>
                        <a:t>Artificial Neural Network (ANN)</a:t>
                      </a:r>
                    </a:p>
                  </a:txBody>
                  <a:tcPr anchor="ctr"/>
                </a:tc>
                <a:extLst>
                  <a:ext uri="{0D108BD9-81ED-4DB2-BD59-A6C34878D82A}">
                    <a16:rowId xmlns:a16="http://schemas.microsoft.com/office/drawing/2014/main" val="10005"/>
                  </a:ext>
                </a:extLst>
              </a:tr>
              <a:tr h="405822">
                <a:tc>
                  <a:txBody>
                    <a:bodyPr/>
                    <a:lstStyle/>
                    <a:p>
                      <a:pPr>
                        <a:spcBef>
                          <a:spcPts val="300"/>
                        </a:spcBef>
                        <a:spcAft>
                          <a:spcPts val="300"/>
                        </a:spcAft>
                      </a:pPr>
                      <a:r>
                        <a:rPr lang="en-US" sz="2000" dirty="0" err="1"/>
                        <a:t>etc</a:t>
                      </a:r>
                      <a:endParaRPr lang="en-US" sz="2000" dirty="0"/>
                    </a:p>
                  </a:txBody>
                  <a:tcPr anchor="ctr"/>
                </a:tc>
                <a:tc>
                  <a:txBody>
                    <a:bodyPr/>
                    <a:lstStyle/>
                    <a:p>
                      <a:pPr marL="0" marR="0" lvl="0" indent="0" algn="l" defTabSz="914400" rtl="0" eaLnBrk="1" fontAlgn="auto" latinLnBrk="0" hangingPunct="1">
                        <a:lnSpc>
                          <a:spcPct val="100000"/>
                        </a:lnSpc>
                        <a:spcBef>
                          <a:spcPts val="300"/>
                        </a:spcBef>
                        <a:spcAft>
                          <a:spcPts val="300"/>
                        </a:spcAft>
                        <a:buClrTx/>
                        <a:buSzTx/>
                        <a:buFontTx/>
                        <a:buNone/>
                        <a:tabLst/>
                        <a:defRPr/>
                      </a:pPr>
                      <a:r>
                        <a:rPr lang="en-US" sz="2000" dirty="0" err="1"/>
                        <a:t>etc</a:t>
                      </a:r>
                      <a:endParaRPr lang="en-US" sz="2000" dirty="0"/>
                    </a:p>
                  </a:txBody>
                  <a:tcPr anchor="ctr"/>
                </a:tc>
                <a:extLst>
                  <a:ext uri="{0D108BD9-81ED-4DB2-BD59-A6C34878D82A}">
                    <a16:rowId xmlns:a16="http://schemas.microsoft.com/office/drawing/2014/main" val="10006"/>
                  </a:ext>
                </a:extLst>
              </a:tr>
            </a:tbl>
          </a:graphicData>
        </a:graphic>
      </p:graphicFrame>
      <p:grpSp>
        <p:nvGrpSpPr>
          <p:cNvPr id="8" name="Group 7">
            <a:extLst>
              <a:ext uri="{FF2B5EF4-FFF2-40B4-BE49-F238E27FC236}">
                <a16:creationId xmlns:a16="http://schemas.microsoft.com/office/drawing/2014/main" id="{4FEA2ED1-11FD-3B01-D368-56A139FDAEDE}"/>
              </a:ext>
            </a:extLst>
          </p:cNvPr>
          <p:cNvGrpSpPr>
            <a:grpSpLocks/>
          </p:cNvGrpSpPr>
          <p:nvPr/>
        </p:nvGrpSpPr>
        <p:grpSpPr bwMode="auto">
          <a:xfrm>
            <a:off x="609600" y="1752600"/>
            <a:ext cx="8458200" cy="4267200"/>
            <a:chOff x="609600" y="1752600"/>
            <a:chExt cx="8458200" cy="4267200"/>
          </a:xfrm>
        </p:grpSpPr>
        <p:sp>
          <p:nvSpPr>
            <p:cNvPr id="6" name="Rectangle 5">
              <a:extLst>
                <a:ext uri="{FF2B5EF4-FFF2-40B4-BE49-F238E27FC236}">
                  <a16:creationId xmlns:a16="http://schemas.microsoft.com/office/drawing/2014/main" id="{C1392DDC-B010-623E-20FA-C055144968F5}"/>
                </a:ext>
              </a:extLst>
            </p:cNvPr>
            <p:cNvSpPr/>
            <p:nvPr/>
          </p:nvSpPr>
          <p:spPr>
            <a:xfrm>
              <a:off x="4724400" y="1752600"/>
              <a:ext cx="4343400" cy="4267200"/>
            </a:xfrm>
            <a:prstGeom prst="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7" name="Rectangle 6">
              <a:extLst>
                <a:ext uri="{FF2B5EF4-FFF2-40B4-BE49-F238E27FC236}">
                  <a16:creationId xmlns:a16="http://schemas.microsoft.com/office/drawing/2014/main" id="{3BC0A752-C07F-14A7-E5AE-843EFC6A8F26}"/>
                </a:ext>
              </a:extLst>
            </p:cNvPr>
            <p:cNvSpPr/>
            <p:nvPr/>
          </p:nvSpPr>
          <p:spPr>
            <a:xfrm>
              <a:off x="609600" y="1752600"/>
              <a:ext cx="3962400" cy="4267200"/>
            </a:xfrm>
            <a:prstGeom prst="rect">
              <a:avLst/>
            </a:prstGeom>
            <a:solidFill>
              <a:schemeClr val="bg1">
                <a:lumMod val="6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grpSp>
    </p:spTree>
  </p:cSld>
  <p:clrMapOvr>
    <a:masterClrMapping/>
  </p:clrMapOvr>
  <p:transition spd="slow">
    <p:split orient="vert"/>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a:extLst>
              <a:ext uri="{FF2B5EF4-FFF2-40B4-BE49-F238E27FC236}">
                <a16:creationId xmlns:a16="http://schemas.microsoft.com/office/drawing/2014/main" id="{A666EF2F-E3C7-EECB-47AF-DA638F18791A}"/>
              </a:ext>
            </a:extLst>
          </p:cNvPr>
          <p:cNvSpPr>
            <a:spLocks noGrp="1"/>
          </p:cNvSpPr>
          <p:nvPr>
            <p:ph type="title"/>
          </p:nvPr>
        </p:nvSpPr>
        <p:spPr/>
        <p:txBody>
          <a:bodyPr/>
          <a:lstStyle/>
          <a:p>
            <a:r>
              <a:rPr lang="en-US" altLang="en-US">
                <a:latin typeface="Open Sans" panose="020B0606030504020204" pitchFamily="34" charset="0"/>
              </a:rPr>
              <a:t>Instance-Based Classifiers</a:t>
            </a:r>
          </a:p>
        </p:txBody>
      </p:sp>
      <p:sp>
        <p:nvSpPr>
          <p:cNvPr id="3" name="Content Placeholder 2">
            <a:extLst>
              <a:ext uri="{FF2B5EF4-FFF2-40B4-BE49-F238E27FC236}">
                <a16:creationId xmlns:a16="http://schemas.microsoft.com/office/drawing/2014/main" id="{7F9B12E5-AABF-DD2A-5D13-989E75164B25}"/>
              </a:ext>
            </a:extLst>
          </p:cNvPr>
          <p:cNvSpPr>
            <a:spLocks noGrp="1"/>
          </p:cNvSpPr>
          <p:nvPr>
            <p:ph idx="1"/>
          </p:nvPr>
        </p:nvSpPr>
        <p:spPr>
          <a:xfrm>
            <a:off x="685800" y="1600200"/>
            <a:ext cx="8229600" cy="4953000"/>
          </a:xfrm>
        </p:spPr>
        <p:txBody>
          <a:bodyPr>
            <a:normAutofit fontScale="92500" lnSpcReduction="10000"/>
          </a:bodyPr>
          <a:lstStyle/>
          <a:p>
            <a:pPr marL="0" indent="0">
              <a:buFont typeface="Arial" panose="020B0604020202020204" pitchFamily="34" charset="0"/>
              <a:buNone/>
              <a:defRPr/>
            </a:pPr>
            <a:r>
              <a:rPr lang="en-US" altLang="en-US" dirty="0"/>
              <a:t>What are they?</a:t>
            </a:r>
          </a:p>
          <a:p>
            <a:pPr>
              <a:defRPr/>
            </a:pPr>
            <a:r>
              <a:rPr lang="en-US" altLang="en-US" dirty="0"/>
              <a:t>The simplest form of learning because no parameter needs to be learned.</a:t>
            </a:r>
          </a:p>
          <a:p>
            <a:pPr>
              <a:defRPr/>
            </a:pPr>
            <a:endParaRPr lang="en-US" altLang="en-US" dirty="0"/>
          </a:p>
          <a:p>
            <a:pPr marL="0" indent="0">
              <a:buFont typeface="Arial" panose="020B0604020202020204" pitchFamily="34" charset="0"/>
              <a:buNone/>
              <a:defRPr/>
            </a:pPr>
            <a:r>
              <a:rPr lang="en-US" altLang="en-US" dirty="0"/>
              <a:t>Where is the knowledge?</a:t>
            </a:r>
          </a:p>
          <a:p>
            <a:pPr>
              <a:defRPr/>
            </a:pPr>
            <a:r>
              <a:rPr lang="en-US" altLang="en-US" dirty="0"/>
              <a:t>The samples/instances themselves represent the knowledge</a:t>
            </a:r>
          </a:p>
          <a:p>
            <a:pPr>
              <a:defRPr/>
            </a:pPr>
            <a:endParaRPr lang="en-US" altLang="en-US" dirty="0"/>
          </a:p>
          <a:p>
            <a:pPr marL="0" indent="0">
              <a:buFont typeface="Arial" panose="020B0604020202020204" pitchFamily="34" charset="0"/>
              <a:buNone/>
              <a:defRPr/>
            </a:pPr>
            <a:r>
              <a:rPr lang="en-US" altLang="en-US" dirty="0"/>
              <a:t>How do they learn?</a:t>
            </a:r>
          </a:p>
          <a:p>
            <a:pPr>
              <a:defRPr/>
            </a:pPr>
            <a:r>
              <a:rPr lang="en-US" altLang="en-US" dirty="0"/>
              <a:t>Similarity function i.e. distance function defines learning. They are only active when a new instance must be classified.</a:t>
            </a:r>
          </a:p>
        </p:txBody>
      </p:sp>
      <p:sp>
        <p:nvSpPr>
          <p:cNvPr id="13316" name="Slide Number Placeholder 3">
            <a:extLst>
              <a:ext uri="{FF2B5EF4-FFF2-40B4-BE49-F238E27FC236}">
                <a16:creationId xmlns:a16="http://schemas.microsoft.com/office/drawing/2014/main" id="{D8C4DFA7-68AF-948B-0933-085AFF4D2C99}"/>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B831F89C-60B7-4136-A9BB-F31BCE0EC09E}" type="slidenum">
              <a:rPr lang="en-US" altLang="en-US" sz="1200" smtClean="0">
                <a:solidFill>
                  <a:srgbClr val="898989"/>
                </a:solidFill>
              </a:rPr>
              <a:pPr>
                <a:spcBef>
                  <a:spcPct val="0"/>
                </a:spcBef>
                <a:buFontTx/>
                <a:buNone/>
              </a:pPr>
              <a:t>7</a:t>
            </a:fld>
            <a:endParaRPr lang="en-US" altLang="en-US" sz="1200">
              <a:solidFill>
                <a:srgbClr val="898989"/>
              </a:solidFill>
            </a:endParaRPr>
          </a:p>
        </p:txBody>
      </p:sp>
    </p:spTree>
  </p:cSld>
  <p:clrMapOvr>
    <a:masterClrMapping/>
  </p:clrMapOvr>
  <p:transition spd="slow">
    <p:split orient="vert"/>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a:extLst>
              <a:ext uri="{FF2B5EF4-FFF2-40B4-BE49-F238E27FC236}">
                <a16:creationId xmlns:a16="http://schemas.microsoft.com/office/drawing/2014/main" id="{27B5A852-8662-AB79-F028-FB2A42BC204C}"/>
              </a:ext>
            </a:extLst>
          </p:cNvPr>
          <p:cNvSpPr>
            <a:spLocks noGrp="1"/>
          </p:cNvSpPr>
          <p:nvPr>
            <p:ph type="title"/>
          </p:nvPr>
        </p:nvSpPr>
        <p:spPr/>
        <p:txBody>
          <a:bodyPr/>
          <a:lstStyle/>
          <a:p>
            <a:r>
              <a:rPr lang="en-US" altLang="en-US">
                <a:latin typeface="Open Sans" panose="020B0606030504020204" pitchFamily="34" charset="0"/>
              </a:rPr>
              <a:t>Illustration</a:t>
            </a:r>
          </a:p>
        </p:txBody>
      </p:sp>
      <p:sp>
        <p:nvSpPr>
          <p:cNvPr id="14339" name="Slide Number Placeholder 3">
            <a:extLst>
              <a:ext uri="{FF2B5EF4-FFF2-40B4-BE49-F238E27FC236}">
                <a16:creationId xmlns:a16="http://schemas.microsoft.com/office/drawing/2014/main" id="{1A9B3C8B-FB9F-33AF-0C6F-3880C4E42634}"/>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D7DCE9BA-6D6E-494D-BDB5-959FA7AD40CE}" type="slidenum">
              <a:rPr lang="en-US" altLang="en-US" sz="1200" smtClean="0">
                <a:solidFill>
                  <a:srgbClr val="898989"/>
                </a:solidFill>
              </a:rPr>
              <a:pPr>
                <a:spcBef>
                  <a:spcPct val="0"/>
                </a:spcBef>
                <a:buFontTx/>
                <a:buNone/>
              </a:pPr>
              <a:t>8</a:t>
            </a:fld>
            <a:endParaRPr lang="en-US" altLang="en-US" sz="1200">
              <a:solidFill>
                <a:srgbClr val="898989"/>
              </a:solidFill>
            </a:endParaRPr>
          </a:p>
        </p:txBody>
      </p:sp>
      <p:graphicFrame>
        <p:nvGraphicFramePr>
          <p:cNvPr id="14340" name="Object 1052674">
            <a:extLst>
              <a:ext uri="{FF2B5EF4-FFF2-40B4-BE49-F238E27FC236}">
                <a16:creationId xmlns:a16="http://schemas.microsoft.com/office/drawing/2014/main" id="{C70A8F1E-55E7-B766-0968-7990B15101B9}"/>
              </a:ext>
            </a:extLst>
          </p:cNvPr>
          <p:cNvGraphicFramePr>
            <a:graphicFrameLocks/>
          </p:cNvGraphicFramePr>
          <p:nvPr/>
        </p:nvGraphicFramePr>
        <p:xfrm>
          <a:off x="609600" y="1706563"/>
          <a:ext cx="4572000" cy="5303837"/>
        </p:xfrm>
        <a:graphic>
          <a:graphicData uri="http://schemas.openxmlformats.org/presentationml/2006/ole">
            <mc:AlternateContent xmlns:mc="http://schemas.openxmlformats.org/markup-compatibility/2006">
              <mc:Choice xmlns:v="urn:schemas-microsoft-com:vml" Requires="v">
                <p:oleObj r:id="rId2" imgW="4564380" imgH="5306568" progId="Visio.Drawing.6">
                  <p:embed/>
                </p:oleObj>
              </mc:Choice>
              <mc:Fallback>
                <p:oleObj r:id="rId2" imgW="4564380" imgH="5306568" progId="Visio.Drawing.6">
                  <p:embed/>
                  <p:pic>
                    <p:nvPicPr>
                      <p:cNvPr id="14340" name="Object 1052674">
                        <a:extLst>
                          <a:ext uri="{FF2B5EF4-FFF2-40B4-BE49-F238E27FC236}">
                            <a16:creationId xmlns:a16="http://schemas.microsoft.com/office/drawing/2014/main" id="{C70A8F1E-55E7-B766-0968-7990B15101B9}"/>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600" y="1706563"/>
                        <a:ext cx="4572000" cy="5303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4341" name="Object 1052675">
            <a:extLst>
              <a:ext uri="{FF2B5EF4-FFF2-40B4-BE49-F238E27FC236}">
                <a16:creationId xmlns:a16="http://schemas.microsoft.com/office/drawing/2014/main" id="{C7BEFF54-AD4E-0CC6-BD78-DDF25E81567A}"/>
              </a:ext>
            </a:extLst>
          </p:cNvPr>
          <p:cNvGraphicFramePr>
            <a:graphicFrameLocks/>
          </p:cNvGraphicFramePr>
          <p:nvPr/>
        </p:nvGraphicFramePr>
        <p:xfrm>
          <a:off x="4164013" y="3629025"/>
          <a:ext cx="2209800" cy="2420938"/>
        </p:xfrm>
        <a:graphic>
          <a:graphicData uri="http://schemas.openxmlformats.org/presentationml/2006/ole">
            <mc:AlternateContent xmlns:mc="http://schemas.openxmlformats.org/markup-compatibility/2006">
              <mc:Choice xmlns:v="urn:schemas-microsoft-com:vml" Requires="v">
                <p:oleObj r:id="rId4" imgW="2784348" imgH="2633472" progId="Visio.Drawing.6">
                  <p:embed/>
                </p:oleObj>
              </mc:Choice>
              <mc:Fallback>
                <p:oleObj r:id="rId4" imgW="2784348" imgH="2633472" progId="Visio.Drawing.6">
                  <p:embed/>
                  <p:pic>
                    <p:nvPicPr>
                      <p:cNvPr id="14341" name="Object 1052675">
                        <a:extLst>
                          <a:ext uri="{FF2B5EF4-FFF2-40B4-BE49-F238E27FC236}">
                            <a16:creationId xmlns:a16="http://schemas.microsoft.com/office/drawing/2014/main" id="{C7BEFF54-AD4E-0CC6-BD78-DDF25E81567A}"/>
                          </a:ext>
                        </a:extLst>
                      </p:cNvPr>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164013" y="3629025"/>
                        <a:ext cx="2209800" cy="2420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4342" name="Object 1052676">
            <a:extLst>
              <a:ext uri="{FF2B5EF4-FFF2-40B4-BE49-F238E27FC236}">
                <a16:creationId xmlns:a16="http://schemas.microsoft.com/office/drawing/2014/main" id="{730D4F35-186E-EEC2-67BA-BEAA71331177}"/>
              </a:ext>
            </a:extLst>
          </p:cNvPr>
          <p:cNvGraphicFramePr>
            <a:graphicFrameLocks/>
          </p:cNvGraphicFramePr>
          <p:nvPr/>
        </p:nvGraphicFramePr>
        <p:xfrm>
          <a:off x="6145213" y="3992563"/>
          <a:ext cx="3227387" cy="2033587"/>
        </p:xfrm>
        <a:graphic>
          <a:graphicData uri="http://schemas.openxmlformats.org/presentationml/2006/ole">
            <mc:AlternateContent xmlns:mc="http://schemas.openxmlformats.org/markup-compatibility/2006">
              <mc:Choice xmlns:v="urn:schemas-microsoft-com:vml" Requires="v">
                <p:oleObj r:id="rId6" imgW="3229356" imgH="2029968" progId="Visio.Drawing.6">
                  <p:embed/>
                </p:oleObj>
              </mc:Choice>
              <mc:Fallback>
                <p:oleObj r:id="rId6" imgW="3229356" imgH="2029968" progId="Visio.Drawing.6">
                  <p:embed/>
                  <p:pic>
                    <p:nvPicPr>
                      <p:cNvPr id="14342" name="Object 1052676">
                        <a:extLst>
                          <a:ext uri="{FF2B5EF4-FFF2-40B4-BE49-F238E27FC236}">
                            <a16:creationId xmlns:a16="http://schemas.microsoft.com/office/drawing/2014/main" id="{730D4F35-186E-EEC2-67BA-BEAA71331177}"/>
                          </a:ext>
                        </a:extLst>
                      </p:cNvPr>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145213" y="3992563"/>
                        <a:ext cx="3227387" cy="2033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14343" name="Text Box 1052677">
            <a:extLst>
              <a:ext uri="{FF2B5EF4-FFF2-40B4-BE49-F238E27FC236}">
                <a16:creationId xmlns:a16="http://schemas.microsoft.com/office/drawing/2014/main" id="{AA19A775-A627-6B89-E3FB-41A7D190EC7E}"/>
              </a:ext>
            </a:extLst>
          </p:cNvPr>
          <p:cNvSpPr txBox="1">
            <a:spLocks noChangeArrowheads="1"/>
          </p:cNvSpPr>
          <p:nvPr/>
        </p:nvSpPr>
        <p:spPr bwMode="auto">
          <a:xfrm>
            <a:off x="5383213" y="2011363"/>
            <a:ext cx="3581400" cy="1328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50000"/>
              </a:spcBef>
            </a:pPr>
            <a:r>
              <a:rPr lang="en-US" altLang="en-US" sz="1800" b="1">
                <a:latin typeface="Arial" panose="020B0604020202020204" pitchFamily="34" charset="0"/>
                <a:cs typeface="Times New Roman" panose="02020603050405020304" pitchFamily="18" charset="0"/>
              </a:rPr>
              <a:t> Store the training records </a:t>
            </a:r>
          </a:p>
          <a:p>
            <a:pPr eaLnBrk="1" hangingPunct="1">
              <a:spcBef>
                <a:spcPct val="50000"/>
              </a:spcBef>
            </a:pPr>
            <a:r>
              <a:rPr lang="en-US" altLang="en-US" sz="1800" b="1">
                <a:latin typeface="Arial" panose="020B0604020202020204" pitchFamily="34" charset="0"/>
                <a:cs typeface="Times New Roman" panose="02020603050405020304" pitchFamily="18" charset="0"/>
              </a:rPr>
              <a:t> Use training records to </a:t>
            </a:r>
            <a:br>
              <a:rPr lang="en-US" altLang="en-US" sz="1800" b="1">
                <a:latin typeface="Arial" panose="020B0604020202020204" pitchFamily="34" charset="0"/>
                <a:cs typeface="Times New Roman" panose="02020603050405020304" pitchFamily="18" charset="0"/>
              </a:rPr>
            </a:br>
            <a:r>
              <a:rPr lang="en-US" altLang="en-US" sz="1800" b="1">
                <a:latin typeface="Arial" panose="020B0604020202020204" pitchFamily="34" charset="0"/>
                <a:cs typeface="Times New Roman" panose="02020603050405020304" pitchFamily="18" charset="0"/>
              </a:rPr>
              <a:t>   predict the class label of </a:t>
            </a:r>
            <a:br>
              <a:rPr lang="en-US" altLang="en-US" sz="1800" b="1">
                <a:latin typeface="Arial" panose="020B0604020202020204" pitchFamily="34" charset="0"/>
                <a:cs typeface="Times New Roman" panose="02020603050405020304" pitchFamily="18" charset="0"/>
              </a:rPr>
            </a:br>
            <a:r>
              <a:rPr lang="en-US" altLang="en-US" sz="1800" b="1">
                <a:latin typeface="Arial" panose="020B0604020202020204" pitchFamily="34" charset="0"/>
                <a:cs typeface="Times New Roman" panose="02020603050405020304" pitchFamily="18" charset="0"/>
              </a:rPr>
              <a:t>   unseen cases</a:t>
            </a:r>
          </a:p>
        </p:txBody>
      </p:sp>
    </p:spTree>
  </p:cSld>
  <p:clrMapOvr>
    <a:masterClrMapping/>
  </p:clrMapOvr>
  <p:transition spd="slow">
    <p:split orient="vert"/>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a:extLst>
              <a:ext uri="{FF2B5EF4-FFF2-40B4-BE49-F238E27FC236}">
                <a16:creationId xmlns:a16="http://schemas.microsoft.com/office/drawing/2014/main" id="{27E966E3-2CF5-F97F-FDF3-67676124F89C}"/>
              </a:ext>
            </a:extLst>
          </p:cNvPr>
          <p:cNvSpPr>
            <a:spLocks noGrp="1"/>
          </p:cNvSpPr>
          <p:nvPr>
            <p:ph type="title"/>
          </p:nvPr>
        </p:nvSpPr>
        <p:spPr/>
        <p:txBody>
          <a:bodyPr>
            <a:normAutofit fontScale="90000"/>
          </a:bodyPr>
          <a:lstStyle/>
          <a:p>
            <a:r>
              <a:rPr lang="en-US" altLang="en-US">
                <a:latin typeface="Open Sans" panose="020B0606030504020204" pitchFamily="34" charset="0"/>
              </a:rPr>
              <a:t>Example: Animal Prediction</a:t>
            </a:r>
          </a:p>
        </p:txBody>
      </p:sp>
      <p:sp>
        <p:nvSpPr>
          <p:cNvPr id="15363" name="Content Placeholder 2">
            <a:extLst>
              <a:ext uri="{FF2B5EF4-FFF2-40B4-BE49-F238E27FC236}">
                <a16:creationId xmlns:a16="http://schemas.microsoft.com/office/drawing/2014/main" id="{9D39F045-5703-79F7-7ACF-74A09065570E}"/>
              </a:ext>
            </a:extLst>
          </p:cNvPr>
          <p:cNvSpPr>
            <a:spLocks noGrp="1"/>
          </p:cNvSpPr>
          <p:nvPr>
            <p:ph idx="1"/>
          </p:nvPr>
        </p:nvSpPr>
        <p:spPr/>
        <p:txBody>
          <a:bodyPr/>
          <a:lstStyle/>
          <a:p>
            <a:pPr>
              <a:spcBef>
                <a:spcPct val="0"/>
              </a:spcBef>
              <a:buFont typeface="Arial" panose="020B0604020202020204" pitchFamily="34" charset="0"/>
              <a:buNone/>
            </a:pPr>
            <a:r>
              <a:rPr lang="en-US" altLang="en-US">
                <a:latin typeface="Open Sans" panose="020B0606030504020204" pitchFamily="34" charset="0"/>
              </a:rPr>
              <a:t>Basic idea: The given input is features.</a:t>
            </a:r>
          </a:p>
          <a:p>
            <a:pPr>
              <a:spcBef>
                <a:spcPct val="0"/>
              </a:spcBef>
              <a:buFont typeface="Arial" panose="020B0604020202020204" pitchFamily="34" charset="0"/>
              <a:buNone/>
            </a:pPr>
            <a:r>
              <a:rPr lang="en-US" altLang="en-US">
                <a:latin typeface="Open Sans" panose="020B0606030504020204" pitchFamily="34" charset="0"/>
              </a:rPr>
              <a:t>	If an instance has features (e.g. walking and quacking) like a duck, then it is a duck</a:t>
            </a:r>
          </a:p>
          <a:p>
            <a:endParaRPr lang="en-US" altLang="en-US">
              <a:latin typeface="Open Sans" panose="020B0606030504020204" pitchFamily="34" charset="0"/>
            </a:endParaRPr>
          </a:p>
        </p:txBody>
      </p:sp>
      <p:sp>
        <p:nvSpPr>
          <p:cNvPr id="15364" name="Slide Number Placeholder 3">
            <a:extLst>
              <a:ext uri="{FF2B5EF4-FFF2-40B4-BE49-F238E27FC236}">
                <a16:creationId xmlns:a16="http://schemas.microsoft.com/office/drawing/2014/main" id="{DCA9D9C8-E82F-7767-2557-FDE9465874A7}"/>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06C78A9C-2A9F-4D06-9BB0-ED713AD44183}" type="slidenum">
              <a:rPr lang="en-US" altLang="en-US" sz="1200" smtClean="0">
                <a:solidFill>
                  <a:srgbClr val="898989"/>
                </a:solidFill>
              </a:rPr>
              <a:pPr>
                <a:spcBef>
                  <a:spcPct val="0"/>
                </a:spcBef>
                <a:buFontTx/>
                <a:buNone/>
              </a:pPr>
              <a:t>9</a:t>
            </a:fld>
            <a:endParaRPr lang="en-US" altLang="en-US" sz="1200">
              <a:solidFill>
                <a:srgbClr val="898989"/>
              </a:solidFill>
            </a:endParaRPr>
          </a:p>
        </p:txBody>
      </p:sp>
      <p:grpSp>
        <p:nvGrpSpPr>
          <p:cNvPr id="5" name="Group 4">
            <a:extLst>
              <a:ext uri="{FF2B5EF4-FFF2-40B4-BE49-F238E27FC236}">
                <a16:creationId xmlns:a16="http://schemas.microsoft.com/office/drawing/2014/main" id="{0F1FF186-5055-B41C-BE19-1105BFD63A93}"/>
              </a:ext>
            </a:extLst>
          </p:cNvPr>
          <p:cNvGrpSpPr>
            <a:grpSpLocks/>
          </p:cNvGrpSpPr>
          <p:nvPr/>
        </p:nvGrpSpPr>
        <p:grpSpPr bwMode="auto">
          <a:xfrm>
            <a:off x="609600" y="3048000"/>
            <a:ext cx="8229600" cy="3429000"/>
            <a:chOff x="192" y="1776"/>
            <a:chExt cx="5184" cy="2160"/>
          </a:xfrm>
        </p:grpSpPr>
        <p:pic>
          <p:nvPicPr>
            <p:cNvPr id="15379" name="Content Placeholder 1054724" descr="j0345807">
              <a:extLst>
                <a:ext uri="{FF2B5EF4-FFF2-40B4-BE49-F238E27FC236}">
                  <a16:creationId xmlns:a16="http://schemas.microsoft.com/office/drawing/2014/main" id="{222DECC5-5FFA-63EB-4478-2631E73C352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96" y="2160"/>
              <a:ext cx="528" cy="4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380" name="Content Placeholder 1054725" descr="j0239589">
              <a:extLst>
                <a:ext uri="{FF2B5EF4-FFF2-40B4-BE49-F238E27FC236}">
                  <a16:creationId xmlns:a16="http://schemas.microsoft.com/office/drawing/2014/main" id="{B77CE3A8-245B-A05A-9E9A-C2671A99740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56" y="2640"/>
              <a:ext cx="720" cy="4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381" name="Content Placeholder 1054726" descr="j0350383">
              <a:extLst>
                <a:ext uri="{FF2B5EF4-FFF2-40B4-BE49-F238E27FC236}">
                  <a16:creationId xmlns:a16="http://schemas.microsoft.com/office/drawing/2014/main" id="{4FC367FA-B047-3F91-5503-3861C6FB212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56" y="1968"/>
              <a:ext cx="444" cy="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382" name="Content Placeholder 1054727" descr="j0330631">
              <a:extLst>
                <a:ext uri="{FF2B5EF4-FFF2-40B4-BE49-F238E27FC236}">
                  <a16:creationId xmlns:a16="http://schemas.microsoft.com/office/drawing/2014/main" id="{B311FB47-68A1-7685-424D-C17419B97EA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52" y="2976"/>
              <a:ext cx="373" cy="4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383" name="Picture 1054728" descr="j0350389">
              <a:extLst>
                <a:ext uri="{FF2B5EF4-FFF2-40B4-BE49-F238E27FC236}">
                  <a16:creationId xmlns:a16="http://schemas.microsoft.com/office/drawing/2014/main" id="{9371D657-C010-077C-24A2-A6A460AA1B5E}"/>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208" y="3168"/>
              <a:ext cx="624" cy="4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384" name="Content Placeholder 1054729" descr="j0350356">
              <a:extLst>
                <a:ext uri="{FF2B5EF4-FFF2-40B4-BE49-F238E27FC236}">
                  <a16:creationId xmlns:a16="http://schemas.microsoft.com/office/drawing/2014/main" id="{305754A9-7DE0-56A2-E50D-0AEE23460B91}"/>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776" y="2448"/>
              <a:ext cx="720" cy="6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385" name="Oval 1054730">
              <a:extLst>
                <a:ext uri="{FF2B5EF4-FFF2-40B4-BE49-F238E27FC236}">
                  <a16:creationId xmlns:a16="http://schemas.microsoft.com/office/drawing/2014/main" id="{6CC7ADB2-3014-3F1C-3D65-C7FBF58AEE46}"/>
                </a:ext>
              </a:extLst>
            </p:cNvPr>
            <p:cNvSpPr>
              <a:spLocks noChangeArrowheads="1"/>
            </p:cNvSpPr>
            <p:nvPr/>
          </p:nvSpPr>
          <p:spPr bwMode="auto">
            <a:xfrm>
              <a:off x="816" y="1776"/>
              <a:ext cx="2544" cy="2160"/>
            </a:xfrm>
            <a:prstGeom prst="ellipse">
              <a:avLst/>
            </a:prstGeom>
            <a:noFill/>
            <a:ln w="12700">
              <a:solidFill>
                <a:srgbClr val="FF0000"/>
              </a:solidFill>
              <a:prstDash val="dash"/>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 typeface="Arial" panose="020B0604020202020204" pitchFamily="34" charset="0"/>
                <a:buNone/>
              </a:pPr>
              <a:endParaRPr lang="en-GB" altLang="en-US" sz="1800">
                <a:latin typeface="Arial" panose="020B0604020202020204" pitchFamily="34" charset="0"/>
              </a:endParaRPr>
            </a:p>
          </p:txBody>
        </p:sp>
        <p:sp>
          <p:nvSpPr>
            <p:cNvPr id="15386" name="Text Box 1054731">
              <a:extLst>
                <a:ext uri="{FF2B5EF4-FFF2-40B4-BE49-F238E27FC236}">
                  <a16:creationId xmlns:a16="http://schemas.microsoft.com/office/drawing/2014/main" id="{A4185025-0C8A-6A77-DE01-B02C95F667C6}"/>
                </a:ext>
              </a:extLst>
            </p:cNvPr>
            <p:cNvSpPr txBox="1">
              <a:spLocks noChangeArrowheads="1"/>
            </p:cNvSpPr>
            <p:nvPr/>
          </p:nvSpPr>
          <p:spPr bwMode="auto">
            <a:xfrm>
              <a:off x="192" y="3312"/>
              <a:ext cx="864" cy="4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50000"/>
                </a:spcBef>
                <a:buFont typeface="Arial" panose="020B0604020202020204" pitchFamily="34" charset="0"/>
                <a:buNone/>
              </a:pPr>
              <a:r>
                <a:rPr lang="en-US" altLang="en-US" sz="1800" b="1">
                  <a:latin typeface="Arial" panose="020B0604020202020204" pitchFamily="34" charset="0"/>
                  <a:cs typeface="Times New Roman" panose="02020603050405020304" pitchFamily="18" charset="0"/>
                </a:rPr>
                <a:t>Training Records</a:t>
              </a:r>
            </a:p>
          </p:txBody>
        </p:sp>
        <p:sp>
          <p:nvSpPr>
            <p:cNvPr id="15387" name="Text Box 1054732">
              <a:extLst>
                <a:ext uri="{FF2B5EF4-FFF2-40B4-BE49-F238E27FC236}">
                  <a16:creationId xmlns:a16="http://schemas.microsoft.com/office/drawing/2014/main" id="{D9CD5922-7DC1-EBB7-13BE-EBA1CCCF894A}"/>
                </a:ext>
              </a:extLst>
            </p:cNvPr>
            <p:cNvSpPr txBox="1">
              <a:spLocks noChangeArrowheads="1"/>
            </p:cNvSpPr>
            <p:nvPr/>
          </p:nvSpPr>
          <p:spPr bwMode="auto">
            <a:xfrm>
              <a:off x="4512" y="2064"/>
              <a:ext cx="864" cy="4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50000"/>
                </a:spcBef>
                <a:buFont typeface="Arial" panose="020B0604020202020204" pitchFamily="34" charset="0"/>
                <a:buNone/>
              </a:pPr>
              <a:r>
                <a:rPr lang="en-US" altLang="en-US" sz="1800" b="1">
                  <a:latin typeface="Arial" panose="020B0604020202020204" pitchFamily="34" charset="0"/>
                  <a:cs typeface="Times New Roman" panose="02020603050405020304" pitchFamily="18" charset="0"/>
                </a:rPr>
                <a:t>Test Record</a:t>
              </a:r>
            </a:p>
          </p:txBody>
        </p:sp>
      </p:grpSp>
      <p:grpSp>
        <p:nvGrpSpPr>
          <p:cNvPr id="15" name="Group 14">
            <a:extLst>
              <a:ext uri="{FF2B5EF4-FFF2-40B4-BE49-F238E27FC236}">
                <a16:creationId xmlns:a16="http://schemas.microsoft.com/office/drawing/2014/main" id="{D0833047-AD88-54D3-1F96-2120A9E8DD42}"/>
              </a:ext>
            </a:extLst>
          </p:cNvPr>
          <p:cNvGrpSpPr>
            <a:grpSpLocks/>
          </p:cNvGrpSpPr>
          <p:nvPr/>
        </p:nvGrpSpPr>
        <p:grpSpPr bwMode="auto">
          <a:xfrm>
            <a:off x="2971800" y="3276600"/>
            <a:ext cx="4572000" cy="2286000"/>
            <a:chOff x="1680" y="1920"/>
            <a:chExt cx="2880" cy="1440"/>
          </a:xfrm>
        </p:grpSpPr>
        <p:sp>
          <p:nvSpPr>
            <p:cNvPr id="15372" name="Text Box 1054734">
              <a:extLst>
                <a:ext uri="{FF2B5EF4-FFF2-40B4-BE49-F238E27FC236}">
                  <a16:creationId xmlns:a16="http://schemas.microsoft.com/office/drawing/2014/main" id="{A69A1E59-BD7A-FB59-5A26-518BDC289367}"/>
                </a:ext>
              </a:extLst>
            </p:cNvPr>
            <p:cNvSpPr txBox="1">
              <a:spLocks noChangeArrowheads="1"/>
            </p:cNvSpPr>
            <p:nvPr/>
          </p:nvSpPr>
          <p:spPr bwMode="auto">
            <a:xfrm>
              <a:off x="3312" y="1920"/>
              <a:ext cx="864" cy="4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50000"/>
                </a:spcBef>
                <a:buFont typeface="Arial" panose="020B0604020202020204" pitchFamily="34" charset="0"/>
                <a:buNone/>
              </a:pPr>
              <a:r>
                <a:rPr lang="en-US" altLang="en-US" sz="1800" b="1">
                  <a:latin typeface="Arial" panose="020B0604020202020204" pitchFamily="34" charset="0"/>
                  <a:cs typeface="Times New Roman" panose="02020603050405020304" pitchFamily="18" charset="0"/>
                </a:rPr>
                <a:t>Compute Distance</a:t>
              </a:r>
            </a:p>
          </p:txBody>
        </p:sp>
        <p:grpSp>
          <p:nvGrpSpPr>
            <p:cNvPr id="15373" name="Group 1054735">
              <a:extLst>
                <a:ext uri="{FF2B5EF4-FFF2-40B4-BE49-F238E27FC236}">
                  <a16:creationId xmlns:a16="http://schemas.microsoft.com/office/drawing/2014/main" id="{288294AB-DD28-3FAA-C174-988A5D745968}"/>
                </a:ext>
              </a:extLst>
            </p:cNvPr>
            <p:cNvGrpSpPr>
              <a:grpSpLocks/>
            </p:cNvGrpSpPr>
            <p:nvPr/>
          </p:nvGrpSpPr>
          <p:grpSpPr bwMode="auto">
            <a:xfrm>
              <a:off x="1680" y="2256"/>
              <a:ext cx="2880" cy="1104"/>
              <a:chOff x="1680" y="2256"/>
              <a:chExt cx="2880" cy="1104"/>
            </a:xfrm>
          </p:grpSpPr>
          <p:sp>
            <p:nvSpPr>
              <p:cNvPr id="15374" name="Straight Connector 1054736">
                <a:extLst>
                  <a:ext uri="{FF2B5EF4-FFF2-40B4-BE49-F238E27FC236}">
                    <a16:creationId xmlns:a16="http://schemas.microsoft.com/office/drawing/2014/main" id="{C90FC2B6-12F9-F37A-4833-C50FDA841BF8}"/>
                  </a:ext>
                </a:extLst>
              </p:cNvPr>
              <p:cNvSpPr>
                <a:spLocks noChangeShapeType="1"/>
              </p:cNvSpPr>
              <p:nvPr/>
            </p:nvSpPr>
            <p:spPr bwMode="auto">
              <a:xfrm>
                <a:off x="2832" y="2256"/>
                <a:ext cx="1680" cy="576"/>
              </a:xfrm>
              <a:prstGeom prst="line">
                <a:avLst/>
              </a:prstGeom>
              <a:noFill/>
              <a:ln w="3810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5375" name="Straight Connector 1054737">
                <a:extLst>
                  <a:ext uri="{FF2B5EF4-FFF2-40B4-BE49-F238E27FC236}">
                    <a16:creationId xmlns:a16="http://schemas.microsoft.com/office/drawing/2014/main" id="{14E4E126-5198-8E09-3FFA-5C2C1D3DB826}"/>
                  </a:ext>
                </a:extLst>
              </p:cNvPr>
              <p:cNvSpPr>
                <a:spLocks noChangeShapeType="1"/>
              </p:cNvSpPr>
              <p:nvPr/>
            </p:nvSpPr>
            <p:spPr bwMode="auto">
              <a:xfrm>
                <a:off x="2544" y="2880"/>
                <a:ext cx="2016" cy="48"/>
              </a:xfrm>
              <a:prstGeom prst="line">
                <a:avLst/>
              </a:prstGeom>
              <a:noFill/>
              <a:ln w="3810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5376" name="Straight Connector 1054738">
                <a:extLst>
                  <a:ext uri="{FF2B5EF4-FFF2-40B4-BE49-F238E27FC236}">
                    <a16:creationId xmlns:a16="http://schemas.microsoft.com/office/drawing/2014/main" id="{30F6D08F-1E29-A228-D4D7-107A5D3CF50A}"/>
                  </a:ext>
                </a:extLst>
              </p:cNvPr>
              <p:cNvSpPr>
                <a:spLocks noChangeShapeType="1"/>
              </p:cNvSpPr>
              <p:nvPr/>
            </p:nvSpPr>
            <p:spPr bwMode="auto">
              <a:xfrm flipV="1">
                <a:off x="2928" y="3072"/>
                <a:ext cx="1584" cy="288"/>
              </a:xfrm>
              <a:prstGeom prst="line">
                <a:avLst/>
              </a:prstGeom>
              <a:noFill/>
              <a:ln w="3810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5377" name="Straight Connector 1054739">
                <a:extLst>
                  <a:ext uri="{FF2B5EF4-FFF2-40B4-BE49-F238E27FC236}">
                    <a16:creationId xmlns:a16="http://schemas.microsoft.com/office/drawing/2014/main" id="{DAB3F0C0-9892-A8A5-0CA5-9663C4ED92CC}"/>
                  </a:ext>
                </a:extLst>
              </p:cNvPr>
              <p:cNvSpPr>
                <a:spLocks noChangeShapeType="1"/>
              </p:cNvSpPr>
              <p:nvPr/>
            </p:nvSpPr>
            <p:spPr bwMode="auto">
              <a:xfrm flipV="1">
                <a:off x="1680" y="3024"/>
                <a:ext cx="2832" cy="192"/>
              </a:xfrm>
              <a:prstGeom prst="line">
                <a:avLst/>
              </a:prstGeom>
              <a:noFill/>
              <a:ln w="3810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5378" name="Straight Connector 1054740">
                <a:extLst>
                  <a:ext uri="{FF2B5EF4-FFF2-40B4-BE49-F238E27FC236}">
                    <a16:creationId xmlns:a16="http://schemas.microsoft.com/office/drawing/2014/main" id="{3B46DA7F-26C6-5479-D239-06F286FE0C78}"/>
                  </a:ext>
                </a:extLst>
              </p:cNvPr>
              <p:cNvSpPr>
                <a:spLocks noChangeShapeType="1"/>
              </p:cNvSpPr>
              <p:nvPr/>
            </p:nvSpPr>
            <p:spPr bwMode="auto">
              <a:xfrm>
                <a:off x="1920" y="2352"/>
                <a:ext cx="2544" cy="528"/>
              </a:xfrm>
              <a:prstGeom prst="line">
                <a:avLst/>
              </a:prstGeom>
              <a:noFill/>
              <a:ln w="3810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grpSp>
      </p:grpSp>
      <p:grpSp>
        <p:nvGrpSpPr>
          <p:cNvPr id="23" name="Group 22">
            <a:extLst>
              <a:ext uri="{FF2B5EF4-FFF2-40B4-BE49-F238E27FC236}">
                <a16:creationId xmlns:a16="http://schemas.microsoft.com/office/drawing/2014/main" id="{2722B30C-0716-65A1-0B85-62EFD9F2420C}"/>
              </a:ext>
            </a:extLst>
          </p:cNvPr>
          <p:cNvGrpSpPr>
            <a:grpSpLocks/>
          </p:cNvGrpSpPr>
          <p:nvPr/>
        </p:nvGrpSpPr>
        <p:grpSpPr bwMode="auto">
          <a:xfrm>
            <a:off x="4343400" y="4800600"/>
            <a:ext cx="3352800" cy="1327150"/>
            <a:chOff x="2544" y="2880"/>
            <a:chExt cx="2112" cy="836"/>
          </a:xfrm>
        </p:grpSpPr>
        <p:sp>
          <p:nvSpPr>
            <p:cNvPr id="15368" name="Text Box 1054742">
              <a:extLst>
                <a:ext uri="{FF2B5EF4-FFF2-40B4-BE49-F238E27FC236}">
                  <a16:creationId xmlns:a16="http://schemas.microsoft.com/office/drawing/2014/main" id="{EE61426F-95BD-FE8A-1035-DB1AE5B04719}"/>
                </a:ext>
              </a:extLst>
            </p:cNvPr>
            <p:cNvSpPr txBox="1">
              <a:spLocks noChangeArrowheads="1"/>
            </p:cNvSpPr>
            <p:nvPr/>
          </p:nvSpPr>
          <p:spPr bwMode="auto">
            <a:xfrm>
              <a:off x="3264" y="3312"/>
              <a:ext cx="1392" cy="4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50000"/>
                </a:spcBef>
                <a:buFont typeface="Arial" panose="020B0604020202020204" pitchFamily="34" charset="0"/>
                <a:buNone/>
              </a:pPr>
              <a:r>
                <a:rPr lang="en-US" altLang="en-US" sz="1800" b="1">
                  <a:latin typeface="Arial" panose="020B0604020202020204" pitchFamily="34" charset="0"/>
                  <a:cs typeface="Times New Roman" panose="02020603050405020304" pitchFamily="18" charset="0"/>
                </a:rPr>
                <a:t>Choose k of the “nearest” records</a:t>
              </a:r>
            </a:p>
          </p:txBody>
        </p:sp>
        <p:grpSp>
          <p:nvGrpSpPr>
            <p:cNvPr id="15369" name="Group 1054743">
              <a:extLst>
                <a:ext uri="{FF2B5EF4-FFF2-40B4-BE49-F238E27FC236}">
                  <a16:creationId xmlns:a16="http://schemas.microsoft.com/office/drawing/2014/main" id="{6B48C73B-9C5E-99E8-63BC-867CA9C2EF2C}"/>
                </a:ext>
              </a:extLst>
            </p:cNvPr>
            <p:cNvGrpSpPr>
              <a:grpSpLocks/>
            </p:cNvGrpSpPr>
            <p:nvPr/>
          </p:nvGrpSpPr>
          <p:grpSpPr bwMode="auto">
            <a:xfrm>
              <a:off x="2544" y="2880"/>
              <a:ext cx="2016" cy="480"/>
              <a:chOff x="2544" y="2880"/>
              <a:chExt cx="2016" cy="480"/>
            </a:xfrm>
          </p:grpSpPr>
          <p:sp>
            <p:nvSpPr>
              <p:cNvPr id="15370" name="Straight Connector 1054744">
                <a:extLst>
                  <a:ext uri="{FF2B5EF4-FFF2-40B4-BE49-F238E27FC236}">
                    <a16:creationId xmlns:a16="http://schemas.microsoft.com/office/drawing/2014/main" id="{59DCC8B7-E703-2A67-C388-A8D21326FB2C}"/>
                  </a:ext>
                </a:extLst>
              </p:cNvPr>
              <p:cNvSpPr>
                <a:spLocks noChangeShapeType="1"/>
              </p:cNvSpPr>
              <p:nvPr/>
            </p:nvSpPr>
            <p:spPr bwMode="auto">
              <a:xfrm>
                <a:off x="2544" y="2880"/>
                <a:ext cx="2016" cy="48"/>
              </a:xfrm>
              <a:prstGeom prst="line">
                <a:avLst/>
              </a:prstGeom>
              <a:noFill/>
              <a:ln w="44450">
                <a:solidFill>
                  <a:srgbClr val="0000FF"/>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5371" name="Straight Connector 1054745">
                <a:extLst>
                  <a:ext uri="{FF2B5EF4-FFF2-40B4-BE49-F238E27FC236}">
                    <a16:creationId xmlns:a16="http://schemas.microsoft.com/office/drawing/2014/main" id="{1AAB929C-5513-62ED-F96A-225C5009DA16}"/>
                  </a:ext>
                </a:extLst>
              </p:cNvPr>
              <p:cNvSpPr>
                <a:spLocks noChangeShapeType="1"/>
              </p:cNvSpPr>
              <p:nvPr/>
            </p:nvSpPr>
            <p:spPr bwMode="auto">
              <a:xfrm flipV="1">
                <a:off x="2928" y="3072"/>
                <a:ext cx="1584" cy="288"/>
              </a:xfrm>
              <a:prstGeom prst="line">
                <a:avLst/>
              </a:prstGeom>
              <a:noFill/>
              <a:ln w="44450">
                <a:solidFill>
                  <a:srgbClr val="0000FF"/>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grpSp>
      </p:grpSp>
    </p:spTree>
  </p:cSld>
  <p:clrMapOvr>
    <a:masterClrMapping/>
  </p:clrMapOvr>
  <p:transition spd="slow">
    <p:split orient="vert"/>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5"/>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499"/>
                                          </p:stCondLst>
                                        </p:cTn>
                                        <p:tgtEl>
                                          <p:spTgt spid="15"/>
                                        </p:tgtEl>
                                        <p:attrNameLst>
                                          <p:attrName>style.visibility</p:attrName>
                                        </p:attrNameLst>
                                      </p:cBhvr>
                                      <p:to>
                                        <p:strVal val="visible"/>
                                      </p:to>
                                    </p:set>
                                  </p:childTnLst>
                                  <p:subTnLst>
                                    <p:set>
                                      <p:cBhvr override="childStyle">
                                        <p:cTn dur="1" fill="hold" display="0" masterRel="nextClick" afterEffect="1"/>
                                        <p:tgtEl>
                                          <p:spTgt spid="15"/>
                                        </p:tgtEl>
                                        <p:attrNameLst>
                                          <p:attrName>style.visibility</p:attrName>
                                        </p:attrNameLst>
                                      </p:cBhvr>
                                      <p:to>
                                        <p:strVal val="hidden"/>
                                      </p:to>
                                    </p:set>
                                  </p:sub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499"/>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itle 1">
            <a:extLst>
              <a:ext uri="{FF2B5EF4-FFF2-40B4-BE49-F238E27FC236}">
                <a16:creationId xmlns:a16="http://schemas.microsoft.com/office/drawing/2014/main" id="{7BBB4E95-D2B8-4B34-3819-4B3369F4FC62}"/>
              </a:ext>
            </a:extLst>
          </p:cNvPr>
          <p:cNvSpPr>
            <a:spLocks noGrp="1"/>
          </p:cNvSpPr>
          <p:nvPr>
            <p:ph type="title"/>
          </p:nvPr>
        </p:nvSpPr>
        <p:spPr/>
        <p:txBody>
          <a:bodyPr/>
          <a:lstStyle/>
          <a:p>
            <a:r>
              <a:rPr lang="en-US" altLang="en-US">
                <a:latin typeface="Open Sans" panose="020B0606030504020204" pitchFamily="34" charset="0"/>
              </a:rPr>
              <a:t>Example: Classification</a:t>
            </a:r>
          </a:p>
        </p:txBody>
      </p:sp>
      <p:sp>
        <p:nvSpPr>
          <p:cNvPr id="16387" name="Slide Number Placeholder 3">
            <a:extLst>
              <a:ext uri="{FF2B5EF4-FFF2-40B4-BE49-F238E27FC236}">
                <a16:creationId xmlns:a16="http://schemas.microsoft.com/office/drawing/2014/main" id="{2C8B4ED7-9280-35C1-CBE4-4F62307F036B}"/>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72924173-606B-4057-9AC5-F616FB7B8C16}" type="slidenum">
              <a:rPr lang="en-US" altLang="en-US" sz="1200" smtClean="0">
                <a:solidFill>
                  <a:srgbClr val="898989"/>
                </a:solidFill>
              </a:rPr>
              <a:pPr>
                <a:spcBef>
                  <a:spcPct val="0"/>
                </a:spcBef>
                <a:buFontTx/>
                <a:buNone/>
              </a:pPr>
              <a:t>10</a:t>
            </a:fld>
            <a:endParaRPr lang="en-US" altLang="en-US" sz="1200">
              <a:solidFill>
                <a:srgbClr val="898989"/>
              </a:solidFill>
            </a:endParaRPr>
          </a:p>
        </p:txBody>
      </p:sp>
      <p:pic>
        <p:nvPicPr>
          <p:cNvPr id="16388" name="Picture 4">
            <a:extLst>
              <a:ext uri="{FF2B5EF4-FFF2-40B4-BE49-F238E27FC236}">
                <a16:creationId xmlns:a16="http://schemas.microsoft.com/office/drawing/2014/main" id="{52E96BC8-7854-4067-1629-D5BAFEC7534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57250" y="2132013"/>
            <a:ext cx="3317875" cy="293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389" name="Picture 5">
            <a:extLst>
              <a:ext uri="{FF2B5EF4-FFF2-40B4-BE49-F238E27FC236}">
                <a16:creationId xmlns:a16="http://schemas.microsoft.com/office/drawing/2014/main" id="{EC600933-7F9B-B74B-FCDF-E479E876952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43513" y="2132013"/>
            <a:ext cx="3138487" cy="3125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split orient="vert"/>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9A9093-3349-493B-6C79-8F7AF50B2913}"/>
              </a:ext>
            </a:extLst>
          </p:cNvPr>
          <p:cNvSpPr>
            <a:spLocks noGrp="1"/>
          </p:cNvSpPr>
          <p:nvPr>
            <p:ph type="title"/>
          </p:nvPr>
        </p:nvSpPr>
        <p:spPr/>
        <p:txBody>
          <a:bodyPr>
            <a:normAutofit fontScale="90000"/>
          </a:bodyPr>
          <a:lstStyle/>
          <a:p>
            <a:pPr>
              <a:defRPr/>
            </a:pPr>
            <a:r>
              <a:rPr lang="en-US" dirty="0"/>
              <a:t>Lazy Learner: Instance-Based Methods</a:t>
            </a:r>
          </a:p>
        </p:txBody>
      </p:sp>
      <p:sp>
        <p:nvSpPr>
          <p:cNvPr id="3" name="Content Placeholder 2">
            <a:extLst>
              <a:ext uri="{FF2B5EF4-FFF2-40B4-BE49-F238E27FC236}">
                <a16:creationId xmlns:a16="http://schemas.microsoft.com/office/drawing/2014/main" id="{8DFA055C-4A88-F5E6-C206-DF56B6636DDC}"/>
              </a:ext>
            </a:extLst>
          </p:cNvPr>
          <p:cNvSpPr>
            <a:spLocks noGrp="1"/>
          </p:cNvSpPr>
          <p:nvPr>
            <p:ph idx="1"/>
          </p:nvPr>
        </p:nvSpPr>
        <p:spPr/>
        <p:txBody>
          <a:bodyPr>
            <a:normAutofit lnSpcReduction="10000"/>
          </a:bodyPr>
          <a:lstStyle/>
          <a:p>
            <a:pPr eaLnBrk="1" hangingPunct="1">
              <a:lnSpc>
                <a:spcPct val="90000"/>
              </a:lnSpc>
              <a:defRPr/>
            </a:pPr>
            <a:r>
              <a:rPr lang="en-US" altLang="en-US" sz="2400" dirty="0"/>
              <a:t>Instance-based learning: </a:t>
            </a:r>
          </a:p>
          <a:p>
            <a:pPr lvl="1" eaLnBrk="1" hangingPunct="1">
              <a:lnSpc>
                <a:spcPct val="90000"/>
              </a:lnSpc>
              <a:defRPr/>
            </a:pPr>
            <a:r>
              <a:rPr lang="en-US" altLang="en-US" sz="2400" dirty="0"/>
              <a:t>Store training examples and delay the processing (“lazy evaluation”) until a new instance must be classified.</a:t>
            </a:r>
            <a:endParaRPr lang="id-ID" altLang="en-US" sz="2400" dirty="0"/>
          </a:p>
          <a:p>
            <a:pPr lvl="1" eaLnBrk="1" hangingPunct="1">
              <a:lnSpc>
                <a:spcPct val="90000"/>
              </a:lnSpc>
              <a:defRPr/>
            </a:pPr>
            <a:endParaRPr lang="en-US" altLang="en-US" sz="2400" dirty="0"/>
          </a:p>
          <a:p>
            <a:pPr eaLnBrk="1" hangingPunct="1">
              <a:lnSpc>
                <a:spcPct val="90000"/>
              </a:lnSpc>
              <a:defRPr/>
            </a:pPr>
            <a:r>
              <a:rPr lang="en-US" altLang="en-US" sz="2400" dirty="0"/>
              <a:t>Typical approaches:</a:t>
            </a:r>
            <a:endParaRPr lang="en-US" altLang="en-US" sz="2400" u="sng" dirty="0"/>
          </a:p>
          <a:p>
            <a:pPr lvl="1" eaLnBrk="1" hangingPunct="1">
              <a:lnSpc>
                <a:spcPct val="90000"/>
              </a:lnSpc>
              <a:defRPr/>
            </a:pPr>
            <a:r>
              <a:rPr lang="en-US" altLang="en-US" sz="2400" i="1" u="sng" dirty="0"/>
              <a:t>k</a:t>
            </a:r>
            <a:r>
              <a:rPr lang="en-US" altLang="en-US" sz="2400" u="sng" dirty="0"/>
              <a:t>-nearest neighbor approach</a:t>
            </a:r>
            <a:endParaRPr lang="en-US" altLang="en-US" sz="2400" dirty="0"/>
          </a:p>
          <a:p>
            <a:pPr lvl="2" eaLnBrk="1" hangingPunct="1">
              <a:lnSpc>
                <a:spcPct val="90000"/>
              </a:lnSpc>
              <a:defRPr/>
            </a:pPr>
            <a:r>
              <a:rPr lang="en-US" altLang="en-US" sz="2400" dirty="0"/>
              <a:t>Instances represented as points in a Euclidean space.</a:t>
            </a:r>
          </a:p>
          <a:p>
            <a:pPr lvl="1" eaLnBrk="1" hangingPunct="1">
              <a:lnSpc>
                <a:spcPct val="90000"/>
              </a:lnSpc>
              <a:defRPr/>
            </a:pPr>
            <a:r>
              <a:rPr lang="en-US" altLang="en-US" sz="2400" u="sng" dirty="0"/>
              <a:t>Locally weighted regression</a:t>
            </a:r>
            <a:endParaRPr lang="en-US" altLang="en-US" sz="2400" dirty="0"/>
          </a:p>
          <a:p>
            <a:pPr lvl="2" eaLnBrk="1" hangingPunct="1">
              <a:lnSpc>
                <a:spcPct val="90000"/>
              </a:lnSpc>
              <a:defRPr/>
            </a:pPr>
            <a:r>
              <a:rPr lang="en-US" altLang="en-US" sz="2400" dirty="0"/>
              <a:t>Constructs local approximation.</a:t>
            </a:r>
          </a:p>
          <a:p>
            <a:pPr lvl="1" eaLnBrk="1" hangingPunct="1">
              <a:lnSpc>
                <a:spcPct val="90000"/>
              </a:lnSpc>
              <a:defRPr/>
            </a:pPr>
            <a:r>
              <a:rPr lang="en-US" altLang="en-US" sz="2400" u="sng" dirty="0"/>
              <a:t>Case-based reasoning</a:t>
            </a:r>
            <a:endParaRPr lang="en-US" altLang="en-US" sz="2400" dirty="0"/>
          </a:p>
          <a:p>
            <a:pPr lvl="2" eaLnBrk="1" hangingPunct="1">
              <a:lnSpc>
                <a:spcPct val="90000"/>
              </a:lnSpc>
              <a:defRPr/>
            </a:pPr>
            <a:r>
              <a:rPr lang="en-US" altLang="en-US" sz="2400" dirty="0"/>
              <a:t>Uses symbolic representations and knowledge-based inference.</a:t>
            </a:r>
            <a:endParaRPr lang="en-US" altLang="en-US" sz="2000" dirty="0"/>
          </a:p>
        </p:txBody>
      </p:sp>
      <p:sp>
        <p:nvSpPr>
          <p:cNvPr id="17412" name="Slide Number Placeholder 3">
            <a:extLst>
              <a:ext uri="{FF2B5EF4-FFF2-40B4-BE49-F238E27FC236}">
                <a16:creationId xmlns:a16="http://schemas.microsoft.com/office/drawing/2014/main" id="{5C856E1F-FEC9-AD2D-AA47-AE9CEA2E58CA}"/>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38656000-549D-43CA-829A-76159EE60ED4}" type="slidenum">
              <a:rPr lang="en-US" altLang="en-US" sz="1200" smtClean="0">
                <a:solidFill>
                  <a:srgbClr val="898989"/>
                </a:solidFill>
              </a:rPr>
              <a:pPr>
                <a:spcBef>
                  <a:spcPct val="0"/>
                </a:spcBef>
                <a:buFontTx/>
                <a:buNone/>
              </a:pPr>
              <a:t>11</a:t>
            </a:fld>
            <a:endParaRPr lang="en-US" altLang="en-US" sz="1200">
              <a:solidFill>
                <a:srgbClr val="898989"/>
              </a:solidFill>
            </a:endParaRPr>
          </a:p>
        </p:txBody>
      </p:sp>
      <p:sp>
        <p:nvSpPr>
          <p:cNvPr id="5" name="Rectangle 4">
            <a:extLst>
              <a:ext uri="{FF2B5EF4-FFF2-40B4-BE49-F238E27FC236}">
                <a16:creationId xmlns:a16="http://schemas.microsoft.com/office/drawing/2014/main" id="{C35E07C4-F942-F3C9-2585-6D5D7F710CEA}"/>
              </a:ext>
            </a:extLst>
          </p:cNvPr>
          <p:cNvSpPr/>
          <p:nvPr/>
        </p:nvSpPr>
        <p:spPr>
          <a:xfrm>
            <a:off x="1404938" y="3592513"/>
            <a:ext cx="4267200" cy="609600"/>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Tree>
  </p:cSld>
  <p:clrMapOvr>
    <a:masterClrMapping/>
  </p:clrMapOvr>
  <p:transition spd="slow">
    <p:split orient="vert"/>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down)">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39418FF2-089B-71E6-5161-2A8946BE8D3C}"/>
              </a:ext>
            </a:extLst>
          </p:cNvPr>
          <p:cNvSpPr>
            <a:spLocks noGrp="1"/>
          </p:cNvSpPr>
          <p:nvPr>
            <p:ph type="title"/>
          </p:nvPr>
        </p:nvSpPr>
        <p:spPr>
          <a:xfrm>
            <a:off x="1143000" y="3048000"/>
            <a:ext cx="7772400" cy="1362075"/>
          </a:xfrm>
        </p:spPr>
        <p:txBody>
          <a:bodyPr/>
          <a:lstStyle/>
          <a:p>
            <a:pPr algn="ctr">
              <a:defRPr/>
            </a:pPr>
            <a:r>
              <a:rPr lang="en-US" dirty="0"/>
              <a:t>K-Nearest Neighbor (</a:t>
            </a:r>
            <a:r>
              <a:rPr lang="en-US" dirty="0" err="1"/>
              <a:t>kNN</a:t>
            </a:r>
            <a:r>
              <a:rPr lang="en-US" dirty="0"/>
              <a:t>) Classifier</a:t>
            </a:r>
          </a:p>
        </p:txBody>
      </p:sp>
      <p:sp>
        <p:nvSpPr>
          <p:cNvPr id="18435" name="Slide Number Placeholder 3">
            <a:extLst>
              <a:ext uri="{FF2B5EF4-FFF2-40B4-BE49-F238E27FC236}">
                <a16:creationId xmlns:a16="http://schemas.microsoft.com/office/drawing/2014/main" id="{9C22D242-FB81-510B-8631-258BECF0DC3C}"/>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478544B8-D79F-4486-99CB-4DEBC1B91AD9}" type="slidenum">
              <a:rPr lang="en-US" altLang="en-US" sz="1200" smtClean="0">
                <a:solidFill>
                  <a:srgbClr val="898989"/>
                </a:solidFill>
              </a:rPr>
              <a:pPr>
                <a:spcBef>
                  <a:spcPct val="0"/>
                </a:spcBef>
                <a:buFontTx/>
                <a:buNone/>
              </a:pPr>
              <a:t>12</a:t>
            </a:fld>
            <a:endParaRPr lang="en-US" altLang="en-US" sz="1200">
              <a:solidFill>
                <a:srgbClr val="898989"/>
              </a:solidFill>
            </a:endParaRPr>
          </a:p>
        </p:txBody>
      </p:sp>
    </p:spTree>
  </p:cSld>
  <p:clrMapOvr>
    <a:masterClrMapping/>
  </p:clrMapOvr>
  <p:transition spd="slow">
    <p:split orient="vert"/>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itle 4">
            <a:extLst>
              <a:ext uri="{FF2B5EF4-FFF2-40B4-BE49-F238E27FC236}">
                <a16:creationId xmlns:a16="http://schemas.microsoft.com/office/drawing/2014/main" id="{E1BDDC92-4D51-13D3-0056-9B276F098A6E}"/>
              </a:ext>
            </a:extLst>
          </p:cNvPr>
          <p:cNvSpPr>
            <a:spLocks noGrp="1"/>
          </p:cNvSpPr>
          <p:nvPr>
            <p:ph type="title"/>
          </p:nvPr>
        </p:nvSpPr>
        <p:spPr/>
        <p:txBody>
          <a:bodyPr/>
          <a:lstStyle/>
          <a:p>
            <a:r>
              <a:rPr lang="en-US" altLang="en-US">
                <a:latin typeface="Open Sans" panose="020B0606030504020204" pitchFamily="34" charset="0"/>
              </a:rPr>
              <a:t>k-Nearest Neighbors</a:t>
            </a:r>
          </a:p>
        </p:txBody>
      </p:sp>
      <p:sp>
        <p:nvSpPr>
          <p:cNvPr id="6" name="Content Placeholder 5">
            <a:extLst>
              <a:ext uri="{FF2B5EF4-FFF2-40B4-BE49-F238E27FC236}">
                <a16:creationId xmlns:a16="http://schemas.microsoft.com/office/drawing/2014/main" id="{E6B41A4D-6E10-21EC-C336-CCDCE3014C89}"/>
              </a:ext>
            </a:extLst>
          </p:cNvPr>
          <p:cNvSpPr>
            <a:spLocks noGrp="1"/>
          </p:cNvSpPr>
          <p:nvPr>
            <p:ph idx="1"/>
          </p:nvPr>
        </p:nvSpPr>
        <p:spPr/>
        <p:txBody>
          <a:bodyPr>
            <a:normAutofit fontScale="77500" lnSpcReduction="20000"/>
          </a:bodyPr>
          <a:lstStyle/>
          <a:p>
            <a:pPr marL="0" indent="0">
              <a:spcBef>
                <a:spcPts val="0"/>
              </a:spcBef>
              <a:buFont typeface="Arial" panose="020B0604020202020204" pitchFamily="34" charset="0"/>
              <a:buNone/>
              <a:defRPr/>
            </a:pPr>
            <a:r>
              <a:rPr lang="en-US" altLang="en-US" dirty="0"/>
              <a:t>What is it?</a:t>
            </a:r>
          </a:p>
          <a:p>
            <a:pPr>
              <a:spcBef>
                <a:spcPts val="0"/>
              </a:spcBef>
              <a:defRPr/>
            </a:pPr>
            <a:r>
              <a:rPr lang="en-US" dirty="0"/>
              <a:t>These are supervised learning algorithms where samples/instances are used (incrementally) to classify objects. </a:t>
            </a:r>
          </a:p>
          <a:p>
            <a:pPr>
              <a:spcBef>
                <a:spcPts val="0"/>
              </a:spcBef>
              <a:defRPr/>
            </a:pPr>
            <a:r>
              <a:rPr lang="en-US" altLang="en-US" dirty="0"/>
              <a:t>The k-NN classifier looks at k nearest neighbors of a new instance to decide which class the new instance should belong to.</a:t>
            </a:r>
          </a:p>
          <a:p>
            <a:pPr>
              <a:spcBef>
                <a:spcPts val="0"/>
              </a:spcBef>
              <a:defRPr/>
            </a:pPr>
            <a:r>
              <a:rPr lang="en-US" altLang="en-US" dirty="0"/>
              <a:t>When k=1, we have the nearest neighbor algorithm.</a:t>
            </a:r>
          </a:p>
          <a:p>
            <a:pPr>
              <a:defRPr/>
            </a:pPr>
            <a:r>
              <a:rPr lang="en-US" altLang="en-US" dirty="0"/>
              <a:t>k-NN classifier does not have a training phase; all instances are stored as it is. </a:t>
            </a:r>
          </a:p>
          <a:p>
            <a:pPr>
              <a:defRPr/>
            </a:pPr>
            <a:endParaRPr lang="en-US" altLang="en-US" dirty="0"/>
          </a:p>
          <a:p>
            <a:pPr marL="0" indent="0">
              <a:buFont typeface="Arial" panose="020B0604020202020204" pitchFamily="34" charset="0"/>
              <a:buNone/>
              <a:defRPr/>
            </a:pPr>
            <a:r>
              <a:rPr lang="en-US" altLang="en-US" dirty="0"/>
              <a:t>Problem:</a:t>
            </a:r>
          </a:p>
          <a:p>
            <a:pPr>
              <a:defRPr/>
            </a:pPr>
            <a:r>
              <a:rPr lang="en-US" dirty="0"/>
              <a:t>During use or testing, k-NN classification algorithm has to find k nearest neighbors of a new instance. This is time consuming if we do exhaustive comparison.</a:t>
            </a:r>
            <a:endParaRPr lang="en-US" altLang="en-US" dirty="0"/>
          </a:p>
        </p:txBody>
      </p:sp>
      <p:sp>
        <p:nvSpPr>
          <p:cNvPr id="19460" name="Slide Number Placeholder 3">
            <a:extLst>
              <a:ext uri="{FF2B5EF4-FFF2-40B4-BE49-F238E27FC236}">
                <a16:creationId xmlns:a16="http://schemas.microsoft.com/office/drawing/2014/main" id="{6D1A0A23-E53D-5610-330F-1D0DBC3790A2}"/>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FD61CF48-1316-4FB3-8381-56302EC2575B}" type="slidenum">
              <a:rPr lang="en-US" altLang="en-US" sz="1200" smtClean="0">
                <a:solidFill>
                  <a:srgbClr val="898989"/>
                </a:solidFill>
              </a:rPr>
              <a:pPr>
                <a:spcBef>
                  <a:spcPct val="0"/>
                </a:spcBef>
                <a:buFontTx/>
                <a:buNone/>
              </a:pPr>
              <a:t>13</a:t>
            </a:fld>
            <a:endParaRPr lang="en-US" altLang="en-US" sz="1200">
              <a:solidFill>
                <a:srgbClr val="898989"/>
              </a:solidFill>
            </a:endParaRPr>
          </a:p>
        </p:txBody>
      </p:sp>
    </p:spTree>
  </p:cSld>
  <p:clrMapOvr>
    <a:masterClrMapping/>
  </p:clrMapOvr>
  <p:transition spd="slow">
    <p:split orient="vert"/>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40727E-74F7-77A7-6383-C2F65412B205}"/>
              </a:ext>
            </a:extLst>
          </p:cNvPr>
          <p:cNvSpPr>
            <a:spLocks noGrp="1"/>
          </p:cNvSpPr>
          <p:nvPr>
            <p:ph type="title"/>
          </p:nvPr>
        </p:nvSpPr>
        <p:spPr/>
        <p:txBody>
          <a:bodyPr>
            <a:normAutofit fontScale="90000"/>
          </a:bodyPr>
          <a:lstStyle/>
          <a:p>
            <a:pPr>
              <a:defRPr/>
            </a:pPr>
            <a:r>
              <a:rPr lang="en-US" dirty="0"/>
              <a:t>k-Nearest Neighbors Classifier</a:t>
            </a:r>
          </a:p>
        </p:txBody>
      </p:sp>
      <p:sp>
        <p:nvSpPr>
          <p:cNvPr id="20483" name="Content Placeholder 2">
            <a:extLst>
              <a:ext uri="{FF2B5EF4-FFF2-40B4-BE49-F238E27FC236}">
                <a16:creationId xmlns:a16="http://schemas.microsoft.com/office/drawing/2014/main" id="{E66EE7B0-675A-D8D5-93E5-C50DB2FFBB20}"/>
              </a:ext>
            </a:extLst>
          </p:cNvPr>
          <p:cNvSpPr>
            <a:spLocks noGrp="1"/>
          </p:cNvSpPr>
          <p:nvPr>
            <p:ph idx="1"/>
          </p:nvPr>
        </p:nvSpPr>
        <p:spPr>
          <a:xfrm>
            <a:off x="5181600" y="1676400"/>
            <a:ext cx="3733800" cy="4953000"/>
          </a:xfrm>
        </p:spPr>
        <p:txBody>
          <a:bodyPr/>
          <a:lstStyle/>
          <a:p>
            <a:pPr eaLnBrk="1" hangingPunct="1">
              <a:spcBef>
                <a:spcPct val="10000"/>
              </a:spcBef>
              <a:spcAft>
                <a:spcPts val="388"/>
              </a:spcAft>
              <a:buClr>
                <a:srgbClr val="0C7B9C"/>
              </a:buClr>
              <a:buSzPct val="75000"/>
              <a:buFont typeface="Monotype Sorts" pitchFamily="2" charset="2"/>
              <a:buChar char="l"/>
            </a:pPr>
            <a:r>
              <a:rPr lang="en-US" altLang="id-ID" sz="1700">
                <a:latin typeface="Arial" panose="020B0604020202020204" pitchFamily="34" charset="0"/>
              </a:rPr>
              <a:t>Requires three things:</a:t>
            </a:r>
          </a:p>
          <a:p>
            <a:pPr lvl="1" eaLnBrk="1" hangingPunct="1">
              <a:spcBef>
                <a:spcPct val="10000"/>
              </a:spcBef>
              <a:spcAft>
                <a:spcPts val="388"/>
              </a:spcAft>
              <a:buClr>
                <a:srgbClr val="0C7B9C"/>
              </a:buClr>
            </a:pPr>
            <a:r>
              <a:rPr lang="en-US" altLang="id-ID" sz="1700">
                <a:latin typeface="Arial" panose="020B0604020202020204" pitchFamily="34" charset="0"/>
              </a:rPr>
              <a:t>The set of stored records</a:t>
            </a:r>
          </a:p>
          <a:p>
            <a:pPr lvl="1" eaLnBrk="1" hangingPunct="1">
              <a:spcBef>
                <a:spcPct val="10000"/>
              </a:spcBef>
              <a:spcAft>
                <a:spcPts val="388"/>
              </a:spcAft>
              <a:buClr>
                <a:srgbClr val="0C7B9C"/>
              </a:buClr>
            </a:pPr>
            <a:r>
              <a:rPr lang="en-US" altLang="id-ID" sz="1700">
                <a:latin typeface="Arial" panose="020B0604020202020204" pitchFamily="34" charset="0"/>
              </a:rPr>
              <a:t>Distance Metric to compute distance between records</a:t>
            </a:r>
          </a:p>
          <a:p>
            <a:pPr lvl="1" eaLnBrk="1" hangingPunct="1">
              <a:spcBef>
                <a:spcPct val="10000"/>
              </a:spcBef>
              <a:spcAft>
                <a:spcPts val="388"/>
              </a:spcAft>
              <a:buClr>
                <a:srgbClr val="0C7B9C"/>
              </a:buClr>
            </a:pPr>
            <a:r>
              <a:rPr lang="en-US" altLang="id-ID" sz="1700">
                <a:latin typeface="Arial" panose="020B0604020202020204" pitchFamily="34" charset="0"/>
              </a:rPr>
              <a:t>The value of k, the number of nearest neighbors to retrieve</a:t>
            </a:r>
          </a:p>
          <a:p>
            <a:pPr eaLnBrk="1" hangingPunct="1">
              <a:spcBef>
                <a:spcPct val="10000"/>
              </a:spcBef>
              <a:spcAft>
                <a:spcPts val="388"/>
              </a:spcAft>
              <a:buClr>
                <a:srgbClr val="0C7B9C"/>
              </a:buClr>
              <a:buSzPct val="75000"/>
              <a:buFont typeface="Monotype Sorts" pitchFamily="2" charset="2"/>
              <a:buChar char="l"/>
            </a:pPr>
            <a:r>
              <a:rPr lang="en-US" altLang="id-ID" sz="1700">
                <a:latin typeface="Arial" panose="020B0604020202020204" pitchFamily="34" charset="0"/>
              </a:rPr>
              <a:t>To classify an unknown record:</a:t>
            </a:r>
          </a:p>
          <a:p>
            <a:pPr lvl="1" eaLnBrk="1" hangingPunct="1">
              <a:spcBef>
                <a:spcPct val="10000"/>
              </a:spcBef>
              <a:spcAft>
                <a:spcPts val="388"/>
              </a:spcAft>
              <a:buClr>
                <a:srgbClr val="0C7B9C"/>
              </a:buClr>
            </a:pPr>
            <a:r>
              <a:rPr lang="en-US" altLang="id-ID" sz="1700">
                <a:latin typeface="Arial" panose="020B0604020202020204" pitchFamily="34" charset="0"/>
              </a:rPr>
              <a:t>Compute distance to other training records</a:t>
            </a:r>
          </a:p>
          <a:p>
            <a:pPr lvl="1" eaLnBrk="1" hangingPunct="1">
              <a:spcBef>
                <a:spcPct val="10000"/>
              </a:spcBef>
              <a:spcAft>
                <a:spcPts val="388"/>
              </a:spcAft>
              <a:buClr>
                <a:srgbClr val="0C7B9C"/>
              </a:buClr>
            </a:pPr>
            <a:r>
              <a:rPr lang="en-US" altLang="id-ID" sz="1700">
                <a:latin typeface="Arial" panose="020B0604020202020204" pitchFamily="34" charset="0"/>
              </a:rPr>
              <a:t>Identify k nearest neighbors </a:t>
            </a:r>
          </a:p>
          <a:p>
            <a:pPr lvl="1" eaLnBrk="1" hangingPunct="1">
              <a:spcBef>
                <a:spcPct val="10000"/>
              </a:spcBef>
              <a:spcAft>
                <a:spcPts val="388"/>
              </a:spcAft>
              <a:buClr>
                <a:srgbClr val="0C7B9C"/>
              </a:buClr>
            </a:pPr>
            <a:r>
              <a:rPr lang="en-US" altLang="id-ID" sz="1700">
                <a:latin typeface="Arial" panose="020B0604020202020204" pitchFamily="34" charset="0"/>
              </a:rPr>
              <a:t>Use class labels of nearest neighbors to determine the class label of unknown record (e.g., by taking majority vote)</a:t>
            </a:r>
          </a:p>
        </p:txBody>
      </p:sp>
      <p:sp>
        <p:nvSpPr>
          <p:cNvPr id="20484" name="Slide Number Placeholder 3">
            <a:extLst>
              <a:ext uri="{FF2B5EF4-FFF2-40B4-BE49-F238E27FC236}">
                <a16:creationId xmlns:a16="http://schemas.microsoft.com/office/drawing/2014/main" id="{5C370860-34EB-D483-26BE-3362EB4C4D0A}"/>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9BB6FADD-B97D-452A-AEC2-DCFBFFDF5649}" type="slidenum">
              <a:rPr lang="en-US" altLang="en-US" sz="1200" smtClean="0">
                <a:solidFill>
                  <a:srgbClr val="898989"/>
                </a:solidFill>
              </a:rPr>
              <a:pPr>
                <a:spcBef>
                  <a:spcPct val="0"/>
                </a:spcBef>
                <a:buFontTx/>
                <a:buNone/>
              </a:pPr>
              <a:t>14</a:t>
            </a:fld>
            <a:endParaRPr lang="en-US" altLang="en-US" sz="1200">
              <a:solidFill>
                <a:srgbClr val="898989"/>
              </a:solidFill>
            </a:endParaRPr>
          </a:p>
        </p:txBody>
      </p:sp>
      <p:graphicFrame>
        <p:nvGraphicFramePr>
          <p:cNvPr id="20485" name="Object 4">
            <a:extLst>
              <a:ext uri="{FF2B5EF4-FFF2-40B4-BE49-F238E27FC236}">
                <a16:creationId xmlns:a16="http://schemas.microsoft.com/office/drawing/2014/main" id="{3B858128-A722-CAF3-6D65-C99796A57090}"/>
              </a:ext>
            </a:extLst>
          </p:cNvPr>
          <p:cNvGraphicFramePr>
            <a:graphicFrameLocks noChangeAspect="1"/>
          </p:cNvGraphicFramePr>
          <p:nvPr/>
        </p:nvGraphicFramePr>
        <p:xfrm>
          <a:off x="914400" y="1603375"/>
          <a:ext cx="4071938" cy="5105400"/>
        </p:xfrm>
        <a:graphic>
          <a:graphicData uri="http://schemas.openxmlformats.org/presentationml/2006/ole">
            <mc:AlternateContent xmlns:mc="http://schemas.openxmlformats.org/markup-compatibility/2006">
              <mc:Choice xmlns:v="urn:schemas-microsoft-com:vml" Requires="v">
                <p:oleObj name="Visio" r:id="rId2" imgW="7007454" imgH="8108144" progId="Visio.Drawing.6">
                  <p:embed/>
                </p:oleObj>
              </mc:Choice>
              <mc:Fallback>
                <p:oleObj name="Visio" r:id="rId2" imgW="7007454" imgH="8108144" progId="Visio.Drawing.6">
                  <p:embed/>
                  <p:pic>
                    <p:nvPicPr>
                      <p:cNvPr id="20485" name="Object 4">
                        <a:extLst>
                          <a:ext uri="{FF2B5EF4-FFF2-40B4-BE49-F238E27FC236}">
                            <a16:creationId xmlns:a16="http://schemas.microsoft.com/office/drawing/2014/main" id="{3B858128-A722-CAF3-6D65-C99796A5709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14400" y="1603375"/>
                        <a:ext cx="4071938" cy="5105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ransition spd="slow">
    <p:split orient="vert"/>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455BD2-D7BB-BDCF-8BA3-5BCE0CA92417}"/>
              </a:ext>
            </a:extLst>
          </p:cNvPr>
          <p:cNvSpPr>
            <a:spLocks noGrp="1"/>
          </p:cNvSpPr>
          <p:nvPr>
            <p:ph type="title"/>
          </p:nvPr>
        </p:nvSpPr>
        <p:spPr>
          <a:xfrm>
            <a:off x="2057400" y="228600"/>
            <a:ext cx="6324600" cy="1143000"/>
          </a:xfrm>
        </p:spPr>
        <p:txBody>
          <a:bodyPr>
            <a:normAutofit fontScale="90000"/>
          </a:bodyPr>
          <a:lstStyle/>
          <a:p>
            <a:pPr>
              <a:defRPr/>
            </a:pPr>
            <a:r>
              <a:rPr lang="en-US" dirty="0"/>
              <a:t>Definition of Nearest Neighbor</a:t>
            </a:r>
          </a:p>
        </p:txBody>
      </p:sp>
      <p:sp>
        <p:nvSpPr>
          <p:cNvPr id="21507" name="Slide Number Placeholder 3">
            <a:extLst>
              <a:ext uri="{FF2B5EF4-FFF2-40B4-BE49-F238E27FC236}">
                <a16:creationId xmlns:a16="http://schemas.microsoft.com/office/drawing/2014/main" id="{6472D2AB-55B7-F2FB-FA6F-E21D2455E463}"/>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DC688840-EA52-4DE9-88D8-D8671ECECB8F}" type="slidenum">
              <a:rPr lang="en-US" altLang="en-US" sz="1200" smtClean="0">
                <a:solidFill>
                  <a:srgbClr val="898989"/>
                </a:solidFill>
              </a:rPr>
              <a:pPr>
                <a:spcBef>
                  <a:spcPct val="0"/>
                </a:spcBef>
                <a:buFontTx/>
                <a:buNone/>
              </a:pPr>
              <a:t>15</a:t>
            </a:fld>
            <a:endParaRPr lang="en-US" altLang="en-US" sz="1200">
              <a:solidFill>
                <a:srgbClr val="898989"/>
              </a:solidFill>
            </a:endParaRPr>
          </a:p>
        </p:txBody>
      </p:sp>
      <p:graphicFrame>
        <p:nvGraphicFramePr>
          <p:cNvPr id="21508" name="Object 1056770">
            <a:extLst>
              <a:ext uri="{FF2B5EF4-FFF2-40B4-BE49-F238E27FC236}">
                <a16:creationId xmlns:a16="http://schemas.microsoft.com/office/drawing/2014/main" id="{0EA70629-A96E-5BFA-0A57-7507FA9DA22E}"/>
              </a:ext>
            </a:extLst>
          </p:cNvPr>
          <p:cNvGraphicFramePr>
            <a:graphicFrameLocks/>
          </p:cNvGraphicFramePr>
          <p:nvPr/>
        </p:nvGraphicFramePr>
        <p:xfrm>
          <a:off x="762000" y="1922463"/>
          <a:ext cx="7848600" cy="3640137"/>
        </p:xfrm>
        <a:graphic>
          <a:graphicData uri="http://schemas.openxmlformats.org/presentationml/2006/ole">
            <mc:AlternateContent xmlns:mc="http://schemas.openxmlformats.org/markup-compatibility/2006">
              <mc:Choice xmlns:v="urn:schemas-microsoft-com:vml" Requires="v">
                <p:oleObj r:id="rId2" imgW="9761220" imgH="4517136" progId="Visio.Drawing.6">
                  <p:embed/>
                </p:oleObj>
              </mc:Choice>
              <mc:Fallback>
                <p:oleObj r:id="rId2" imgW="9761220" imgH="4517136" progId="Visio.Drawing.6">
                  <p:embed/>
                  <p:pic>
                    <p:nvPicPr>
                      <p:cNvPr id="21508" name="Object 1056770">
                        <a:extLst>
                          <a:ext uri="{FF2B5EF4-FFF2-40B4-BE49-F238E27FC236}">
                            <a16:creationId xmlns:a16="http://schemas.microsoft.com/office/drawing/2014/main" id="{0EA70629-A96E-5BFA-0A57-7507FA9DA22E}"/>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2000" y="1922463"/>
                        <a:ext cx="7848600" cy="3640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21509" name="Rectangle 1056771">
            <a:extLst>
              <a:ext uri="{FF2B5EF4-FFF2-40B4-BE49-F238E27FC236}">
                <a16:creationId xmlns:a16="http://schemas.microsoft.com/office/drawing/2014/main" id="{A476C9F5-0AD0-142E-8AF8-CEBE45575CC6}"/>
              </a:ext>
            </a:extLst>
          </p:cNvPr>
          <p:cNvSpPr>
            <a:spLocks noChangeArrowheads="1"/>
          </p:cNvSpPr>
          <p:nvPr/>
        </p:nvSpPr>
        <p:spPr bwMode="auto">
          <a:xfrm>
            <a:off x="838200" y="5638800"/>
            <a:ext cx="7696200"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10000"/>
              </a:spcBef>
              <a:spcAft>
                <a:spcPts val="400"/>
              </a:spcAft>
              <a:buClr>
                <a:srgbClr val="0C7B9C"/>
              </a:buClr>
              <a:buSzPct val="75000"/>
              <a:buFont typeface="Monotype Sorts" pitchFamily="2" charset="2"/>
              <a:buNone/>
            </a:pPr>
            <a:r>
              <a:rPr lang="en-US" altLang="en-US" sz="2400">
                <a:latin typeface="Open Sans" panose="020B0606030504020204" pitchFamily="34" charset="0"/>
                <a:cs typeface="Times New Roman" panose="02020603050405020304" pitchFamily="18" charset="0"/>
              </a:rPr>
              <a:t>    K-nearest neighbors of an instance </a:t>
            </a:r>
            <a:r>
              <a:rPr lang="en-US" altLang="en-US" sz="2400" i="1">
                <a:latin typeface="Open Sans" panose="020B0606030504020204" pitchFamily="34" charset="0"/>
                <a:cs typeface="Times New Roman" panose="02020603050405020304" pitchFamily="18" charset="0"/>
              </a:rPr>
              <a:t>x</a:t>
            </a:r>
            <a:r>
              <a:rPr lang="en-US" altLang="en-US" sz="2400">
                <a:latin typeface="Open Sans" panose="020B0606030504020204" pitchFamily="34" charset="0"/>
                <a:cs typeface="Times New Roman" panose="02020603050405020304" pitchFamily="18" charset="0"/>
              </a:rPr>
              <a:t> are data points that have the k smallest distance to </a:t>
            </a:r>
            <a:r>
              <a:rPr lang="en-US" altLang="en-US" sz="2400" i="1">
                <a:latin typeface="Open Sans" panose="020B0606030504020204" pitchFamily="34" charset="0"/>
                <a:cs typeface="Times New Roman" panose="02020603050405020304" pitchFamily="18" charset="0"/>
              </a:rPr>
              <a:t>x.</a:t>
            </a:r>
          </a:p>
        </p:txBody>
      </p:sp>
      <p:cxnSp>
        <p:nvCxnSpPr>
          <p:cNvPr id="7" name="Straight Arrow Connector 6">
            <a:extLst>
              <a:ext uri="{FF2B5EF4-FFF2-40B4-BE49-F238E27FC236}">
                <a16:creationId xmlns:a16="http://schemas.microsoft.com/office/drawing/2014/main" id="{C356A48E-6EB9-7636-2425-4430DD8B2EAE}"/>
              </a:ext>
            </a:extLst>
          </p:cNvPr>
          <p:cNvCxnSpPr/>
          <p:nvPr/>
        </p:nvCxnSpPr>
        <p:spPr>
          <a:xfrm flipH="1">
            <a:off x="4800600" y="1687513"/>
            <a:ext cx="3076575" cy="16637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9C7199BF-8BFC-3ED8-594D-0C62B939A017}"/>
              </a:ext>
            </a:extLst>
          </p:cNvPr>
          <p:cNvCxnSpPr/>
          <p:nvPr/>
        </p:nvCxnSpPr>
        <p:spPr>
          <a:xfrm flipH="1">
            <a:off x="7467600" y="1687513"/>
            <a:ext cx="409575" cy="16637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0A9B59B7-F827-FBB1-20C9-E68103F01500}"/>
              </a:ext>
            </a:extLst>
          </p:cNvPr>
          <p:cNvCxnSpPr/>
          <p:nvPr/>
        </p:nvCxnSpPr>
        <p:spPr>
          <a:xfrm flipH="1">
            <a:off x="2133600" y="1687513"/>
            <a:ext cx="5743575" cy="1741487"/>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CAB4F487-F476-7776-92A8-96A7E42A785E}"/>
              </a:ext>
            </a:extLst>
          </p:cNvPr>
          <p:cNvSpPr txBox="1"/>
          <p:nvPr/>
        </p:nvSpPr>
        <p:spPr>
          <a:xfrm>
            <a:off x="6916738" y="1319213"/>
            <a:ext cx="1922462" cy="368300"/>
          </a:xfrm>
          <a:prstGeom prst="rect">
            <a:avLst/>
          </a:prstGeom>
          <a:noFill/>
        </p:spPr>
        <p:txBody>
          <a:bodyPr wrap="none">
            <a:spAutoFit/>
          </a:bodyPr>
          <a:lstStyle/>
          <a:p>
            <a:pPr eaLnBrk="1" hangingPunct="1">
              <a:buFont typeface="Arial" panose="020B0604020202020204" pitchFamily="34" charset="0"/>
              <a:buNone/>
              <a:defRPr/>
            </a:pPr>
            <a:r>
              <a:rPr lang="en-US" dirty="0">
                <a:latin typeface="+mj-lt"/>
              </a:rPr>
              <a:t>Unknown instance</a:t>
            </a:r>
          </a:p>
        </p:txBody>
      </p:sp>
    </p:spTree>
  </p:cSld>
  <p:clrMapOvr>
    <a:masterClrMapping/>
  </p:clrMapOvr>
  <p:transition spd="slow">
    <p:split orient="vert"/>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19E9-FBB9-7757-7E73-947AF31B7999}"/>
              </a:ext>
            </a:extLst>
          </p:cNvPr>
          <p:cNvSpPr>
            <a:spLocks noGrp="1"/>
          </p:cNvSpPr>
          <p:nvPr>
            <p:ph type="title"/>
          </p:nvPr>
        </p:nvSpPr>
        <p:spPr/>
        <p:txBody>
          <a:bodyPr>
            <a:normAutofit fontScale="90000"/>
          </a:bodyPr>
          <a:lstStyle/>
          <a:p>
            <a:pPr>
              <a:defRPr/>
            </a:pPr>
            <a:r>
              <a:rPr lang="en-US" dirty="0"/>
              <a:t>Distance Between Two Points</a:t>
            </a:r>
          </a:p>
        </p:txBody>
      </p:sp>
      <p:sp>
        <p:nvSpPr>
          <p:cNvPr id="22531" name="Slide Number Placeholder 3">
            <a:extLst>
              <a:ext uri="{FF2B5EF4-FFF2-40B4-BE49-F238E27FC236}">
                <a16:creationId xmlns:a16="http://schemas.microsoft.com/office/drawing/2014/main" id="{246B15AD-C6D9-EA65-137F-31E253FB16AC}"/>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6AE7E039-CBB6-46AA-A51E-8094312C2BE3}" type="slidenum">
              <a:rPr lang="en-US" altLang="en-US" sz="1200" smtClean="0">
                <a:solidFill>
                  <a:srgbClr val="898989"/>
                </a:solidFill>
              </a:rPr>
              <a:pPr>
                <a:spcBef>
                  <a:spcPct val="0"/>
                </a:spcBef>
                <a:buFontTx/>
                <a:buNone/>
              </a:pPr>
              <a:t>16</a:t>
            </a:fld>
            <a:endParaRPr lang="en-US" altLang="en-US" sz="1200">
              <a:solidFill>
                <a:srgbClr val="898989"/>
              </a:solidFill>
            </a:endParaRPr>
          </a:p>
        </p:txBody>
      </p:sp>
      <p:sp>
        <p:nvSpPr>
          <p:cNvPr id="5" name="Content Placeholder 41">
            <a:extLst>
              <a:ext uri="{FF2B5EF4-FFF2-40B4-BE49-F238E27FC236}">
                <a16:creationId xmlns:a16="http://schemas.microsoft.com/office/drawing/2014/main" id="{C0C0ED18-9E82-C3A2-5816-2DD2BEDFD1FB}"/>
              </a:ext>
            </a:extLst>
          </p:cNvPr>
          <p:cNvSpPr>
            <a:spLocks noGrp="1"/>
          </p:cNvSpPr>
          <p:nvPr>
            <p:ph idx="1"/>
          </p:nvPr>
        </p:nvSpPr>
        <p:spPr>
          <a:xfrm>
            <a:off x="685800" y="1600200"/>
            <a:ext cx="8229600" cy="4953000"/>
          </a:xfrm>
        </p:spPr>
        <p:txBody>
          <a:bodyPr>
            <a:normAutofit fontScale="92500" lnSpcReduction="10000"/>
          </a:bodyPr>
          <a:lstStyle/>
          <a:p>
            <a:pPr marL="342900" lvl="1" indent="-342900">
              <a:buFont typeface="Arial" panose="020B0604020202020204" pitchFamily="34" charset="0"/>
              <a:buChar char="•"/>
              <a:defRPr/>
            </a:pPr>
            <a:r>
              <a:rPr lang="en-US" altLang="en-US" dirty="0"/>
              <a:t>Euclidean distance (continues variable)</a:t>
            </a:r>
          </a:p>
          <a:p>
            <a:pPr marL="342900" lvl="1" indent="-342900">
              <a:buFont typeface="Arial" panose="020B0604020202020204" pitchFamily="34" charset="0"/>
              <a:buChar char="•"/>
              <a:defRPr/>
            </a:pPr>
            <a:endParaRPr lang="en-US" altLang="en-US" dirty="0"/>
          </a:p>
          <a:p>
            <a:pPr marL="342900" lvl="1" indent="-342900">
              <a:buFont typeface="Arial" panose="020B0604020202020204" pitchFamily="34" charset="0"/>
              <a:buChar char="•"/>
              <a:defRPr/>
            </a:pPr>
            <a:endParaRPr lang="en-US" altLang="en-US" dirty="0"/>
          </a:p>
          <a:p>
            <a:pPr>
              <a:defRPr/>
            </a:pPr>
            <a:r>
              <a:rPr lang="en-US" altLang="en-US" dirty="0"/>
              <a:t>Hamming distance (discrete variables)</a:t>
            </a:r>
          </a:p>
          <a:p>
            <a:pPr lvl="2">
              <a:defRPr/>
            </a:pPr>
            <a:r>
              <a:rPr lang="en-US" altLang="en-US" dirty="0" err="1"/>
              <a:t>c</a:t>
            </a:r>
            <a:r>
              <a:rPr lang="en-US" altLang="en-US" dirty="0" err="1">
                <a:solidFill>
                  <a:srgbClr val="FF0000"/>
                </a:solidFill>
              </a:rPr>
              <a:t>o</a:t>
            </a:r>
            <a:r>
              <a:rPr lang="en-US" altLang="en-US" dirty="0" err="1"/>
              <a:t>w</a:t>
            </a:r>
            <a:r>
              <a:rPr lang="en-US" altLang="en-US" dirty="0" err="1">
                <a:solidFill>
                  <a:srgbClr val="FF0000"/>
                </a:solidFill>
              </a:rPr>
              <a:t>o</a:t>
            </a:r>
            <a:r>
              <a:rPr lang="en-US" altLang="en-US" dirty="0" err="1"/>
              <a:t>k</a:t>
            </a:r>
            <a:r>
              <a:rPr lang="en-US" altLang="en-US" dirty="0"/>
              <a:t> and </a:t>
            </a:r>
            <a:r>
              <a:rPr lang="en-US" altLang="en-US" dirty="0" err="1"/>
              <a:t>c</a:t>
            </a:r>
            <a:r>
              <a:rPr lang="en-US" altLang="en-US" dirty="0" err="1">
                <a:solidFill>
                  <a:srgbClr val="FF0000"/>
                </a:solidFill>
              </a:rPr>
              <a:t>e</a:t>
            </a:r>
            <a:r>
              <a:rPr lang="en-US" altLang="en-US" dirty="0" err="1"/>
              <a:t>w</a:t>
            </a:r>
            <a:r>
              <a:rPr lang="en-US" altLang="en-US" dirty="0" err="1">
                <a:solidFill>
                  <a:srgbClr val="FF0000"/>
                </a:solidFill>
              </a:rPr>
              <a:t>e</a:t>
            </a:r>
            <a:r>
              <a:rPr lang="en-US" altLang="en-US" dirty="0" err="1"/>
              <a:t>k</a:t>
            </a:r>
            <a:r>
              <a:rPr lang="en-US" altLang="en-US" dirty="0"/>
              <a:t> – distance is 2 </a:t>
            </a:r>
          </a:p>
          <a:p>
            <a:pPr lvl="2">
              <a:defRPr/>
            </a:pPr>
            <a:r>
              <a:rPr lang="en-US" altLang="en-US" dirty="0" err="1"/>
              <a:t>s</a:t>
            </a:r>
            <a:r>
              <a:rPr lang="en-US" altLang="en-US" dirty="0" err="1">
                <a:solidFill>
                  <a:srgbClr val="FF0000"/>
                </a:solidFill>
              </a:rPr>
              <a:t>e</a:t>
            </a:r>
            <a:r>
              <a:rPr lang="en-US" altLang="en-US" dirty="0" err="1"/>
              <a:t>put</a:t>
            </a:r>
            <a:r>
              <a:rPr lang="en-US" altLang="en-US" dirty="0" err="1">
                <a:solidFill>
                  <a:srgbClr val="FF0000"/>
                </a:solidFill>
              </a:rPr>
              <a:t>ar</a:t>
            </a:r>
            <a:r>
              <a:rPr lang="en-US" altLang="en-US" dirty="0"/>
              <a:t> and </a:t>
            </a:r>
            <a:r>
              <a:rPr lang="en-US" altLang="en-US" dirty="0" err="1"/>
              <a:t>s</a:t>
            </a:r>
            <a:r>
              <a:rPr lang="en-US" altLang="en-US" dirty="0" err="1">
                <a:solidFill>
                  <a:srgbClr val="FF0000"/>
                </a:solidFill>
              </a:rPr>
              <a:t>a</a:t>
            </a:r>
            <a:r>
              <a:rPr lang="en-US" altLang="en-US" dirty="0" err="1"/>
              <a:t>put</a:t>
            </a:r>
            <a:r>
              <a:rPr lang="en-US" altLang="en-US" dirty="0" err="1">
                <a:solidFill>
                  <a:srgbClr val="FF0000"/>
                </a:solidFill>
              </a:rPr>
              <a:t>ra</a:t>
            </a:r>
            <a:r>
              <a:rPr lang="en-US" altLang="en-US" dirty="0"/>
              <a:t> – distance is 3 </a:t>
            </a:r>
          </a:p>
          <a:p>
            <a:pPr>
              <a:defRPr/>
            </a:pPr>
            <a:endParaRPr lang="en-US" altLang="en-US" sz="1200" dirty="0"/>
          </a:p>
          <a:p>
            <a:pPr>
              <a:defRPr/>
            </a:pPr>
            <a:r>
              <a:rPr lang="en-US" altLang="en-US" dirty="0"/>
              <a:t>Determine the class from nearest neighbor list</a:t>
            </a:r>
          </a:p>
          <a:p>
            <a:pPr lvl="1">
              <a:defRPr/>
            </a:pPr>
            <a:r>
              <a:rPr lang="en-US" altLang="en-US" sz="2600" dirty="0"/>
              <a:t>take the majority vote of class labels among the k-nearest neighbors</a:t>
            </a:r>
          </a:p>
          <a:p>
            <a:pPr lvl="1">
              <a:defRPr/>
            </a:pPr>
            <a:r>
              <a:rPr lang="en-US" altLang="en-US" sz="2600" dirty="0"/>
              <a:t>Weigh the vote according to distance; weight factor, w = 1/d</a:t>
            </a:r>
            <a:r>
              <a:rPr lang="en-US" altLang="en-US" sz="2600" baseline="30000" dirty="0"/>
              <a:t>2</a:t>
            </a:r>
            <a:endParaRPr lang="en-US" altLang="en-US" dirty="0"/>
          </a:p>
          <a:p>
            <a:pPr>
              <a:defRPr/>
            </a:pPr>
            <a:endParaRPr lang="en-US" dirty="0"/>
          </a:p>
        </p:txBody>
      </p:sp>
      <p:graphicFrame>
        <p:nvGraphicFramePr>
          <p:cNvPr id="22533" name="Object 42">
            <a:extLst>
              <a:ext uri="{FF2B5EF4-FFF2-40B4-BE49-F238E27FC236}">
                <a16:creationId xmlns:a16="http://schemas.microsoft.com/office/drawing/2014/main" id="{99416E37-2C07-2C41-2868-FE126EDE8423}"/>
              </a:ext>
            </a:extLst>
          </p:cNvPr>
          <p:cNvGraphicFramePr>
            <a:graphicFrameLocks/>
          </p:cNvGraphicFramePr>
          <p:nvPr/>
        </p:nvGraphicFramePr>
        <p:xfrm>
          <a:off x="2514600" y="2130425"/>
          <a:ext cx="4572000" cy="595313"/>
        </p:xfrm>
        <a:graphic>
          <a:graphicData uri="http://schemas.openxmlformats.org/presentationml/2006/ole">
            <mc:AlternateContent xmlns:mc="http://schemas.openxmlformats.org/markup-compatibility/2006">
              <mc:Choice xmlns:v="urn:schemas-microsoft-com:vml" Requires="v">
                <p:oleObj r:id="rId2" imgW="2705100" imgH="457200" progId="Equation.3">
                  <p:embed/>
                </p:oleObj>
              </mc:Choice>
              <mc:Fallback>
                <p:oleObj r:id="rId2" imgW="2705100" imgH="457200" progId="Equation.3">
                  <p:embed/>
                  <p:pic>
                    <p:nvPicPr>
                      <p:cNvPr id="22533" name="Object 42">
                        <a:extLst>
                          <a:ext uri="{FF2B5EF4-FFF2-40B4-BE49-F238E27FC236}">
                            <a16:creationId xmlns:a16="http://schemas.microsoft.com/office/drawing/2014/main" id="{99416E37-2C07-2C41-2868-FE126EDE8423}"/>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14600" y="2130425"/>
                        <a:ext cx="4572000" cy="595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ransition spd="slow">
    <p:split orient="vert"/>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itle 1">
            <a:extLst>
              <a:ext uri="{FF2B5EF4-FFF2-40B4-BE49-F238E27FC236}">
                <a16:creationId xmlns:a16="http://schemas.microsoft.com/office/drawing/2014/main" id="{3165F979-84B3-DB91-75E6-3A5766A7F690}"/>
              </a:ext>
            </a:extLst>
          </p:cNvPr>
          <p:cNvSpPr>
            <a:spLocks noGrp="1"/>
          </p:cNvSpPr>
          <p:nvPr>
            <p:ph type="title"/>
          </p:nvPr>
        </p:nvSpPr>
        <p:spPr/>
        <p:txBody>
          <a:bodyPr/>
          <a:lstStyle/>
          <a:p>
            <a:r>
              <a:rPr lang="en-US" altLang="en-US">
                <a:latin typeface="Open Sans" panose="020B0606030504020204" pitchFamily="34" charset="0"/>
              </a:rPr>
              <a:t>Voronoi Diagram (1-NN)</a:t>
            </a:r>
          </a:p>
        </p:txBody>
      </p:sp>
      <p:sp>
        <p:nvSpPr>
          <p:cNvPr id="23555" name="Slide Number Placeholder 3">
            <a:extLst>
              <a:ext uri="{FF2B5EF4-FFF2-40B4-BE49-F238E27FC236}">
                <a16:creationId xmlns:a16="http://schemas.microsoft.com/office/drawing/2014/main" id="{29798E70-9180-11E8-E45D-4CB7D5BA3BCE}"/>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44CA9496-D592-461B-8D94-EA29DC350CA0}" type="slidenum">
              <a:rPr lang="en-US" altLang="en-US" sz="1200" smtClean="0">
                <a:solidFill>
                  <a:srgbClr val="898989"/>
                </a:solidFill>
              </a:rPr>
              <a:pPr>
                <a:spcBef>
                  <a:spcPct val="0"/>
                </a:spcBef>
                <a:buFontTx/>
                <a:buNone/>
              </a:pPr>
              <a:t>17</a:t>
            </a:fld>
            <a:endParaRPr lang="en-US" altLang="en-US" sz="1200">
              <a:solidFill>
                <a:srgbClr val="898989"/>
              </a:solidFill>
            </a:endParaRPr>
          </a:p>
        </p:txBody>
      </p:sp>
      <p:sp>
        <p:nvSpPr>
          <p:cNvPr id="23556" name="Content Placeholder 5">
            <a:extLst>
              <a:ext uri="{FF2B5EF4-FFF2-40B4-BE49-F238E27FC236}">
                <a16:creationId xmlns:a16="http://schemas.microsoft.com/office/drawing/2014/main" id="{14CB30C9-2465-B7D9-B69D-95DF08F40A5B}"/>
              </a:ext>
            </a:extLst>
          </p:cNvPr>
          <p:cNvSpPr>
            <a:spLocks noGrp="1"/>
          </p:cNvSpPr>
          <p:nvPr>
            <p:ph idx="1"/>
          </p:nvPr>
        </p:nvSpPr>
        <p:spPr>
          <a:xfrm>
            <a:off x="685800" y="1371600"/>
            <a:ext cx="8229600" cy="5257800"/>
          </a:xfrm>
        </p:spPr>
        <p:txBody>
          <a:bodyPr/>
          <a:lstStyle/>
          <a:p>
            <a:r>
              <a:rPr lang="en-US" altLang="en-US" sz="2400">
                <a:latin typeface="Open Sans" panose="020B0606030504020204" pitchFamily="34" charset="0"/>
              </a:rPr>
              <a:t>If we divide the classes (a set of points) into regions based on distance to point, we get this diagram</a:t>
            </a:r>
          </a:p>
        </p:txBody>
      </p:sp>
      <p:pic>
        <p:nvPicPr>
          <p:cNvPr id="23557" name="Picture 1057794">
            <a:extLst>
              <a:ext uri="{FF2B5EF4-FFF2-40B4-BE49-F238E27FC236}">
                <a16:creationId xmlns:a16="http://schemas.microsoft.com/office/drawing/2014/main" id="{3BF99A2A-5AD3-24D4-13F5-48F1E8C5497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76400" y="2174875"/>
            <a:ext cx="5638800" cy="4454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spTree>
  </p:cSld>
  <p:clrMapOvr>
    <a:masterClrMapping/>
  </p:clrMapOvr>
  <p:transition spd="slow">
    <p:split orient="vert"/>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itle 1">
            <a:extLst>
              <a:ext uri="{FF2B5EF4-FFF2-40B4-BE49-F238E27FC236}">
                <a16:creationId xmlns:a16="http://schemas.microsoft.com/office/drawing/2014/main" id="{6E39AE2C-9FAB-8A65-A71A-A6AC5A7D50A0}"/>
              </a:ext>
            </a:extLst>
          </p:cNvPr>
          <p:cNvSpPr>
            <a:spLocks noGrp="1"/>
          </p:cNvSpPr>
          <p:nvPr>
            <p:ph type="title"/>
          </p:nvPr>
        </p:nvSpPr>
        <p:spPr/>
        <p:txBody>
          <a:bodyPr/>
          <a:lstStyle/>
          <a:p>
            <a:r>
              <a:rPr lang="en-US" altLang="en-US">
                <a:latin typeface="Open Sans" panose="020B0606030504020204" pitchFamily="34" charset="0"/>
              </a:rPr>
              <a:t>Choosing the Value of k</a:t>
            </a:r>
          </a:p>
        </p:txBody>
      </p:sp>
      <p:sp>
        <p:nvSpPr>
          <p:cNvPr id="3" name="Content Placeholder 2">
            <a:extLst>
              <a:ext uri="{FF2B5EF4-FFF2-40B4-BE49-F238E27FC236}">
                <a16:creationId xmlns:a16="http://schemas.microsoft.com/office/drawing/2014/main" id="{44A212C9-877C-265A-D53F-A4AA83AEDC99}"/>
              </a:ext>
            </a:extLst>
          </p:cNvPr>
          <p:cNvSpPr>
            <a:spLocks noGrp="1"/>
          </p:cNvSpPr>
          <p:nvPr>
            <p:ph idx="1"/>
          </p:nvPr>
        </p:nvSpPr>
        <p:spPr/>
        <p:txBody>
          <a:bodyPr/>
          <a:lstStyle/>
          <a:p>
            <a:pPr lvl="1">
              <a:defRPr/>
            </a:pPr>
            <a:r>
              <a:rPr lang="en-US" altLang="en-US" sz="2400" dirty="0"/>
              <a:t>If K is too small, sensitive to noise points.</a:t>
            </a:r>
          </a:p>
          <a:p>
            <a:pPr lvl="1">
              <a:defRPr/>
            </a:pPr>
            <a:r>
              <a:rPr lang="en-US" altLang="en-US" sz="2400" dirty="0"/>
              <a:t>If K is too large, neighborhood may include too many points from other classes (irrelevant).</a:t>
            </a:r>
          </a:p>
          <a:p>
            <a:pPr marL="342900" lvl="1" indent="-342900">
              <a:buFont typeface="Arial" panose="020B0604020202020204" pitchFamily="34" charset="0"/>
              <a:buChar char="•"/>
              <a:defRPr/>
            </a:pPr>
            <a:endParaRPr lang="en-US" altLang="en-US" sz="2400" dirty="0"/>
          </a:p>
          <a:p>
            <a:pPr>
              <a:defRPr/>
            </a:pPr>
            <a:endParaRPr lang="en-US" sz="2400" dirty="0"/>
          </a:p>
          <a:p>
            <a:pPr>
              <a:defRPr/>
            </a:pPr>
            <a:endParaRPr lang="en-US" sz="2400" dirty="0"/>
          </a:p>
        </p:txBody>
      </p:sp>
      <p:sp>
        <p:nvSpPr>
          <p:cNvPr id="24580" name="Slide Number Placeholder 3">
            <a:extLst>
              <a:ext uri="{FF2B5EF4-FFF2-40B4-BE49-F238E27FC236}">
                <a16:creationId xmlns:a16="http://schemas.microsoft.com/office/drawing/2014/main" id="{86A70A2E-6E0B-BEDB-3ECD-980C84CCA4C6}"/>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DAA9B149-30B6-441B-818D-7668C80ADB8D}" type="slidenum">
              <a:rPr lang="en-US" altLang="en-US" sz="1200" smtClean="0">
                <a:solidFill>
                  <a:srgbClr val="898989"/>
                </a:solidFill>
              </a:rPr>
              <a:pPr>
                <a:spcBef>
                  <a:spcPct val="0"/>
                </a:spcBef>
                <a:buFontTx/>
                <a:buNone/>
              </a:pPr>
              <a:t>18</a:t>
            </a:fld>
            <a:endParaRPr lang="en-US" altLang="en-US" sz="1200">
              <a:solidFill>
                <a:srgbClr val="898989"/>
              </a:solidFill>
            </a:endParaRPr>
          </a:p>
        </p:txBody>
      </p:sp>
      <p:graphicFrame>
        <p:nvGraphicFramePr>
          <p:cNvPr id="24581" name="Object 1">
            <a:extLst>
              <a:ext uri="{FF2B5EF4-FFF2-40B4-BE49-F238E27FC236}">
                <a16:creationId xmlns:a16="http://schemas.microsoft.com/office/drawing/2014/main" id="{E4C259C2-BE2F-4B5A-5FD8-469F316D863D}"/>
              </a:ext>
            </a:extLst>
          </p:cNvPr>
          <p:cNvGraphicFramePr>
            <a:graphicFrameLocks/>
          </p:cNvGraphicFramePr>
          <p:nvPr/>
        </p:nvGraphicFramePr>
        <p:xfrm>
          <a:off x="2930525" y="3124200"/>
          <a:ext cx="3738563" cy="3170238"/>
        </p:xfrm>
        <a:graphic>
          <a:graphicData uri="http://schemas.openxmlformats.org/presentationml/2006/ole">
            <mc:AlternateContent xmlns:mc="http://schemas.openxmlformats.org/markup-compatibility/2006">
              <mc:Choice xmlns:v="urn:schemas-microsoft-com:vml" Requires="v">
                <p:oleObj r:id="rId2" imgW="6663960" imgH="5482800" progId="Visio.Drawing.6">
                  <p:embed/>
                </p:oleObj>
              </mc:Choice>
              <mc:Fallback>
                <p:oleObj r:id="rId2" imgW="6663960" imgH="5482800" progId="Visio.Drawing.6">
                  <p:embed/>
                  <p:pic>
                    <p:nvPicPr>
                      <p:cNvPr id="24581" name="Object 1">
                        <a:extLst>
                          <a:ext uri="{FF2B5EF4-FFF2-40B4-BE49-F238E27FC236}">
                            <a16:creationId xmlns:a16="http://schemas.microsoft.com/office/drawing/2014/main" id="{E4C259C2-BE2F-4B5A-5FD8-469F316D863D}"/>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30525" y="3124200"/>
                        <a:ext cx="3738563" cy="3170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Tree>
  </p:cSld>
  <p:clrMapOvr>
    <a:masterClrMapping/>
  </p:clrMapOvr>
  <p:transition spd="slow">
    <p:split orient="vert"/>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8100AC-446A-1FF7-77F1-4BEF1DB028E8}"/>
              </a:ext>
            </a:extLst>
          </p:cNvPr>
          <p:cNvSpPr>
            <a:spLocks noGrp="1"/>
          </p:cNvSpPr>
          <p:nvPr>
            <p:ph type="title"/>
          </p:nvPr>
        </p:nvSpPr>
        <p:spPr/>
        <p:txBody>
          <a:bodyPr>
            <a:normAutofit fontScale="90000"/>
          </a:bodyPr>
          <a:lstStyle/>
          <a:p>
            <a:pPr>
              <a:defRPr/>
            </a:pPr>
            <a:r>
              <a:rPr lang="en-US" dirty="0"/>
              <a:t>Example: telecommunication service </a:t>
            </a:r>
          </a:p>
        </p:txBody>
      </p:sp>
      <p:sp>
        <p:nvSpPr>
          <p:cNvPr id="25603" name="Content Placeholder 2">
            <a:extLst>
              <a:ext uri="{FF2B5EF4-FFF2-40B4-BE49-F238E27FC236}">
                <a16:creationId xmlns:a16="http://schemas.microsoft.com/office/drawing/2014/main" id="{C663E064-7C4E-7DD9-1294-4B8BAB878585}"/>
              </a:ext>
            </a:extLst>
          </p:cNvPr>
          <p:cNvSpPr>
            <a:spLocks noGrp="1"/>
          </p:cNvSpPr>
          <p:nvPr>
            <p:ph idx="1"/>
          </p:nvPr>
        </p:nvSpPr>
        <p:spPr/>
        <p:txBody>
          <a:bodyPr/>
          <a:lstStyle/>
          <a:p>
            <a:r>
              <a:rPr lang="en-US" altLang="en-US" sz="2000">
                <a:latin typeface="Open Sans" panose="020B0606030504020204" pitchFamily="34" charset="0"/>
              </a:rPr>
              <a:t>Below is the data from a telecommunication provider company:</a:t>
            </a:r>
          </a:p>
          <a:p>
            <a:r>
              <a:rPr lang="en-US" altLang="en-US" sz="2000">
                <a:latin typeface="Open Sans" panose="020B0606030504020204" pitchFamily="34" charset="0"/>
              </a:rPr>
              <a:t>The label is “custcat” (customet category), which represents type of service selected by the custouse mer.</a:t>
            </a:r>
          </a:p>
        </p:txBody>
      </p:sp>
      <p:sp>
        <p:nvSpPr>
          <p:cNvPr id="25604" name="Slide Number Placeholder 3">
            <a:extLst>
              <a:ext uri="{FF2B5EF4-FFF2-40B4-BE49-F238E27FC236}">
                <a16:creationId xmlns:a16="http://schemas.microsoft.com/office/drawing/2014/main" id="{C953370B-C4FD-0B45-CF5B-AA92046598AC}"/>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3C070E90-74F9-495D-87CB-9CAA6FE6BA5D}" type="slidenum">
              <a:rPr lang="en-US" altLang="en-US" sz="1200" smtClean="0">
                <a:solidFill>
                  <a:srgbClr val="898989"/>
                </a:solidFill>
              </a:rPr>
              <a:pPr>
                <a:spcBef>
                  <a:spcPct val="0"/>
                </a:spcBef>
                <a:buFontTx/>
                <a:buNone/>
              </a:pPr>
              <a:t>19</a:t>
            </a:fld>
            <a:endParaRPr lang="en-US" altLang="en-US" sz="1200">
              <a:solidFill>
                <a:srgbClr val="898989"/>
              </a:solidFill>
            </a:endParaRPr>
          </a:p>
        </p:txBody>
      </p:sp>
      <p:pic>
        <p:nvPicPr>
          <p:cNvPr id="25605" name="Picture 4">
            <a:extLst>
              <a:ext uri="{FF2B5EF4-FFF2-40B4-BE49-F238E27FC236}">
                <a16:creationId xmlns:a16="http://schemas.microsoft.com/office/drawing/2014/main" id="{7F11AD19-0245-A4AF-2D9C-0271E0D2D8E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4838" y="3048000"/>
            <a:ext cx="5778500" cy="2781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606" name="Picture 5">
            <a:extLst>
              <a:ext uri="{FF2B5EF4-FFF2-40B4-BE49-F238E27FC236}">
                <a16:creationId xmlns:a16="http://schemas.microsoft.com/office/drawing/2014/main" id="{7FBD834D-7AFA-30FD-06BA-2E224DB0764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02413" y="3490913"/>
            <a:ext cx="2530475" cy="1690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8" name="Group 17">
            <a:extLst>
              <a:ext uri="{FF2B5EF4-FFF2-40B4-BE49-F238E27FC236}">
                <a16:creationId xmlns:a16="http://schemas.microsoft.com/office/drawing/2014/main" id="{49BAFE03-CA0A-7E65-BBAE-F7EDEF69A6DB}"/>
              </a:ext>
            </a:extLst>
          </p:cNvPr>
          <p:cNvGrpSpPr>
            <a:grpSpLocks/>
          </p:cNvGrpSpPr>
          <p:nvPr/>
        </p:nvGrpSpPr>
        <p:grpSpPr bwMode="auto">
          <a:xfrm>
            <a:off x="5791200" y="2590800"/>
            <a:ext cx="2366963" cy="3238500"/>
            <a:chOff x="5791200" y="2590800"/>
            <a:chExt cx="2366243" cy="3239283"/>
          </a:xfrm>
        </p:grpSpPr>
        <p:sp>
          <p:nvSpPr>
            <p:cNvPr id="7" name="Rectangle: Rounded Corners 6">
              <a:extLst>
                <a:ext uri="{FF2B5EF4-FFF2-40B4-BE49-F238E27FC236}">
                  <a16:creationId xmlns:a16="http://schemas.microsoft.com/office/drawing/2014/main" id="{DEC90797-78A0-768D-77AC-E1DA1784C0E9}"/>
                </a:ext>
              </a:extLst>
            </p:cNvPr>
            <p:cNvSpPr/>
            <p:nvPr/>
          </p:nvSpPr>
          <p:spPr>
            <a:xfrm>
              <a:off x="5791200" y="2895674"/>
              <a:ext cx="596718" cy="2934409"/>
            </a:xfrm>
            <a:prstGeom prst="roundRect">
              <a:avLst/>
            </a:prstGeom>
            <a:noFill/>
            <a:ln w="3810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25614" name="TextBox 7">
              <a:extLst>
                <a:ext uri="{FF2B5EF4-FFF2-40B4-BE49-F238E27FC236}">
                  <a16:creationId xmlns:a16="http://schemas.microsoft.com/office/drawing/2014/main" id="{191E91DB-F9E9-CF8C-9C7A-0EB7D034DB2F}"/>
                </a:ext>
              </a:extLst>
            </p:cNvPr>
            <p:cNvSpPr txBox="1">
              <a:spLocks noChangeArrowheads="1"/>
            </p:cNvSpPr>
            <p:nvPr/>
          </p:nvSpPr>
          <p:spPr bwMode="auto">
            <a:xfrm>
              <a:off x="6805791" y="2590800"/>
              <a:ext cx="135165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800" b="1">
                  <a:solidFill>
                    <a:srgbClr val="0070C0"/>
                  </a:solidFill>
                  <a:latin typeface="Arial" panose="020B0604020202020204" pitchFamily="34" charset="0"/>
                </a:rPr>
                <a:t>label/class</a:t>
              </a:r>
            </a:p>
          </p:txBody>
        </p:sp>
        <p:cxnSp>
          <p:nvCxnSpPr>
            <p:cNvPr id="10" name="Straight Arrow Connector 9">
              <a:extLst>
                <a:ext uri="{FF2B5EF4-FFF2-40B4-BE49-F238E27FC236}">
                  <a16:creationId xmlns:a16="http://schemas.microsoft.com/office/drawing/2014/main" id="{F9C87076-640E-468E-91D6-63770E436B42}"/>
                </a:ext>
              </a:extLst>
            </p:cNvPr>
            <p:cNvCxnSpPr/>
            <p:nvPr/>
          </p:nvCxnSpPr>
          <p:spPr>
            <a:xfrm flipV="1">
              <a:off x="6383158" y="2868680"/>
              <a:ext cx="398341" cy="17943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grpSp>
      <p:grpSp>
        <p:nvGrpSpPr>
          <p:cNvPr id="19" name="Group 18">
            <a:extLst>
              <a:ext uri="{FF2B5EF4-FFF2-40B4-BE49-F238E27FC236}">
                <a16:creationId xmlns:a16="http://schemas.microsoft.com/office/drawing/2014/main" id="{2E866898-6151-CA21-0057-ACD8F0DC2777}"/>
              </a:ext>
            </a:extLst>
          </p:cNvPr>
          <p:cNvGrpSpPr>
            <a:grpSpLocks/>
          </p:cNvGrpSpPr>
          <p:nvPr/>
        </p:nvGrpSpPr>
        <p:grpSpPr bwMode="auto">
          <a:xfrm>
            <a:off x="582613" y="5453063"/>
            <a:ext cx="5997575" cy="1084262"/>
            <a:chOff x="582895" y="5453742"/>
            <a:chExt cx="5997247" cy="1083357"/>
          </a:xfrm>
        </p:grpSpPr>
        <p:sp>
          <p:nvSpPr>
            <p:cNvPr id="11" name="Rectangle: Rounded Corners 10">
              <a:extLst>
                <a:ext uri="{FF2B5EF4-FFF2-40B4-BE49-F238E27FC236}">
                  <a16:creationId xmlns:a16="http://schemas.microsoft.com/office/drawing/2014/main" id="{46E63154-2442-3BFE-4884-76976E9CAE76}"/>
                </a:ext>
              </a:extLst>
            </p:cNvPr>
            <p:cNvSpPr/>
            <p:nvPr/>
          </p:nvSpPr>
          <p:spPr>
            <a:xfrm>
              <a:off x="582895" y="5453742"/>
              <a:ext cx="5997247" cy="371165"/>
            </a:xfrm>
            <a:prstGeom prst="roundRect">
              <a:avLst/>
            </a:prstGeom>
            <a:noFill/>
            <a:ln w="381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25611" name="TextBox 12">
              <a:extLst>
                <a:ext uri="{FF2B5EF4-FFF2-40B4-BE49-F238E27FC236}">
                  <a16:creationId xmlns:a16="http://schemas.microsoft.com/office/drawing/2014/main" id="{8A250AA2-4B8A-1E1A-AFC1-D81E2F0CA850}"/>
                </a:ext>
              </a:extLst>
            </p:cNvPr>
            <p:cNvSpPr txBox="1">
              <a:spLocks noChangeArrowheads="1"/>
            </p:cNvSpPr>
            <p:nvPr/>
          </p:nvSpPr>
          <p:spPr bwMode="auto">
            <a:xfrm>
              <a:off x="1371600" y="6167767"/>
              <a:ext cx="163378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800" b="1">
                  <a:solidFill>
                    <a:srgbClr val="00B050"/>
                  </a:solidFill>
                  <a:latin typeface="Arial" panose="020B0604020202020204" pitchFamily="34" charset="0"/>
                </a:rPr>
                <a:t>new instance</a:t>
              </a:r>
            </a:p>
          </p:txBody>
        </p:sp>
        <p:cxnSp>
          <p:nvCxnSpPr>
            <p:cNvPr id="14" name="Straight Arrow Connector 13">
              <a:extLst>
                <a:ext uri="{FF2B5EF4-FFF2-40B4-BE49-F238E27FC236}">
                  <a16:creationId xmlns:a16="http://schemas.microsoft.com/office/drawing/2014/main" id="{0A3736FC-80EC-3A34-FA0D-C5E921FE432B}"/>
                </a:ext>
              </a:extLst>
            </p:cNvPr>
            <p:cNvCxnSpPr>
              <a:cxnSpLocks/>
            </p:cNvCxnSpPr>
            <p:nvPr/>
          </p:nvCxnSpPr>
          <p:spPr>
            <a:xfrm>
              <a:off x="838468" y="5824907"/>
              <a:ext cx="533371" cy="528196"/>
            </a:xfrm>
            <a:prstGeom prst="straightConnector1">
              <a:avLst/>
            </a:prstGeom>
            <a:ln w="38100">
              <a:solidFill>
                <a:srgbClr val="00B050"/>
              </a:solidFill>
              <a:tailEnd type="triangle"/>
            </a:ln>
          </p:spPr>
          <p:style>
            <a:lnRef idx="1">
              <a:schemeClr val="accent1"/>
            </a:lnRef>
            <a:fillRef idx="0">
              <a:schemeClr val="accent1"/>
            </a:fillRef>
            <a:effectRef idx="0">
              <a:schemeClr val="accent1"/>
            </a:effectRef>
            <a:fontRef idx="minor">
              <a:schemeClr val="tx1"/>
            </a:fontRef>
          </p:style>
        </p:cxnSp>
      </p:grpSp>
      <p:sp>
        <p:nvSpPr>
          <p:cNvPr id="17" name="TextBox 16">
            <a:extLst>
              <a:ext uri="{FF2B5EF4-FFF2-40B4-BE49-F238E27FC236}">
                <a16:creationId xmlns:a16="http://schemas.microsoft.com/office/drawing/2014/main" id="{DE7814C7-999B-9A7B-E953-CF9E13303AA2}"/>
              </a:ext>
            </a:extLst>
          </p:cNvPr>
          <p:cNvSpPr txBox="1">
            <a:spLocks noChangeArrowheads="1"/>
          </p:cNvSpPr>
          <p:nvPr/>
        </p:nvSpPr>
        <p:spPr bwMode="auto">
          <a:xfrm>
            <a:off x="3124200" y="6191250"/>
            <a:ext cx="6696075"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600" b="1">
                <a:latin typeface="Arial" panose="020B0604020202020204" pitchFamily="34" charset="0"/>
              </a:rPr>
              <a:t>Use k-NN to predict which service this customer will select.</a:t>
            </a:r>
          </a:p>
        </p:txBody>
      </p:sp>
    </p:spTree>
  </p:cSld>
  <p:clrMapOvr>
    <a:masterClrMapping/>
  </p:clrMapOvr>
  <p:transition spd="slow">
    <p:split orient="vert"/>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2" presetClass="entr" presetSubtype="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1000"/>
                                        <p:tgtEl>
                                          <p:spTgt spid="18"/>
                                        </p:tgtEl>
                                      </p:cBhvr>
                                    </p:animEffect>
                                    <p:anim calcmode="lin" valueType="num">
                                      <p:cBhvr>
                                        <p:cTn id="8" dur="1000" fill="hold"/>
                                        <p:tgtEl>
                                          <p:spTgt spid="18"/>
                                        </p:tgtEl>
                                        <p:attrNameLst>
                                          <p:attrName>ppt_x</p:attrName>
                                        </p:attrNameLst>
                                      </p:cBhvr>
                                      <p:tavLst>
                                        <p:tav tm="0">
                                          <p:val>
                                            <p:strVal val="#ppt_x"/>
                                          </p:val>
                                        </p:tav>
                                        <p:tav tm="100000">
                                          <p:val>
                                            <p:strVal val="#ppt_x"/>
                                          </p:val>
                                        </p:tav>
                                      </p:tavLst>
                                    </p:anim>
                                    <p:anim calcmode="lin" valueType="num">
                                      <p:cBhvr>
                                        <p:cTn id="9" dur="1000" fill="hold"/>
                                        <p:tgtEl>
                                          <p:spTgt spid="18"/>
                                        </p:tgtEl>
                                        <p:attrNameLst>
                                          <p:attrName>ppt_y</p:attrName>
                                        </p:attrNameLst>
                                      </p:cBhvr>
                                      <p:tavLst>
                                        <p:tav tm="0">
                                          <p:val>
                                            <p:strVal val="#ppt_y+.1"/>
                                          </p:val>
                                        </p:tav>
                                        <p:tav tm="100000">
                                          <p:val>
                                            <p:strVal val="#ppt_y"/>
                                          </p:val>
                                        </p:tav>
                                      </p:tavLst>
                                    </p:anim>
                                  </p:childTnLst>
                                </p:cTn>
                              </p:par>
                            </p:childTnLst>
                          </p:cTn>
                        </p:par>
                      </p:childTnLst>
                    </p:cTn>
                  </p:par>
                  <p:par>
                    <p:cTn id="10" fill="hold" nodeType="clickPar">
                      <p:stCondLst>
                        <p:cond delay="indefinite"/>
                      </p:stCondLst>
                      <p:childTnLst>
                        <p:par>
                          <p:cTn id="11" fill="hold" nodeType="withGroup">
                            <p:stCondLst>
                              <p:cond delay="0"/>
                            </p:stCondLst>
                            <p:childTnLst>
                              <p:par>
                                <p:cTn id="12" presetID="42" presetClass="entr" presetSubtype="0" fill="hold" nodeType="clickEffect">
                                  <p:stCondLst>
                                    <p:cond delay="0"/>
                                  </p:stCondLst>
                                  <p:childTnLst>
                                    <p:set>
                                      <p:cBhvr>
                                        <p:cTn id="13" dur="1" fill="hold">
                                          <p:stCondLst>
                                            <p:cond delay="0"/>
                                          </p:stCondLst>
                                        </p:cTn>
                                        <p:tgtEl>
                                          <p:spTgt spid="19"/>
                                        </p:tgtEl>
                                        <p:attrNameLst>
                                          <p:attrName>style.visibility</p:attrName>
                                        </p:attrNameLst>
                                      </p:cBhvr>
                                      <p:to>
                                        <p:strVal val="visible"/>
                                      </p:to>
                                    </p:set>
                                    <p:animEffect transition="in" filter="fade">
                                      <p:cBhvr>
                                        <p:cTn id="14" dur="1000"/>
                                        <p:tgtEl>
                                          <p:spTgt spid="19"/>
                                        </p:tgtEl>
                                      </p:cBhvr>
                                    </p:animEffect>
                                    <p:anim calcmode="lin" valueType="num">
                                      <p:cBhvr>
                                        <p:cTn id="15" dur="1000" fill="hold"/>
                                        <p:tgtEl>
                                          <p:spTgt spid="19"/>
                                        </p:tgtEl>
                                        <p:attrNameLst>
                                          <p:attrName>ppt_x</p:attrName>
                                        </p:attrNameLst>
                                      </p:cBhvr>
                                      <p:tavLst>
                                        <p:tav tm="0">
                                          <p:val>
                                            <p:strVal val="#ppt_x"/>
                                          </p:val>
                                        </p:tav>
                                        <p:tav tm="100000">
                                          <p:val>
                                            <p:strVal val="#ppt_x"/>
                                          </p:val>
                                        </p:tav>
                                      </p:tavLst>
                                    </p:anim>
                                    <p:anim calcmode="lin" valueType="num">
                                      <p:cBhvr>
                                        <p:cTn id="16" dur="1000" fill="hold"/>
                                        <p:tgtEl>
                                          <p:spTgt spid="19"/>
                                        </p:tgtEl>
                                        <p:attrNameLst>
                                          <p:attrName>ppt_y</p:attrName>
                                        </p:attrNameLst>
                                      </p:cBhvr>
                                      <p:tavLst>
                                        <p:tav tm="0">
                                          <p:val>
                                            <p:strVal val="#ppt_y+.1"/>
                                          </p:val>
                                        </p:tav>
                                        <p:tav tm="100000">
                                          <p:val>
                                            <p:strVal val="#ppt_y"/>
                                          </p:val>
                                        </p:tav>
                                      </p:tavLst>
                                    </p:anim>
                                  </p:childTnLst>
                                </p:cTn>
                              </p:par>
                            </p:childTnLst>
                          </p:cTn>
                        </p:par>
                      </p:childTnLst>
                    </p:cTn>
                  </p:par>
                  <p:par>
                    <p:cTn id="17" fill="hold" nodeType="clickPar">
                      <p:stCondLst>
                        <p:cond delay="indefinite"/>
                      </p:stCondLst>
                      <p:childTnLst>
                        <p:par>
                          <p:cTn id="18" fill="hold" nodeType="withGroup">
                            <p:stCondLst>
                              <p:cond delay="0"/>
                            </p:stCondLst>
                            <p:childTnLst>
                              <p:par>
                                <p:cTn id="19" presetID="42" presetClass="entr" presetSubtype="0" fill="hold" nodeType="clickEffect">
                                  <p:stCondLst>
                                    <p:cond delay="0"/>
                                  </p:stCondLst>
                                  <p:childTnLst>
                                    <p:set>
                                      <p:cBhvr>
                                        <p:cTn id="20" dur="1" fill="hold">
                                          <p:stCondLst>
                                            <p:cond delay="0"/>
                                          </p:stCondLst>
                                        </p:cTn>
                                        <p:tgtEl>
                                          <p:spTgt spid="17"/>
                                        </p:tgtEl>
                                        <p:attrNameLst>
                                          <p:attrName>style.visibility</p:attrName>
                                        </p:attrNameLst>
                                      </p:cBhvr>
                                      <p:to>
                                        <p:strVal val="visible"/>
                                      </p:to>
                                    </p:set>
                                    <p:animEffect transition="in" filter="fade">
                                      <p:cBhvr>
                                        <p:cTn id="21" dur="1000"/>
                                        <p:tgtEl>
                                          <p:spTgt spid="17"/>
                                        </p:tgtEl>
                                      </p:cBhvr>
                                    </p:animEffect>
                                    <p:anim calcmode="lin" valueType="num">
                                      <p:cBhvr>
                                        <p:cTn id="22" dur="1000" fill="hold"/>
                                        <p:tgtEl>
                                          <p:spTgt spid="17"/>
                                        </p:tgtEl>
                                        <p:attrNameLst>
                                          <p:attrName>ppt_x</p:attrName>
                                        </p:attrNameLst>
                                      </p:cBhvr>
                                      <p:tavLst>
                                        <p:tav tm="0">
                                          <p:val>
                                            <p:strVal val="#ppt_x"/>
                                          </p:val>
                                        </p:tav>
                                        <p:tav tm="100000">
                                          <p:val>
                                            <p:strVal val="#ppt_x"/>
                                          </p:val>
                                        </p:tav>
                                      </p:tavLst>
                                    </p:anim>
                                    <p:anim calcmode="lin" valueType="num">
                                      <p:cBhvr>
                                        <p:cTn id="23" dur="1000" fill="hold"/>
                                        <p:tgtEl>
                                          <p:spTgt spid="1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CC1233-8977-76FC-C362-89BED156FB9A}"/>
              </a:ext>
            </a:extLst>
          </p:cNvPr>
          <p:cNvSpPr>
            <a:spLocks noGrp="1"/>
          </p:cNvSpPr>
          <p:nvPr>
            <p:ph type="title"/>
          </p:nvPr>
        </p:nvSpPr>
        <p:spPr>
          <a:xfrm>
            <a:off x="2057400" y="304800"/>
            <a:ext cx="6324600" cy="1143000"/>
          </a:xfrm>
        </p:spPr>
        <p:txBody>
          <a:bodyPr>
            <a:normAutofit fontScale="90000"/>
          </a:bodyPr>
          <a:lstStyle/>
          <a:p>
            <a:pPr>
              <a:defRPr/>
            </a:pPr>
            <a:r>
              <a:rPr lang="en-US" dirty="0"/>
              <a:t>Example: telecommunication service (cont.)</a:t>
            </a:r>
          </a:p>
        </p:txBody>
      </p:sp>
      <p:sp>
        <p:nvSpPr>
          <p:cNvPr id="26627" name="Content Placeholder 2">
            <a:extLst>
              <a:ext uri="{FF2B5EF4-FFF2-40B4-BE49-F238E27FC236}">
                <a16:creationId xmlns:a16="http://schemas.microsoft.com/office/drawing/2014/main" id="{6E901FA7-177B-133C-D222-CCC3BA8B124A}"/>
              </a:ext>
            </a:extLst>
          </p:cNvPr>
          <p:cNvSpPr>
            <a:spLocks noGrp="1"/>
          </p:cNvSpPr>
          <p:nvPr>
            <p:ph idx="1"/>
          </p:nvPr>
        </p:nvSpPr>
        <p:spPr>
          <a:xfrm>
            <a:off x="685800" y="1676400"/>
            <a:ext cx="4343400" cy="4953000"/>
          </a:xfrm>
        </p:spPr>
        <p:txBody>
          <a:bodyPr/>
          <a:lstStyle/>
          <a:p>
            <a:r>
              <a:rPr lang="en-US" altLang="en-US" sz="2000">
                <a:latin typeface="Open Sans" panose="020B0606030504020204" pitchFamily="34" charset="0"/>
              </a:rPr>
              <a:t>Decide the class of the new instance using </a:t>
            </a:r>
            <a:r>
              <a:rPr lang="en-US" altLang="en-US" sz="2000" b="1">
                <a:latin typeface="Open Sans" panose="020B0606030504020204" pitchFamily="34" charset="0"/>
              </a:rPr>
              <a:t>1-NN </a:t>
            </a:r>
            <a:r>
              <a:rPr lang="en-US" altLang="en-US" sz="2000">
                <a:latin typeface="Open Sans" panose="020B0606030504020204" pitchFamily="34" charset="0"/>
              </a:rPr>
              <a:t>classifier.</a:t>
            </a:r>
          </a:p>
          <a:p>
            <a:r>
              <a:rPr lang="en-US" altLang="en-US" sz="2000">
                <a:latin typeface="Open Sans" panose="020B0606030504020204" pitchFamily="34" charset="0"/>
              </a:rPr>
              <a:t>For simplicity, only use 2 variables: </a:t>
            </a:r>
            <a:r>
              <a:rPr lang="en-US" altLang="en-US" sz="2000" b="1">
                <a:latin typeface="Open Sans" panose="020B0606030504020204" pitchFamily="34" charset="0"/>
              </a:rPr>
              <a:t>income </a:t>
            </a:r>
            <a:r>
              <a:rPr lang="en-US" altLang="en-US" sz="2000">
                <a:latin typeface="Open Sans" panose="020B0606030504020204" pitchFamily="34" charset="0"/>
              </a:rPr>
              <a:t>and </a:t>
            </a:r>
            <a:r>
              <a:rPr lang="en-US" altLang="en-US" sz="2000" b="1">
                <a:latin typeface="Open Sans" panose="020B0606030504020204" pitchFamily="34" charset="0"/>
              </a:rPr>
              <a:t>age</a:t>
            </a:r>
            <a:r>
              <a:rPr lang="en-US" altLang="en-US" sz="2000">
                <a:latin typeface="Open Sans" panose="020B0606030504020204" pitchFamily="34" charset="0"/>
              </a:rPr>
              <a:t>.</a:t>
            </a:r>
          </a:p>
          <a:p>
            <a:r>
              <a:rPr lang="en-US" altLang="en-US" sz="2000">
                <a:latin typeface="Open Sans" panose="020B0606030504020204" pitchFamily="34" charset="0"/>
              </a:rPr>
              <a:t>Plot the 2 variables.</a:t>
            </a:r>
          </a:p>
        </p:txBody>
      </p:sp>
      <p:sp>
        <p:nvSpPr>
          <p:cNvPr id="26628" name="Slide Number Placeholder 3">
            <a:extLst>
              <a:ext uri="{FF2B5EF4-FFF2-40B4-BE49-F238E27FC236}">
                <a16:creationId xmlns:a16="http://schemas.microsoft.com/office/drawing/2014/main" id="{C38FDC76-518A-CBEE-56F5-AC30A47D8F96}"/>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28C1C1DE-9EC2-4B36-A8D5-972834B01BB7}" type="slidenum">
              <a:rPr lang="en-US" altLang="en-US" sz="1200" smtClean="0">
                <a:solidFill>
                  <a:srgbClr val="898989"/>
                </a:solidFill>
              </a:rPr>
              <a:pPr>
                <a:spcBef>
                  <a:spcPct val="0"/>
                </a:spcBef>
                <a:buFontTx/>
                <a:buNone/>
              </a:pPr>
              <a:t>20</a:t>
            </a:fld>
            <a:endParaRPr lang="en-US" altLang="en-US" sz="1200">
              <a:solidFill>
                <a:srgbClr val="898989"/>
              </a:solidFill>
            </a:endParaRPr>
          </a:p>
        </p:txBody>
      </p:sp>
      <p:pic>
        <p:nvPicPr>
          <p:cNvPr id="26629" name="Picture 4">
            <a:extLst>
              <a:ext uri="{FF2B5EF4-FFF2-40B4-BE49-F238E27FC236}">
                <a16:creationId xmlns:a16="http://schemas.microsoft.com/office/drawing/2014/main" id="{5E49B810-C10F-B9BC-AA46-DC3FC12741F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4788" y="3690938"/>
            <a:ext cx="4748212" cy="228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Rectangle: Rounded Corners 8">
            <a:extLst>
              <a:ext uri="{FF2B5EF4-FFF2-40B4-BE49-F238E27FC236}">
                <a16:creationId xmlns:a16="http://schemas.microsoft.com/office/drawing/2014/main" id="{0A40B8E0-0DF9-AD6D-D872-880F998C2836}"/>
              </a:ext>
            </a:extLst>
          </p:cNvPr>
          <p:cNvSpPr/>
          <p:nvPr/>
        </p:nvSpPr>
        <p:spPr>
          <a:xfrm>
            <a:off x="762000" y="3690938"/>
            <a:ext cx="381000" cy="2286000"/>
          </a:xfrm>
          <a:prstGeom prst="roundRect">
            <a:avLst/>
          </a:prstGeom>
          <a:noFill/>
          <a:ln w="28575">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12" name="Rectangle: Rounded Corners 11">
            <a:extLst>
              <a:ext uri="{FF2B5EF4-FFF2-40B4-BE49-F238E27FC236}">
                <a16:creationId xmlns:a16="http://schemas.microsoft.com/office/drawing/2014/main" id="{36A51301-F6B1-2270-D31E-59A8B597B038}"/>
              </a:ext>
            </a:extLst>
          </p:cNvPr>
          <p:cNvSpPr/>
          <p:nvPr/>
        </p:nvSpPr>
        <p:spPr>
          <a:xfrm>
            <a:off x="2049463" y="3657600"/>
            <a:ext cx="479425" cy="2286000"/>
          </a:xfrm>
          <a:prstGeom prst="roundRect">
            <a:avLst/>
          </a:prstGeom>
          <a:noFill/>
          <a:ln w="28575">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pic>
        <p:nvPicPr>
          <p:cNvPr id="26632" name="Content Placeholder 8">
            <a:extLst>
              <a:ext uri="{FF2B5EF4-FFF2-40B4-BE49-F238E27FC236}">
                <a16:creationId xmlns:a16="http://schemas.microsoft.com/office/drawing/2014/main" id="{7B5DE1DF-912B-3088-C206-CA2C34874731}"/>
              </a:ext>
            </a:extLst>
          </p:cNvPr>
          <p:cNvPicPr>
            <a:picLocks noGrp="1"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57763" y="1676400"/>
            <a:ext cx="3981450" cy="3886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6" name="Straight Arrow Connector 15">
            <a:extLst>
              <a:ext uri="{FF2B5EF4-FFF2-40B4-BE49-F238E27FC236}">
                <a16:creationId xmlns:a16="http://schemas.microsoft.com/office/drawing/2014/main" id="{2E1755DB-4A2B-C6C0-926B-E08275935051}"/>
              </a:ext>
            </a:extLst>
          </p:cNvPr>
          <p:cNvCxnSpPr/>
          <p:nvPr/>
        </p:nvCxnSpPr>
        <p:spPr>
          <a:xfrm>
            <a:off x="3429000" y="3276600"/>
            <a:ext cx="2133600" cy="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6634" name="TextBox 22">
            <a:extLst>
              <a:ext uri="{FF2B5EF4-FFF2-40B4-BE49-F238E27FC236}">
                <a16:creationId xmlns:a16="http://schemas.microsoft.com/office/drawing/2014/main" id="{95587351-1697-C427-2309-8D323A246C6A}"/>
              </a:ext>
            </a:extLst>
          </p:cNvPr>
          <p:cNvSpPr txBox="1">
            <a:spLocks noChangeArrowheads="1"/>
          </p:cNvSpPr>
          <p:nvPr/>
        </p:nvSpPr>
        <p:spPr bwMode="auto">
          <a:xfrm>
            <a:off x="831850" y="6338888"/>
            <a:ext cx="1633538"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800" b="1">
                <a:solidFill>
                  <a:srgbClr val="00B050"/>
                </a:solidFill>
                <a:latin typeface="Arial" panose="020B0604020202020204" pitchFamily="34" charset="0"/>
              </a:rPr>
              <a:t>new instance</a:t>
            </a:r>
          </a:p>
        </p:txBody>
      </p:sp>
      <p:sp>
        <p:nvSpPr>
          <p:cNvPr id="24" name="Rectangle: Rounded Corners 23">
            <a:extLst>
              <a:ext uri="{FF2B5EF4-FFF2-40B4-BE49-F238E27FC236}">
                <a16:creationId xmlns:a16="http://schemas.microsoft.com/office/drawing/2014/main" id="{5FC3E85A-64C3-9D8B-19E9-09D61983EE20}"/>
              </a:ext>
            </a:extLst>
          </p:cNvPr>
          <p:cNvSpPr/>
          <p:nvPr/>
        </p:nvSpPr>
        <p:spPr>
          <a:xfrm>
            <a:off x="141288" y="5703888"/>
            <a:ext cx="4887912" cy="293687"/>
          </a:xfrm>
          <a:prstGeom prst="roundRect">
            <a:avLst/>
          </a:prstGeom>
          <a:noFill/>
          <a:ln w="381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cxnSp>
        <p:nvCxnSpPr>
          <p:cNvPr id="25" name="Straight Arrow Connector 24">
            <a:extLst>
              <a:ext uri="{FF2B5EF4-FFF2-40B4-BE49-F238E27FC236}">
                <a16:creationId xmlns:a16="http://schemas.microsoft.com/office/drawing/2014/main" id="{FB300ED2-9AC1-3007-C818-8542C2309E53}"/>
              </a:ext>
            </a:extLst>
          </p:cNvPr>
          <p:cNvCxnSpPr>
            <a:cxnSpLocks/>
          </p:cNvCxnSpPr>
          <p:nvPr/>
        </p:nvCxnSpPr>
        <p:spPr>
          <a:xfrm>
            <a:off x="396875" y="5965825"/>
            <a:ext cx="434975" cy="574675"/>
          </a:xfrm>
          <a:prstGeom prst="straightConnector1">
            <a:avLst/>
          </a:prstGeom>
          <a:ln w="38100">
            <a:solidFill>
              <a:srgbClr val="00B050"/>
            </a:solidFill>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transition spd="slow">
    <p:split orient="vert"/>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BEAC64-0D25-25D5-868C-1FC62CC65E98}"/>
              </a:ext>
            </a:extLst>
          </p:cNvPr>
          <p:cNvSpPr>
            <a:spLocks noGrp="1"/>
          </p:cNvSpPr>
          <p:nvPr>
            <p:ph type="title"/>
          </p:nvPr>
        </p:nvSpPr>
        <p:spPr>
          <a:xfrm>
            <a:off x="2057400" y="304800"/>
            <a:ext cx="6324600" cy="1143000"/>
          </a:xfrm>
        </p:spPr>
        <p:txBody>
          <a:bodyPr>
            <a:normAutofit fontScale="90000"/>
          </a:bodyPr>
          <a:lstStyle/>
          <a:p>
            <a:pPr>
              <a:defRPr/>
            </a:pPr>
            <a:r>
              <a:rPr lang="en-US" dirty="0"/>
              <a:t>Example: telecommunication service (cont.) – 1-NN</a:t>
            </a:r>
          </a:p>
        </p:txBody>
      </p:sp>
      <p:sp>
        <p:nvSpPr>
          <p:cNvPr id="27651" name="Content Placeholder 2">
            <a:extLst>
              <a:ext uri="{FF2B5EF4-FFF2-40B4-BE49-F238E27FC236}">
                <a16:creationId xmlns:a16="http://schemas.microsoft.com/office/drawing/2014/main" id="{1169DD35-AF4B-8C0D-CB83-E1F0204EC0B6}"/>
              </a:ext>
            </a:extLst>
          </p:cNvPr>
          <p:cNvSpPr>
            <a:spLocks noGrp="1"/>
          </p:cNvSpPr>
          <p:nvPr>
            <p:ph idx="1"/>
          </p:nvPr>
        </p:nvSpPr>
        <p:spPr>
          <a:xfrm>
            <a:off x="685800" y="1676400"/>
            <a:ext cx="4343400" cy="4953000"/>
          </a:xfrm>
        </p:spPr>
        <p:txBody>
          <a:bodyPr/>
          <a:lstStyle/>
          <a:p>
            <a:r>
              <a:rPr lang="en-US" altLang="en-US" sz="2000">
                <a:latin typeface="Open Sans" panose="020B0606030504020204" pitchFamily="34" charset="0"/>
              </a:rPr>
              <a:t>New instance:</a:t>
            </a:r>
          </a:p>
          <a:p>
            <a:pPr lvl="1"/>
            <a:r>
              <a:rPr lang="en-US" altLang="en-US" sz="2000">
                <a:latin typeface="Open Sans" panose="020B0606030504020204" pitchFamily="34" charset="0"/>
              </a:rPr>
              <a:t>Age = 50</a:t>
            </a:r>
          </a:p>
          <a:p>
            <a:pPr lvl="1"/>
            <a:r>
              <a:rPr lang="en-US" altLang="en-US" sz="2000">
                <a:latin typeface="Open Sans" panose="020B0606030504020204" pitchFamily="34" charset="0"/>
              </a:rPr>
              <a:t>Income = 166</a:t>
            </a:r>
          </a:p>
          <a:p>
            <a:r>
              <a:rPr lang="en-US" altLang="en-US" sz="2000">
                <a:latin typeface="Open Sans" panose="020B0606030504020204" pitchFamily="34" charset="0"/>
              </a:rPr>
              <a:t>Which category this new customer belongs to?</a:t>
            </a:r>
          </a:p>
        </p:txBody>
      </p:sp>
      <p:sp>
        <p:nvSpPr>
          <p:cNvPr id="27652" name="Slide Number Placeholder 3">
            <a:extLst>
              <a:ext uri="{FF2B5EF4-FFF2-40B4-BE49-F238E27FC236}">
                <a16:creationId xmlns:a16="http://schemas.microsoft.com/office/drawing/2014/main" id="{3AB92346-A736-27B8-E149-AAB6A503E2D2}"/>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28C6E1E9-675B-4071-8079-9BF000AB3AC3}" type="slidenum">
              <a:rPr lang="en-US" altLang="en-US" sz="1200" smtClean="0">
                <a:solidFill>
                  <a:srgbClr val="898989"/>
                </a:solidFill>
              </a:rPr>
              <a:pPr>
                <a:spcBef>
                  <a:spcPct val="0"/>
                </a:spcBef>
                <a:buFontTx/>
                <a:buNone/>
              </a:pPr>
              <a:t>21</a:t>
            </a:fld>
            <a:endParaRPr lang="en-US" altLang="en-US" sz="1200">
              <a:solidFill>
                <a:srgbClr val="898989"/>
              </a:solidFill>
            </a:endParaRPr>
          </a:p>
        </p:txBody>
      </p:sp>
      <p:pic>
        <p:nvPicPr>
          <p:cNvPr id="27653" name="Picture 4">
            <a:extLst>
              <a:ext uri="{FF2B5EF4-FFF2-40B4-BE49-F238E27FC236}">
                <a16:creationId xmlns:a16="http://schemas.microsoft.com/office/drawing/2014/main" id="{7820387D-CB8D-DB01-6869-4FE27649C07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4788" y="3690938"/>
            <a:ext cx="4138612" cy="1992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Rectangle: Rounded Corners 8">
            <a:extLst>
              <a:ext uri="{FF2B5EF4-FFF2-40B4-BE49-F238E27FC236}">
                <a16:creationId xmlns:a16="http://schemas.microsoft.com/office/drawing/2014/main" id="{07E7ED04-6B5F-1516-0533-B597A6EAD351}"/>
              </a:ext>
            </a:extLst>
          </p:cNvPr>
          <p:cNvSpPr/>
          <p:nvPr/>
        </p:nvSpPr>
        <p:spPr>
          <a:xfrm>
            <a:off x="685800" y="3690938"/>
            <a:ext cx="304800" cy="1992312"/>
          </a:xfrm>
          <a:prstGeom prst="roundRect">
            <a:avLst/>
          </a:prstGeom>
          <a:noFill/>
          <a:ln w="28575">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12" name="Rectangle: Rounded Corners 11">
            <a:extLst>
              <a:ext uri="{FF2B5EF4-FFF2-40B4-BE49-F238E27FC236}">
                <a16:creationId xmlns:a16="http://schemas.microsoft.com/office/drawing/2014/main" id="{C9C47126-D7C1-ECE2-2F5D-8A0D398A73F1}"/>
              </a:ext>
            </a:extLst>
          </p:cNvPr>
          <p:cNvSpPr/>
          <p:nvPr/>
        </p:nvSpPr>
        <p:spPr>
          <a:xfrm>
            <a:off x="1828800" y="3657600"/>
            <a:ext cx="392113" cy="2025650"/>
          </a:xfrm>
          <a:prstGeom prst="roundRect">
            <a:avLst/>
          </a:prstGeom>
          <a:noFill/>
          <a:ln w="28575">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27656" name="TextBox 22">
            <a:extLst>
              <a:ext uri="{FF2B5EF4-FFF2-40B4-BE49-F238E27FC236}">
                <a16:creationId xmlns:a16="http://schemas.microsoft.com/office/drawing/2014/main" id="{84176C15-A8A6-1E62-0839-F37A9B87264B}"/>
              </a:ext>
            </a:extLst>
          </p:cNvPr>
          <p:cNvSpPr txBox="1">
            <a:spLocks noChangeArrowheads="1"/>
          </p:cNvSpPr>
          <p:nvPr/>
        </p:nvSpPr>
        <p:spPr bwMode="auto">
          <a:xfrm>
            <a:off x="831850" y="6034088"/>
            <a:ext cx="1633538"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800" b="1">
                <a:solidFill>
                  <a:srgbClr val="00B050"/>
                </a:solidFill>
                <a:latin typeface="Arial" panose="020B0604020202020204" pitchFamily="34" charset="0"/>
              </a:rPr>
              <a:t>new instance</a:t>
            </a:r>
          </a:p>
        </p:txBody>
      </p:sp>
      <p:sp>
        <p:nvSpPr>
          <p:cNvPr id="24" name="Rectangle: Rounded Corners 23">
            <a:extLst>
              <a:ext uri="{FF2B5EF4-FFF2-40B4-BE49-F238E27FC236}">
                <a16:creationId xmlns:a16="http://schemas.microsoft.com/office/drawing/2014/main" id="{185DF0F5-3693-A07C-C204-50194B89314D}"/>
              </a:ext>
            </a:extLst>
          </p:cNvPr>
          <p:cNvSpPr/>
          <p:nvPr/>
        </p:nvSpPr>
        <p:spPr>
          <a:xfrm>
            <a:off x="141288" y="5399088"/>
            <a:ext cx="4202112" cy="284162"/>
          </a:xfrm>
          <a:prstGeom prst="roundRect">
            <a:avLst/>
          </a:prstGeom>
          <a:noFill/>
          <a:ln w="381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cxnSp>
        <p:nvCxnSpPr>
          <p:cNvPr id="25" name="Straight Arrow Connector 24">
            <a:extLst>
              <a:ext uri="{FF2B5EF4-FFF2-40B4-BE49-F238E27FC236}">
                <a16:creationId xmlns:a16="http://schemas.microsoft.com/office/drawing/2014/main" id="{D02921B8-B305-A94E-7A2D-AEEF2B56C806}"/>
              </a:ext>
            </a:extLst>
          </p:cNvPr>
          <p:cNvCxnSpPr>
            <a:cxnSpLocks/>
          </p:cNvCxnSpPr>
          <p:nvPr/>
        </p:nvCxnSpPr>
        <p:spPr>
          <a:xfrm>
            <a:off x="396875" y="5661025"/>
            <a:ext cx="434975" cy="573088"/>
          </a:xfrm>
          <a:prstGeom prst="straightConnector1">
            <a:avLst/>
          </a:prstGeom>
          <a:ln w="38100">
            <a:solidFill>
              <a:srgbClr val="00B050"/>
            </a:solidFill>
            <a:tailEnd type="triangle"/>
          </a:ln>
        </p:spPr>
        <p:style>
          <a:lnRef idx="1">
            <a:schemeClr val="accent1"/>
          </a:lnRef>
          <a:fillRef idx="0">
            <a:schemeClr val="accent1"/>
          </a:fillRef>
          <a:effectRef idx="0">
            <a:schemeClr val="accent1"/>
          </a:effectRef>
          <a:fontRef idx="minor">
            <a:schemeClr val="tx1"/>
          </a:fontRef>
        </p:style>
      </p:cxnSp>
      <p:pic>
        <p:nvPicPr>
          <p:cNvPr id="27659" name="Content Placeholder 8">
            <a:extLst>
              <a:ext uri="{FF2B5EF4-FFF2-40B4-BE49-F238E27FC236}">
                <a16:creationId xmlns:a16="http://schemas.microsoft.com/office/drawing/2014/main" id="{B0618AE5-3104-6B34-3D62-35CDA9C29E31}"/>
              </a:ext>
            </a:extLst>
          </p:cNvPr>
          <p:cNvPicPr>
            <a:picLocks noGrp="1"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343400" y="1790700"/>
            <a:ext cx="4800600" cy="4686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 name="Oval 13">
            <a:extLst>
              <a:ext uri="{FF2B5EF4-FFF2-40B4-BE49-F238E27FC236}">
                <a16:creationId xmlns:a16="http://schemas.microsoft.com/office/drawing/2014/main" id="{A17DD490-B8CA-F749-85C8-5F2D0DECFA4E}"/>
              </a:ext>
            </a:extLst>
          </p:cNvPr>
          <p:cNvSpPr/>
          <p:nvPr/>
        </p:nvSpPr>
        <p:spPr>
          <a:xfrm>
            <a:off x="7796213" y="2855913"/>
            <a:ext cx="225425" cy="225425"/>
          </a:xfrm>
          <a:prstGeom prst="ellipse">
            <a:avLst/>
          </a:prstGeom>
          <a:solidFill>
            <a:schemeClr val="bg1"/>
          </a:solidFill>
          <a:ln w="28575">
            <a:solidFill>
              <a:srgbClr val="FF0000"/>
            </a:solidFill>
            <a:prstDash val="soli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GB" sz="1400" dirty="0">
                <a:solidFill>
                  <a:schemeClr val="tx1">
                    <a:lumMod val="75000"/>
                    <a:lumOff val="25000"/>
                  </a:schemeClr>
                </a:solidFill>
              </a:rPr>
              <a:t>?</a:t>
            </a:r>
            <a:endParaRPr lang="id-ID" sz="1400" dirty="0">
              <a:solidFill>
                <a:schemeClr val="tx1">
                  <a:lumMod val="75000"/>
                  <a:lumOff val="25000"/>
                </a:schemeClr>
              </a:solidFill>
            </a:endParaRPr>
          </a:p>
        </p:txBody>
      </p:sp>
      <p:grpSp>
        <p:nvGrpSpPr>
          <p:cNvPr id="6" name="Group 5">
            <a:extLst>
              <a:ext uri="{FF2B5EF4-FFF2-40B4-BE49-F238E27FC236}">
                <a16:creationId xmlns:a16="http://schemas.microsoft.com/office/drawing/2014/main" id="{4A5F01F4-71D6-3309-6324-601F2F6A985C}"/>
              </a:ext>
            </a:extLst>
          </p:cNvPr>
          <p:cNvGrpSpPr>
            <a:grpSpLocks/>
          </p:cNvGrpSpPr>
          <p:nvPr/>
        </p:nvGrpSpPr>
        <p:grpSpPr bwMode="auto">
          <a:xfrm>
            <a:off x="4713288" y="3205163"/>
            <a:ext cx="3484562" cy="2927350"/>
            <a:chOff x="4713514" y="3205844"/>
            <a:chExt cx="3484051" cy="2926080"/>
          </a:xfrm>
        </p:grpSpPr>
        <p:cxnSp>
          <p:nvCxnSpPr>
            <p:cNvPr id="15" name="Straight Connector 14">
              <a:extLst>
                <a:ext uri="{FF2B5EF4-FFF2-40B4-BE49-F238E27FC236}">
                  <a16:creationId xmlns:a16="http://schemas.microsoft.com/office/drawing/2014/main" id="{CCBC0C4B-D135-5B6A-E86C-75075538F82E}"/>
                </a:ext>
              </a:extLst>
            </p:cNvPr>
            <p:cNvCxnSpPr/>
            <p:nvPr/>
          </p:nvCxnSpPr>
          <p:spPr>
            <a:xfrm>
              <a:off x="8197565" y="3205844"/>
              <a:ext cx="0" cy="2926080"/>
            </a:xfrm>
            <a:prstGeom prst="line">
              <a:avLst/>
            </a:prstGeom>
            <a:ln w="12700">
              <a:solidFill>
                <a:schemeClr val="bg1">
                  <a:lumMod val="6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40F71300-DF23-C953-3B65-8F13BADFCEB4}"/>
                </a:ext>
              </a:extLst>
            </p:cNvPr>
            <p:cNvCxnSpPr/>
            <p:nvPr/>
          </p:nvCxnSpPr>
          <p:spPr>
            <a:xfrm flipH="1">
              <a:off x="4713514" y="3205844"/>
              <a:ext cx="3474527" cy="0"/>
            </a:xfrm>
            <a:prstGeom prst="line">
              <a:avLst/>
            </a:prstGeom>
            <a:ln w="12700">
              <a:solidFill>
                <a:schemeClr val="bg1">
                  <a:lumMod val="65000"/>
                </a:schemeClr>
              </a:solidFill>
              <a:prstDash val="dash"/>
            </a:ln>
          </p:spPr>
          <p:style>
            <a:lnRef idx="1">
              <a:schemeClr val="accent1"/>
            </a:lnRef>
            <a:fillRef idx="0">
              <a:schemeClr val="accent1"/>
            </a:fillRef>
            <a:effectRef idx="0">
              <a:schemeClr val="accent1"/>
            </a:effectRef>
            <a:fontRef idx="minor">
              <a:schemeClr val="tx1"/>
            </a:fontRef>
          </p:style>
        </p:cxnSp>
      </p:grpSp>
      <p:cxnSp>
        <p:nvCxnSpPr>
          <p:cNvPr id="18" name="Straight Connector 17">
            <a:extLst>
              <a:ext uri="{FF2B5EF4-FFF2-40B4-BE49-F238E27FC236}">
                <a16:creationId xmlns:a16="http://schemas.microsoft.com/office/drawing/2014/main" id="{8A72C8EF-0E4F-E010-2F9C-FFAEDD6B88E1}"/>
              </a:ext>
            </a:extLst>
          </p:cNvPr>
          <p:cNvCxnSpPr>
            <a:cxnSpLocks/>
          </p:cNvCxnSpPr>
          <p:nvPr/>
        </p:nvCxnSpPr>
        <p:spPr>
          <a:xfrm>
            <a:off x="8032750" y="3067050"/>
            <a:ext cx="92075" cy="92075"/>
          </a:xfrm>
          <a:prstGeom prst="line">
            <a:avLst/>
          </a:prstGeom>
          <a:ln w="28575">
            <a:solidFill>
              <a:srgbClr val="FF0000"/>
            </a:solidFill>
            <a:prstDash val="sysDash"/>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2E13FB95-6A6B-C9A7-35DF-1E0111AD885A}"/>
              </a:ext>
            </a:extLst>
          </p:cNvPr>
          <p:cNvSpPr txBox="1"/>
          <p:nvPr/>
        </p:nvSpPr>
        <p:spPr>
          <a:xfrm>
            <a:off x="4945554" y="2521631"/>
            <a:ext cx="3335657" cy="307777"/>
          </a:xfrm>
          <a:prstGeom prst="rect">
            <a:avLst/>
          </a:prstGeom>
          <a:noFill/>
        </p:spPr>
        <p:txBody>
          <a:bodyPr wrap="none">
            <a:spAutoFit/>
          </a:bodyPr>
          <a:lstStyle/>
          <a:p>
            <a:pPr>
              <a:defRPr/>
            </a:pPr>
            <a:r>
              <a:rPr lang="en-US" sz="1400" dirty="0">
                <a:solidFill>
                  <a:srgbClr val="00B050"/>
                </a:solidFill>
                <a:highlight>
                  <a:srgbClr val="FFFF00"/>
                </a:highlight>
              </a:rPr>
              <a:t>Predicted category/class: </a:t>
            </a:r>
            <a:r>
              <a:rPr lang="en-US" sz="1400" b="1" dirty="0">
                <a:solidFill>
                  <a:srgbClr val="00B050"/>
                </a:solidFill>
                <a:highlight>
                  <a:srgbClr val="FFFF00"/>
                </a:highlight>
              </a:rPr>
              <a:t>Total Service</a:t>
            </a:r>
            <a:endParaRPr lang="en-US" sz="1400" dirty="0">
              <a:solidFill>
                <a:srgbClr val="00B050"/>
              </a:solidFill>
              <a:highlight>
                <a:srgbClr val="FFFF00"/>
              </a:highlight>
            </a:endParaRPr>
          </a:p>
        </p:txBody>
      </p:sp>
    </p:spTree>
  </p:cSld>
  <p:clrMapOvr>
    <a:masterClrMapping/>
  </p:clrMapOvr>
  <p:transition spd="slow">
    <p:split orient="vert"/>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3" presetClass="entr" presetSubtype="16"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 calcmode="lin" valueType="num">
                                      <p:cBhvr>
                                        <p:cTn id="7" dur="500" fill="hold"/>
                                        <p:tgtEl>
                                          <p:spTgt spid="14"/>
                                        </p:tgtEl>
                                        <p:attrNameLst>
                                          <p:attrName>ppt_w</p:attrName>
                                        </p:attrNameLst>
                                      </p:cBhvr>
                                      <p:tavLst>
                                        <p:tav tm="0">
                                          <p:val>
                                            <p:fltVal val="0"/>
                                          </p:val>
                                        </p:tav>
                                        <p:tav tm="100000">
                                          <p:val>
                                            <p:strVal val="#ppt_w"/>
                                          </p:val>
                                        </p:tav>
                                      </p:tavLst>
                                    </p:anim>
                                    <p:anim calcmode="lin" valueType="num">
                                      <p:cBhvr>
                                        <p:cTn id="8" dur="500" fill="hold"/>
                                        <p:tgtEl>
                                          <p:spTgt spid="14"/>
                                        </p:tgtEl>
                                        <p:attrNameLst>
                                          <p:attrName>ppt_h</p:attrName>
                                        </p:attrNameLst>
                                      </p:cBhvr>
                                      <p:tavLst>
                                        <p:tav tm="0">
                                          <p:val>
                                            <p:fltVal val="0"/>
                                          </p:val>
                                        </p:tav>
                                        <p:tav tm="100000">
                                          <p:val>
                                            <p:strVal val="#ppt_h"/>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10" presetClass="entr" presetSubtype="0" fill="hold" nodeType="clickEffect">
                                  <p:stCondLst>
                                    <p:cond delay="0"/>
                                  </p:stCondLst>
                                  <p:childTnLst>
                                    <p:set>
                                      <p:cBhvr>
                                        <p:cTn id="12" dur="1" fill="hold">
                                          <p:stCondLst>
                                            <p:cond delay="0"/>
                                          </p:stCondLst>
                                        </p:cTn>
                                        <p:tgtEl>
                                          <p:spTgt spid="18"/>
                                        </p:tgtEl>
                                        <p:attrNameLst>
                                          <p:attrName>style.visibility</p:attrName>
                                        </p:attrNameLst>
                                      </p:cBhvr>
                                      <p:to>
                                        <p:strVal val="visible"/>
                                      </p:to>
                                    </p:set>
                                    <p:animEffect transition="in" filter="fade">
                                      <p:cBhvr>
                                        <p:cTn id="13" dur="500"/>
                                        <p:tgtEl>
                                          <p:spTgt spid="18"/>
                                        </p:tgtEl>
                                      </p:cBhvr>
                                    </p:animEffect>
                                  </p:childTnLst>
                                </p:cTn>
                              </p:par>
                            </p:childTnLst>
                          </p:cTn>
                        </p:par>
                        <p:par>
                          <p:cTn id="14" fill="hold" nodeType="afterGroup">
                            <p:stCondLst>
                              <p:cond delay="500"/>
                            </p:stCondLst>
                            <p:childTnLst>
                              <p:par>
                                <p:cTn id="15" presetID="10" presetClass="entr" presetSubtype="0" fill="hold" nodeType="after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500"/>
                                        <p:tgtEl>
                                          <p:spTgt spid="6"/>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42" presetClass="entr" presetSubtype="0" fill="hold"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1000"/>
                                        <p:tgtEl>
                                          <p:spTgt spid="7"/>
                                        </p:tgtEl>
                                      </p:cBhvr>
                                    </p:animEffect>
                                    <p:anim calcmode="lin" valueType="num">
                                      <p:cBhvr>
                                        <p:cTn id="23" dur="1000" fill="hold"/>
                                        <p:tgtEl>
                                          <p:spTgt spid="7"/>
                                        </p:tgtEl>
                                        <p:attrNameLst>
                                          <p:attrName>ppt_x</p:attrName>
                                        </p:attrNameLst>
                                      </p:cBhvr>
                                      <p:tavLst>
                                        <p:tav tm="0">
                                          <p:val>
                                            <p:strVal val="#ppt_x"/>
                                          </p:val>
                                        </p:tav>
                                        <p:tav tm="100000">
                                          <p:val>
                                            <p:strVal val="#ppt_x"/>
                                          </p:val>
                                        </p:tav>
                                      </p:tavLst>
                                    </p:anim>
                                    <p:anim calcmode="lin" valueType="num">
                                      <p:cBhvr>
                                        <p:cTn id="24"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Title 1">
            <a:extLst>
              <a:ext uri="{FF2B5EF4-FFF2-40B4-BE49-F238E27FC236}">
                <a16:creationId xmlns:a16="http://schemas.microsoft.com/office/drawing/2014/main" id="{C9812F6B-8A4E-4550-CCBD-5D7BF38291F7}"/>
              </a:ext>
            </a:extLst>
          </p:cNvPr>
          <p:cNvSpPr>
            <a:spLocks noGrp="1"/>
          </p:cNvSpPr>
          <p:nvPr>
            <p:ph type="title"/>
          </p:nvPr>
        </p:nvSpPr>
        <p:spPr>
          <a:xfrm>
            <a:off x="2057400" y="304800"/>
            <a:ext cx="6324600" cy="1143000"/>
          </a:xfrm>
        </p:spPr>
        <p:txBody>
          <a:bodyPr/>
          <a:lstStyle/>
          <a:p>
            <a:r>
              <a:rPr lang="en-US" altLang="en-US">
                <a:latin typeface="Open Sans" panose="020B0606030504020204" pitchFamily="34" charset="0"/>
              </a:rPr>
              <a:t>Exercise: Use 5-NN</a:t>
            </a:r>
          </a:p>
        </p:txBody>
      </p:sp>
      <p:sp>
        <p:nvSpPr>
          <p:cNvPr id="28675" name="Content Placeholder 2">
            <a:extLst>
              <a:ext uri="{FF2B5EF4-FFF2-40B4-BE49-F238E27FC236}">
                <a16:creationId xmlns:a16="http://schemas.microsoft.com/office/drawing/2014/main" id="{ED603348-CFEE-97E4-5108-DB7EEB1B2411}"/>
              </a:ext>
            </a:extLst>
          </p:cNvPr>
          <p:cNvSpPr>
            <a:spLocks noGrp="1"/>
          </p:cNvSpPr>
          <p:nvPr>
            <p:ph idx="1"/>
          </p:nvPr>
        </p:nvSpPr>
        <p:spPr>
          <a:xfrm>
            <a:off x="685800" y="2362200"/>
            <a:ext cx="3276600" cy="4267200"/>
          </a:xfrm>
        </p:spPr>
        <p:txBody>
          <a:bodyPr/>
          <a:lstStyle/>
          <a:p>
            <a:r>
              <a:rPr lang="en-US" altLang="en-US" sz="2000">
                <a:latin typeface="Open Sans" panose="020B0606030504020204" pitchFamily="34" charset="0"/>
              </a:rPr>
              <a:t>For the same instance:</a:t>
            </a:r>
          </a:p>
          <a:p>
            <a:pPr lvl="1"/>
            <a:r>
              <a:rPr lang="en-US" altLang="en-US" sz="2000">
                <a:latin typeface="Open Sans" panose="020B0606030504020204" pitchFamily="34" charset="0"/>
              </a:rPr>
              <a:t>Age = 50</a:t>
            </a:r>
          </a:p>
          <a:p>
            <a:pPr lvl="1"/>
            <a:r>
              <a:rPr lang="en-US" altLang="en-US" sz="2000">
                <a:latin typeface="Open Sans" panose="020B0606030504020204" pitchFamily="34" charset="0"/>
              </a:rPr>
              <a:t>Income = 166</a:t>
            </a:r>
          </a:p>
          <a:p>
            <a:r>
              <a:rPr lang="en-US" altLang="en-US" sz="2000">
                <a:latin typeface="Open Sans" panose="020B0606030504020204" pitchFamily="34" charset="0"/>
              </a:rPr>
              <a:t>Which category this new customer belongs to if </a:t>
            </a:r>
            <a:r>
              <a:rPr lang="en-US" altLang="en-US" sz="2000" b="1">
                <a:solidFill>
                  <a:srgbClr val="0070C0"/>
                </a:solidFill>
                <a:latin typeface="Open Sans" panose="020B0606030504020204" pitchFamily="34" charset="0"/>
              </a:rPr>
              <a:t>5-NN</a:t>
            </a:r>
            <a:r>
              <a:rPr lang="en-US" altLang="en-US" sz="2000">
                <a:latin typeface="Open Sans" panose="020B0606030504020204" pitchFamily="34" charset="0"/>
              </a:rPr>
              <a:t> is applied?</a:t>
            </a:r>
          </a:p>
        </p:txBody>
      </p:sp>
      <p:sp>
        <p:nvSpPr>
          <p:cNvPr id="28676" name="Slide Number Placeholder 3">
            <a:extLst>
              <a:ext uri="{FF2B5EF4-FFF2-40B4-BE49-F238E27FC236}">
                <a16:creationId xmlns:a16="http://schemas.microsoft.com/office/drawing/2014/main" id="{D17B9877-7998-6A2B-38A6-316BC2715A12}"/>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6FC4CC0B-4C1E-4787-828B-0FA82D9EF5CB}" type="slidenum">
              <a:rPr lang="en-US" altLang="en-US" sz="1200" smtClean="0">
                <a:solidFill>
                  <a:srgbClr val="898989"/>
                </a:solidFill>
              </a:rPr>
              <a:pPr>
                <a:spcBef>
                  <a:spcPct val="0"/>
                </a:spcBef>
                <a:buFontTx/>
                <a:buNone/>
              </a:pPr>
              <a:t>22</a:t>
            </a:fld>
            <a:endParaRPr lang="en-US" altLang="en-US" sz="1200">
              <a:solidFill>
                <a:srgbClr val="898989"/>
              </a:solidFill>
            </a:endParaRPr>
          </a:p>
        </p:txBody>
      </p:sp>
      <p:pic>
        <p:nvPicPr>
          <p:cNvPr id="28677" name="Content Placeholder 8">
            <a:extLst>
              <a:ext uri="{FF2B5EF4-FFF2-40B4-BE49-F238E27FC236}">
                <a16:creationId xmlns:a16="http://schemas.microsoft.com/office/drawing/2014/main" id="{D4685E1E-DBB1-C77F-E2FC-01652538A374}"/>
              </a:ext>
            </a:extLst>
          </p:cNvPr>
          <p:cNvPicPr>
            <a:picLocks noGrp="1"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049713" y="1790700"/>
            <a:ext cx="4953000" cy="4835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 name="Oval 13">
            <a:extLst>
              <a:ext uri="{FF2B5EF4-FFF2-40B4-BE49-F238E27FC236}">
                <a16:creationId xmlns:a16="http://schemas.microsoft.com/office/drawing/2014/main" id="{C8853D51-9ABE-2294-7331-64F4B294165B}"/>
              </a:ext>
            </a:extLst>
          </p:cNvPr>
          <p:cNvSpPr/>
          <p:nvPr/>
        </p:nvSpPr>
        <p:spPr>
          <a:xfrm>
            <a:off x="7597775" y="2865438"/>
            <a:ext cx="225425" cy="225425"/>
          </a:xfrm>
          <a:prstGeom prst="ellipse">
            <a:avLst/>
          </a:prstGeom>
          <a:solidFill>
            <a:schemeClr val="bg1"/>
          </a:solidFill>
          <a:ln w="28575">
            <a:solidFill>
              <a:srgbClr val="FF0000"/>
            </a:solidFill>
            <a:prstDash val="soli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GB" sz="1400" dirty="0">
                <a:solidFill>
                  <a:schemeClr val="tx1">
                    <a:lumMod val="75000"/>
                    <a:lumOff val="25000"/>
                  </a:schemeClr>
                </a:solidFill>
              </a:rPr>
              <a:t>?</a:t>
            </a:r>
            <a:endParaRPr lang="id-ID" sz="1400" dirty="0">
              <a:solidFill>
                <a:schemeClr val="tx1">
                  <a:lumMod val="75000"/>
                  <a:lumOff val="25000"/>
                </a:schemeClr>
              </a:solidFill>
            </a:endParaRPr>
          </a:p>
        </p:txBody>
      </p:sp>
    </p:spTree>
  </p:cSld>
  <p:clrMapOvr>
    <a:masterClrMapping/>
  </p:clrMapOvr>
  <p:transition spd="slow">
    <p:split orient="vert"/>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Title 1">
            <a:extLst>
              <a:ext uri="{FF2B5EF4-FFF2-40B4-BE49-F238E27FC236}">
                <a16:creationId xmlns:a16="http://schemas.microsoft.com/office/drawing/2014/main" id="{180043DC-5D13-2E03-7CD4-4A21AEBECE78}"/>
              </a:ext>
            </a:extLst>
          </p:cNvPr>
          <p:cNvSpPr>
            <a:spLocks noGrp="1"/>
          </p:cNvSpPr>
          <p:nvPr>
            <p:ph type="title"/>
          </p:nvPr>
        </p:nvSpPr>
        <p:spPr/>
        <p:txBody>
          <a:bodyPr/>
          <a:lstStyle/>
          <a:p>
            <a:r>
              <a:rPr lang="en-US" altLang="en-US">
                <a:latin typeface="Open Sans" panose="020B0606030504020204" pitchFamily="34" charset="0"/>
              </a:rPr>
              <a:t>Summary on k-NN</a:t>
            </a:r>
          </a:p>
        </p:txBody>
      </p:sp>
      <p:sp>
        <p:nvSpPr>
          <p:cNvPr id="29699" name="Content Placeholder 2">
            <a:extLst>
              <a:ext uri="{FF2B5EF4-FFF2-40B4-BE49-F238E27FC236}">
                <a16:creationId xmlns:a16="http://schemas.microsoft.com/office/drawing/2014/main" id="{9B5B1087-B523-1DF2-0CDE-5D5E0B98BEDF}"/>
              </a:ext>
            </a:extLst>
          </p:cNvPr>
          <p:cNvSpPr>
            <a:spLocks noGrp="1"/>
          </p:cNvSpPr>
          <p:nvPr>
            <p:ph idx="1"/>
          </p:nvPr>
        </p:nvSpPr>
        <p:spPr>
          <a:xfrm>
            <a:off x="685800" y="1828800"/>
            <a:ext cx="8229600" cy="4800600"/>
          </a:xfrm>
        </p:spPr>
        <p:txBody>
          <a:bodyPr/>
          <a:lstStyle/>
          <a:p>
            <a:r>
              <a:rPr lang="en-US" altLang="en-US" sz="3200">
                <a:latin typeface="Open Sans" panose="020B0606030504020204" pitchFamily="34" charset="0"/>
              </a:rPr>
              <a:t>K-NN classifiers are lazy learners </a:t>
            </a:r>
          </a:p>
          <a:p>
            <a:pPr lvl="1"/>
            <a:r>
              <a:rPr lang="en-US" altLang="en-US" sz="3200">
                <a:latin typeface="Open Sans" panose="020B0606030504020204" pitchFamily="34" charset="0"/>
              </a:rPr>
              <a:t>It does not build models explicitly</a:t>
            </a:r>
          </a:p>
          <a:p>
            <a:pPr lvl="1"/>
            <a:r>
              <a:rPr lang="en-US" altLang="en-US" sz="3200">
                <a:latin typeface="Open Sans" panose="020B0606030504020204" pitchFamily="34" charset="0"/>
              </a:rPr>
              <a:t>No explicit training phase required</a:t>
            </a:r>
          </a:p>
          <a:p>
            <a:pPr lvl="1"/>
            <a:r>
              <a:rPr lang="en-US" altLang="en-US" sz="3200">
                <a:latin typeface="Open Sans" panose="020B0606030504020204" pitchFamily="34" charset="0"/>
              </a:rPr>
              <a:t>Classifying unknown records are relatively expensive</a:t>
            </a:r>
          </a:p>
          <a:p>
            <a:endParaRPr lang="en-US" altLang="en-US" sz="3200">
              <a:latin typeface="Open Sans" panose="020B0606030504020204" pitchFamily="34" charset="0"/>
            </a:endParaRPr>
          </a:p>
        </p:txBody>
      </p:sp>
      <p:sp>
        <p:nvSpPr>
          <p:cNvPr id="29700" name="Slide Number Placeholder 3">
            <a:extLst>
              <a:ext uri="{FF2B5EF4-FFF2-40B4-BE49-F238E27FC236}">
                <a16:creationId xmlns:a16="http://schemas.microsoft.com/office/drawing/2014/main" id="{8AF8DF75-3D2A-2C24-D446-F99AEDFD7DD9}"/>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E92EF67C-45DA-4869-AEBC-5EEDCF973BDB}" type="slidenum">
              <a:rPr lang="en-US" altLang="en-US" sz="1200" smtClean="0">
                <a:solidFill>
                  <a:srgbClr val="898989"/>
                </a:solidFill>
              </a:rPr>
              <a:pPr>
                <a:spcBef>
                  <a:spcPct val="0"/>
                </a:spcBef>
                <a:buFontTx/>
                <a:buNone/>
              </a:pPr>
              <a:t>23</a:t>
            </a:fld>
            <a:endParaRPr lang="en-US" altLang="en-US" sz="1200">
              <a:solidFill>
                <a:srgbClr val="898989"/>
              </a:solidFill>
            </a:endParaRPr>
          </a:p>
        </p:txBody>
      </p:sp>
    </p:spTree>
  </p:cSld>
  <p:clrMapOvr>
    <a:masterClrMapping/>
  </p:clrMapOvr>
  <p:transition spd="slow">
    <p:split orient="vert"/>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3FDD21CD-E865-0E6F-E6E0-9CBB6DF936FC}"/>
              </a:ext>
            </a:extLst>
          </p:cNvPr>
          <p:cNvSpPr>
            <a:spLocks noGrp="1"/>
          </p:cNvSpPr>
          <p:nvPr>
            <p:ph type="title"/>
          </p:nvPr>
        </p:nvSpPr>
        <p:spPr>
          <a:xfrm>
            <a:off x="1143000" y="3048000"/>
            <a:ext cx="7772400" cy="1362075"/>
          </a:xfrm>
        </p:spPr>
        <p:txBody>
          <a:bodyPr/>
          <a:lstStyle/>
          <a:p>
            <a:pPr algn="ctr">
              <a:defRPr/>
            </a:pPr>
            <a:r>
              <a:rPr lang="en-US" dirty="0"/>
              <a:t>Naïve Bayes Classifier</a:t>
            </a:r>
          </a:p>
        </p:txBody>
      </p:sp>
      <p:sp>
        <p:nvSpPr>
          <p:cNvPr id="30723" name="Slide Number Placeholder 3">
            <a:extLst>
              <a:ext uri="{FF2B5EF4-FFF2-40B4-BE49-F238E27FC236}">
                <a16:creationId xmlns:a16="http://schemas.microsoft.com/office/drawing/2014/main" id="{874A3ABB-7483-361B-0B7C-B7197D01BF05}"/>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A85809C9-D7A1-49E1-9D1A-8F0487D97880}" type="slidenum">
              <a:rPr lang="en-US" altLang="en-US" sz="1200" smtClean="0">
                <a:solidFill>
                  <a:srgbClr val="898989"/>
                </a:solidFill>
              </a:rPr>
              <a:pPr>
                <a:spcBef>
                  <a:spcPct val="0"/>
                </a:spcBef>
                <a:buFontTx/>
                <a:buNone/>
              </a:pPr>
              <a:t>24</a:t>
            </a:fld>
            <a:endParaRPr lang="en-US" altLang="en-US" sz="1200">
              <a:solidFill>
                <a:srgbClr val="898989"/>
              </a:solidFill>
            </a:endParaRPr>
          </a:p>
        </p:txBody>
      </p:sp>
    </p:spTree>
  </p:cSld>
  <p:clrMapOvr>
    <a:masterClrMapping/>
  </p:clrMapOvr>
  <p:transition spd="slow">
    <p:split orient="vert"/>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Title 4">
            <a:extLst>
              <a:ext uri="{FF2B5EF4-FFF2-40B4-BE49-F238E27FC236}">
                <a16:creationId xmlns:a16="http://schemas.microsoft.com/office/drawing/2014/main" id="{0455AE51-AFC7-B410-26B7-448D13756764}"/>
              </a:ext>
            </a:extLst>
          </p:cNvPr>
          <p:cNvSpPr>
            <a:spLocks noGrp="1"/>
          </p:cNvSpPr>
          <p:nvPr>
            <p:ph type="title"/>
          </p:nvPr>
        </p:nvSpPr>
        <p:spPr/>
        <p:txBody>
          <a:bodyPr>
            <a:normAutofit fontScale="90000"/>
          </a:bodyPr>
          <a:lstStyle/>
          <a:p>
            <a:r>
              <a:rPr lang="en-US" altLang="en-US">
                <a:latin typeface="Open Sans" panose="020B0606030504020204" pitchFamily="34" charset="0"/>
              </a:rPr>
              <a:t>Introduction to Naïve Bayes</a:t>
            </a:r>
          </a:p>
        </p:txBody>
      </p:sp>
      <p:sp>
        <p:nvSpPr>
          <p:cNvPr id="6" name="Content Placeholder 5">
            <a:extLst>
              <a:ext uri="{FF2B5EF4-FFF2-40B4-BE49-F238E27FC236}">
                <a16:creationId xmlns:a16="http://schemas.microsoft.com/office/drawing/2014/main" id="{0AACA4D6-49D4-5DD1-1DA5-C054C0E70732}"/>
              </a:ext>
            </a:extLst>
          </p:cNvPr>
          <p:cNvSpPr>
            <a:spLocks noGrp="1"/>
          </p:cNvSpPr>
          <p:nvPr>
            <p:ph idx="1"/>
          </p:nvPr>
        </p:nvSpPr>
        <p:spPr/>
        <p:txBody>
          <a:bodyPr>
            <a:noAutofit/>
          </a:bodyPr>
          <a:lstStyle/>
          <a:p>
            <a:pPr eaLnBrk="1" hangingPunct="1">
              <a:lnSpc>
                <a:spcPct val="110000"/>
              </a:lnSpc>
              <a:defRPr/>
            </a:pPr>
            <a:r>
              <a:rPr lang="en-US" altLang="id-ID" sz="2100" u="sng" dirty="0"/>
              <a:t>A statistical classifier</a:t>
            </a:r>
            <a:r>
              <a:rPr lang="en-US" altLang="id-ID" sz="2100" dirty="0"/>
              <a:t>: performs </a:t>
            </a:r>
            <a:r>
              <a:rPr lang="en-US" altLang="id-ID" sz="2100" i="1" dirty="0"/>
              <a:t>probabilistic prediction, i.e.,</a:t>
            </a:r>
            <a:r>
              <a:rPr lang="en-US" altLang="id-ID" sz="2100" dirty="0"/>
              <a:t> predicts class membership probabilities</a:t>
            </a:r>
          </a:p>
          <a:p>
            <a:pPr eaLnBrk="1" hangingPunct="1">
              <a:lnSpc>
                <a:spcPct val="110000"/>
              </a:lnSpc>
              <a:defRPr/>
            </a:pPr>
            <a:r>
              <a:rPr lang="en-US" altLang="id-ID" sz="2100" u="sng" dirty="0"/>
              <a:t>Foundation:</a:t>
            </a:r>
            <a:r>
              <a:rPr lang="en-US" altLang="id-ID" sz="2100" dirty="0"/>
              <a:t> Based on Bayes’ Theorem. </a:t>
            </a:r>
          </a:p>
          <a:p>
            <a:pPr eaLnBrk="1" hangingPunct="1">
              <a:lnSpc>
                <a:spcPct val="110000"/>
              </a:lnSpc>
              <a:defRPr/>
            </a:pPr>
            <a:r>
              <a:rPr lang="en-US" altLang="id-ID" sz="2100" u="sng" dirty="0"/>
              <a:t>Performance:</a:t>
            </a:r>
            <a:r>
              <a:rPr lang="en-US" altLang="id-ID" sz="2100" dirty="0"/>
              <a:t> A simple Bayesian classifier, </a:t>
            </a:r>
            <a:r>
              <a:rPr lang="en-US" altLang="id-ID" sz="2100" i="1" dirty="0"/>
              <a:t>naïve Bayesian classifier</a:t>
            </a:r>
            <a:r>
              <a:rPr lang="en-US" altLang="id-ID" sz="2100" dirty="0"/>
              <a:t>, has comparable performance with decision tree and selected neural network classifiers</a:t>
            </a:r>
          </a:p>
          <a:p>
            <a:pPr eaLnBrk="1" hangingPunct="1">
              <a:lnSpc>
                <a:spcPct val="110000"/>
              </a:lnSpc>
              <a:defRPr/>
            </a:pPr>
            <a:r>
              <a:rPr lang="en-US" altLang="id-ID" sz="2100" u="sng" dirty="0"/>
              <a:t>Incremental</a:t>
            </a:r>
            <a:r>
              <a:rPr lang="en-US" altLang="id-ID" sz="2100" dirty="0"/>
              <a:t>: Each training example can incrementally increase/decrease the probability that a hypothesis is correct — prior knowledge can be combined with observed data</a:t>
            </a:r>
          </a:p>
          <a:p>
            <a:pPr eaLnBrk="1" hangingPunct="1">
              <a:lnSpc>
                <a:spcPct val="110000"/>
              </a:lnSpc>
              <a:defRPr/>
            </a:pPr>
            <a:r>
              <a:rPr lang="en-US" altLang="id-ID" sz="2100" u="sng" dirty="0"/>
              <a:t>Standard</a:t>
            </a:r>
            <a:r>
              <a:rPr lang="en-US" altLang="id-ID" sz="2100" dirty="0"/>
              <a:t>: Even when Bayesian methods are computationally intractable, they can provide a standard of optimal decision making against which other methods can be measured</a:t>
            </a:r>
          </a:p>
        </p:txBody>
      </p:sp>
      <p:sp>
        <p:nvSpPr>
          <p:cNvPr id="31748" name="Slide Number Placeholder 3">
            <a:extLst>
              <a:ext uri="{FF2B5EF4-FFF2-40B4-BE49-F238E27FC236}">
                <a16:creationId xmlns:a16="http://schemas.microsoft.com/office/drawing/2014/main" id="{7AEA869A-2077-C2C8-A551-56D3FEA01523}"/>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BFCC1138-68F1-4330-A9C4-A56830B25EC6}" type="slidenum">
              <a:rPr lang="en-US" altLang="en-US" sz="1200" smtClean="0">
                <a:solidFill>
                  <a:srgbClr val="898989"/>
                </a:solidFill>
              </a:rPr>
              <a:pPr>
                <a:spcBef>
                  <a:spcPct val="0"/>
                </a:spcBef>
                <a:buFontTx/>
                <a:buNone/>
              </a:pPr>
              <a:t>25</a:t>
            </a:fld>
            <a:endParaRPr lang="en-US" altLang="en-US" sz="1200">
              <a:solidFill>
                <a:srgbClr val="898989"/>
              </a:solidFill>
            </a:endParaRPr>
          </a:p>
        </p:txBody>
      </p:sp>
    </p:spTree>
  </p:cSld>
  <p:clrMapOvr>
    <a:masterClrMapping/>
  </p:clrMapOvr>
  <p:transition spd="slow">
    <p:split orient="vert"/>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itle 1">
            <a:extLst>
              <a:ext uri="{FF2B5EF4-FFF2-40B4-BE49-F238E27FC236}">
                <a16:creationId xmlns:a16="http://schemas.microsoft.com/office/drawing/2014/main" id="{CACC47CE-19A1-9813-B9BC-1BBB711533E9}"/>
              </a:ext>
            </a:extLst>
          </p:cNvPr>
          <p:cNvSpPr>
            <a:spLocks noGrp="1"/>
          </p:cNvSpPr>
          <p:nvPr>
            <p:ph type="title"/>
          </p:nvPr>
        </p:nvSpPr>
        <p:spPr>
          <a:xfrm>
            <a:off x="2057400" y="107950"/>
            <a:ext cx="6324600" cy="1143000"/>
          </a:xfrm>
        </p:spPr>
        <p:txBody>
          <a:bodyPr/>
          <a:lstStyle/>
          <a:p>
            <a:r>
              <a:rPr lang="en-US" altLang="en-US">
                <a:latin typeface="Open Sans" panose="020B0606030504020204" pitchFamily="34" charset="0"/>
              </a:rPr>
              <a:t>Bayes Theorem: Basic</a:t>
            </a:r>
          </a:p>
        </p:txBody>
      </p:sp>
      <p:sp>
        <p:nvSpPr>
          <p:cNvPr id="32771" name="Slide Number Placeholder 3">
            <a:extLst>
              <a:ext uri="{FF2B5EF4-FFF2-40B4-BE49-F238E27FC236}">
                <a16:creationId xmlns:a16="http://schemas.microsoft.com/office/drawing/2014/main" id="{F72314D5-E844-2F2C-E509-66D15A696ECD}"/>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6889E6A7-3319-491F-9A24-B5DA2A06D99F}" type="slidenum">
              <a:rPr lang="en-US" altLang="en-US" sz="1200" smtClean="0">
                <a:solidFill>
                  <a:srgbClr val="898989"/>
                </a:solidFill>
              </a:rPr>
              <a:pPr>
                <a:spcBef>
                  <a:spcPct val="0"/>
                </a:spcBef>
                <a:buFontTx/>
                <a:buNone/>
              </a:pPr>
              <a:t>26</a:t>
            </a:fld>
            <a:endParaRPr lang="en-US" altLang="en-US" sz="1200">
              <a:solidFill>
                <a:srgbClr val="898989"/>
              </a:solidFill>
            </a:endParaRPr>
          </a:p>
        </p:txBody>
      </p:sp>
      <p:sp>
        <p:nvSpPr>
          <p:cNvPr id="32772" name="Rectangle 3">
            <a:extLst>
              <a:ext uri="{FF2B5EF4-FFF2-40B4-BE49-F238E27FC236}">
                <a16:creationId xmlns:a16="http://schemas.microsoft.com/office/drawing/2014/main" id="{43864870-EAAF-9136-6E29-89AFD63C3A0E}"/>
              </a:ext>
            </a:extLst>
          </p:cNvPr>
          <p:cNvSpPr>
            <a:spLocks noGrp="1"/>
          </p:cNvSpPr>
          <p:nvPr>
            <p:ph idx="1"/>
          </p:nvPr>
        </p:nvSpPr>
        <p:spPr>
          <a:xfrm>
            <a:off x="639763" y="1293813"/>
            <a:ext cx="8221662" cy="5259387"/>
          </a:xfrm>
        </p:spPr>
        <p:txBody>
          <a:bodyPr>
            <a:normAutofit lnSpcReduction="10000"/>
          </a:bodyPr>
          <a:lstStyle/>
          <a:p>
            <a:pPr eaLnBrk="1" hangingPunct="1">
              <a:defRPr/>
            </a:pPr>
            <a:r>
              <a:rPr lang="en-US" altLang="id-ID" sz="2000">
                <a:latin typeface="Open Sans" pitchFamily="34" charset="0"/>
              </a:rPr>
              <a:t>Total probability Theorem:</a:t>
            </a:r>
          </a:p>
          <a:p>
            <a:pPr eaLnBrk="1" hangingPunct="1">
              <a:defRPr/>
            </a:pPr>
            <a:endParaRPr lang="en-US" altLang="id-ID" sz="2000">
              <a:latin typeface="Open Sans" pitchFamily="34" charset="0"/>
            </a:endParaRPr>
          </a:p>
          <a:p>
            <a:pPr eaLnBrk="1" hangingPunct="1">
              <a:defRPr/>
            </a:pPr>
            <a:r>
              <a:rPr lang="en-US" altLang="id-ID" sz="2000">
                <a:latin typeface="Open Sans" pitchFamily="34" charset="0"/>
              </a:rPr>
              <a:t>Bayes’ Theorem:</a:t>
            </a:r>
          </a:p>
          <a:p>
            <a:pPr eaLnBrk="1" hangingPunct="1">
              <a:defRPr/>
            </a:pPr>
            <a:endParaRPr lang="en-US" altLang="id-ID" sz="2000">
              <a:latin typeface="Open Sans" pitchFamily="34" charset="0"/>
            </a:endParaRPr>
          </a:p>
          <a:p>
            <a:pPr lvl="1" eaLnBrk="1" hangingPunct="1">
              <a:defRPr/>
            </a:pPr>
            <a:r>
              <a:rPr lang="en-US" altLang="id-ID" sz="2000">
                <a:latin typeface="Open Sans" pitchFamily="34" charset="0"/>
              </a:rPr>
              <a:t>Let </a:t>
            </a:r>
            <a:r>
              <a:rPr lang="en-US" altLang="id-ID" sz="2000" b="1">
                <a:latin typeface="Open Sans" pitchFamily="34" charset="0"/>
              </a:rPr>
              <a:t>X</a:t>
            </a:r>
            <a:r>
              <a:rPr lang="en-US" altLang="id-ID" sz="2000">
                <a:latin typeface="Open Sans" pitchFamily="34" charset="0"/>
              </a:rPr>
              <a:t> be a data sample (“</a:t>
            </a:r>
            <a:r>
              <a:rPr lang="en-US" altLang="id-ID" sz="2000" i="1">
                <a:latin typeface="Open Sans" pitchFamily="34" charset="0"/>
              </a:rPr>
              <a:t>evidence</a:t>
            </a:r>
            <a:r>
              <a:rPr lang="en-US" altLang="id-ID" sz="2000">
                <a:latin typeface="Open Sans" pitchFamily="34" charset="0"/>
              </a:rPr>
              <a:t>”): class label is unknown</a:t>
            </a:r>
          </a:p>
          <a:p>
            <a:pPr lvl="1" eaLnBrk="1" hangingPunct="1">
              <a:defRPr/>
            </a:pPr>
            <a:r>
              <a:rPr lang="en-US" altLang="id-ID" sz="2000">
                <a:latin typeface="Open Sans" pitchFamily="34" charset="0"/>
              </a:rPr>
              <a:t>Let H be a </a:t>
            </a:r>
            <a:r>
              <a:rPr lang="en-US" altLang="id-ID" sz="2000" i="1">
                <a:latin typeface="Open Sans" pitchFamily="34" charset="0"/>
              </a:rPr>
              <a:t>hypothesis</a:t>
            </a:r>
            <a:r>
              <a:rPr lang="en-US" altLang="id-ID" sz="2000">
                <a:latin typeface="Open Sans" pitchFamily="34" charset="0"/>
              </a:rPr>
              <a:t> that X belongs to class C </a:t>
            </a:r>
          </a:p>
          <a:p>
            <a:pPr lvl="1" eaLnBrk="1" hangingPunct="1">
              <a:defRPr/>
            </a:pPr>
            <a:r>
              <a:rPr lang="en-US" altLang="id-ID" sz="2000">
                <a:latin typeface="Open Sans" pitchFamily="34" charset="0"/>
              </a:rPr>
              <a:t>Classification is to determine P(H|</a:t>
            </a:r>
            <a:r>
              <a:rPr lang="en-US" altLang="id-ID" sz="2000" b="1">
                <a:latin typeface="Open Sans" pitchFamily="34" charset="0"/>
              </a:rPr>
              <a:t>X</a:t>
            </a:r>
            <a:r>
              <a:rPr lang="en-US" altLang="id-ID" sz="2000">
                <a:latin typeface="Open Sans" pitchFamily="34" charset="0"/>
              </a:rPr>
              <a:t>), (i.e., </a:t>
            </a:r>
            <a:r>
              <a:rPr lang="en-US" altLang="id-ID" sz="2000" i="1">
                <a:latin typeface="Open Sans" pitchFamily="34" charset="0"/>
              </a:rPr>
              <a:t>posteriori probability): </a:t>
            </a:r>
            <a:r>
              <a:rPr lang="en-US" altLang="id-ID" sz="2000">
                <a:latin typeface="Open Sans" pitchFamily="34" charset="0"/>
              </a:rPr>
              <a:t> the probability that the hypothesis holds given the observed data sample </a:t>
            </a:r>
            <a:r>
              <a:rPr lang="en-US" altLang="id-ID" sz="2000" b="1">
                <a:latin typeface="Open Sans" pitchFamily="34" charset="0"/>
              </a:rPr>
              <a:t>X</a:t>
            </a:r>
          </a:p>
          <a:p>
            <a:pPr lvl="1" eaLnBrk="1" hangingPunct="1">
              <a:defRPr/>
            </a:pPr>
            <a:r>
              <a:rPr lang="en-US" altLang="id-ID" sz="2000">
                <a:latin typeface="Open Sans" pitchFamily="34" charset="0"/>
              </a:rPr>
              <a:t>P(H) (</a:t>
            </a:r>
            <a:r>
              <a:rPr lang="en-US" altLang="id-ID" sz="2000" i="1">
                <a:latin typeface="Open Sans" pitchFamily="34" charset="0"/>
              </a:rPr>
              <a:t>prior probability</a:t>
            </a:r>
            <a:r>
              <a:rPr lang="en-US" altLang="id-ID" sz="2000">
                <a:latin typeface="Open Sans" pitchFamily="34" charset="0"/>
              </a:rPr>
              <a:t>): the initial probability</a:t>
            </a:r>
          </a:p>
          <a:p>
            <a:pPr lvl="2" eaLnBrk="1" hangingPunct="1">
              <a:defRPr/>
            </a:pPr>
            <a:r>
              <a:rPr lang="en-US" altLang="id-ID" sz="1800">
                <a:latin typeface="Open Sans" pitchFamily="34" charset="0"/>
              </a:rPr>
              <a:t>E.g.,</a:t>
            </a:r>
            <a:r>
              <a:rPr lang="en-US" altLang="id-ID" sz="1800" b="1">
                <a:latin typeface="Open Sans" pitchFamily="34" charset="0"/>
              </a:rPr>
              <a:t> X</a:t>
            </a:r>
            <a:r>
              <a:rPr lang="en-US" altLang="id-ID" sz="1800">
                <a:latin typeface="Open Sans" pitchFamily="34" charset="0"/>
              </a:rPr>
              <a:t> will buy computer, regardless of age, income, …</a:t>
            </a:r>
          </a:p>
          <a:p>
            <a:pPr lvl="1" eaLnBrk="1" hangingPunct="1">
              <a:defRPr/>
            </a:pPr>
            <a:r>
              <a:rPr lang="en-US" altLang="id-ID" sz="2000">
                <a:latin typeface="Open Sans" pitchFamily="34" charset="0"/>
              </a:rPr>
              <a:t>P(</a:t>
            </a:r>
            <a:r>
              <a:rPr lang="en-US" altLang="id-ID" sz="2000" b="1">
                <a:latin typeface="Open Sans" pitchFamily="34" charset="0"/>
              </a:rPr>
              <a:t>X</a:t>
            </a:r>
            <a:r>
              <a:rPr lang="en-US" altLang="id-ID" sz="2000">
                <a:latin typeface="Open Sans" pitchFamily="34" charset="0"/>
              </a:rPr>
              <a:t>): probability that sample data is observed</a:t>
            </a:r>
          </a:p>
          <a:p>
            <a:pPr lvl="1" eaLnBrk="1" hangingPunct="1">
              <a:defRPr/>
            </a:pPr>
            <a:r>
              <a:rPr lang="en-US" altLang="id-ID" sz="2000">
                <a:latin typeface="Open Sans" pitchFamily="34" charset="0"/>
              </a:rPr>
              <a:t>P(</a:t>
            </a:r>
            <a:r>
              <a:rPr lang="en-US" altLang="id-ID" sz="2000" b="1">
                <a:latin typeface="Open Sans" pitchFamily="34" charset="0"/>
              </a:rPr>
              <a:t>X</a:t>
            </a:r>
            <a:r>
              <a:rPr lang="en-US" altLang="id-ID" sz="2000">
                <a:latin typeface="Open Sans" pitchFamily="34" charset="0"/>
              </a:rPr>
              <a:t>|H) (likelihood): the probability of observing the sample </a:t>
            </a:r>
            <a:r>
              <a:rPr lang="en-US" altLang="id-ID" sz="2000" b="1">
                <a:latin typeface="Open Sans" pitchFamily="34" charset="0"/>
              </a:rPr>
              <a:t>X</a:t>
            </a:r>
            <a:r>
              <a:rPr lang="en-US" altLang="id-ID" sz="2000">
                <a:latin typeface="Open Sans" pitchFamily="34" charset="0"/>
              </a:rPr>
              <a:t>, given that the hypothesis holds</a:t>
            </a:r>
          </a:p>
          <a:p>
            <a:pPr lvl="2" eaLnBrk="1" hangingPunct="1">
              <a:defRPr/>
            </a:pPr>
            <a:r>
              <a:rPr lang="en-US" altLang="id-ID" sz="1800">
                <a:latin typeface="Open Sans" pitchFamily="34" charset="0"/>
              </a:rPr>
              <a:t>E.g.,</a:t>
            </a:r>
            <a:r>
              <a:rPr lang="en-US" altLang="id-ID" sz="1800" b="1">
                <a:latin typeface="Open Sans" pitchFamily="34" charset="0"/>
              </a:rPr>
              <a:t> </a:t>
            </a:r>
            <a:r>
              <a:rPr lang="en-US" altLang="id-ID" sz="1800">
                <a:latin typeface="Open Sans" pitchFamily="34" charset="0"/>
              </a:rPr>
              <a:t>Given that</a:t>
            </a:r>
            <a:r>
              <a:rPr lang="en-US" altLang="id-ID" sz="1800" b="1">
                <a:latin typeface="Open Sans" pitchFamily="34" charset="0"/>
              </a:rPr>
              <a:t> X</a:t>
            </a:r>
            <a:r>
              <a:rPr lang="en-US" altLang="id-ID" sz="1800">
                <a:latin typeface="Open Sans" pitchFamily="34" charset="0"/>
              </a:rPr>
              <a:t> will buy computer, the probability that X is 31..40, medium income</a:t>
            </a:r>
          </a:p>
        </p:txBody>
      </p:sp>
      <p:graphicFrame>
        <p:nvGraphicFramePr>
          <p:cNvPr id="32773" name="Object 1">
            <a:extLst>
              <a:ext uri="{FF2B5EF4-FFF2-40B4-BE49-F238E27FC236}">
                <a16:creationId xmlns:a16="http://schemas.microsoft.com/office/drawing/2014/main" id="{36DBAAE4-646A-F4A3-8CC2-358BC9AC3DF6}"/>
              </a:ext>
            </a:extLst>
          </p:cNvPr>
          <p:cNvGraphicFramePr>
            <a:graphicFrameLocks noChangeAspect="1"/>
          </p:cNvGraphicFramePr>
          <p:nvPr>
            <p:extLst>
              <p:ext uri="{D42A27DB-BD31-4B8C-83A1-F6EECF244321}">
                <p14:modId xmlns:p14="http://schemas.microsoft.com/office/powerpoint/2010/main" val="816449973"/>
              </p:ext>
            </p:extLst>
          </p:nvPr>
        </p:nvGraphicFramePr>
        <p:xfrm>
          <a:off x="4352925" y="1143000"/>
          <a:ext cx="2352675" cy="690562"/>
        </p:xfrm>
        <a:graphic>
          <a:graphicData uri="http://schemas.openxmlformats.org/presentationml/2006/ole">
            <mc:AlternateContent xmlns:mc="http://schemas.openxmlformats.org/markup-compatibility/2006">
              <mc:Choice xmlns:v="urn:schemas-microsoft-com:vml" Requires="v">
                <p:oleObj name="Equation" r:id="rId2" imgW="2476500" imgH="685800" progId="Equation.3">
                  <p:embed/>
                </p:oleObj>
              </mc:Choice>
              <mc:Fallback>
                <p:oleObj name="Equation" r:id="rId2" imgW="2476500" imgH="685800" progId="Equation.3">
                  <p:embed/>
                  <p:pic>
                    <p:nvPicPr>
                      <p:cNvPr id="32773" name="Object 1">
                        <a:extLst>
                          <a:ext uri="{FF2B5EF4-FFF2-40B4-BE49-F238E27FC236}">
                            <a16:creationId xmlns:a16="http://schemas.microsoft.com/office/drawing/2014/main" id="{36DBAAE4-646A-F4A3-8CC2-358BC9AC3DF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352925" y="1143000"/>
                        <a:ext cx="2352675" cy="690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2774" name="Object 1">
            <a:extLst>
              <a:ext uri="{FF2B5EF4-FFF2-40B4-BE49-F238E27FC236}">
                <a16:creationId xmlns:a16="http://schemas.microsoft.com/office/drawing/2014/main" id="{C79FE912-DE31-E14D-60FC-D628F33F2296}"/>
              </a:ext>
            </a:extLst>
          </p:cNvPr>
          <p:cNvGraphicFramePr>
            <a:graphicFrameLocks noChangeAspect="1"/>
          </p:cNvGraphicFramePr>
          <p:nvPr>
            <p:extLst>
              <p:ext uri="{D42A27DB-BD31-4B8C-83A1-F6EECF244321}">
                <p14:modId xmlns:p14="http://schemas.microsoft.com/office/powerpoint/2010/main" val="2150020066"/>
              </p:ext>
            </p:extLst>
          </p:nvPr>
        </p:nvGraphicFramePr>
        <p:xfrm>
          <a:off x="3048000" y="1937272"/>
          <a:ext cx="5735638" cy="615950"/>
        </p:xfrm>
        <a:graphic>
          <a:graphicData uri="http://schemas.openxmlformats.org/presentationml/2006/ole">
            <mc:AlternateContent xmlns:mc="http://schemas.openxmlformats.org/markup-compatibility/2006">
              <mc:Choice xmlns:v="urn:schemas-microsoft-com:vml" Requires="v">
                <p:oleObj name="Equation" r:id="rId4" imgW="4813300" imgH="558800" progId="Equation.3">
                  <p:embed/>
                </p:oleObj>
              </mc:Choice>
              <mc:Fallback>
                <p:oleObj name="Equation" r:id="rId4" imgW="4813300" imgH="558800" progId="Equation.3">
                  <p:embed/>
                  <p:pic>
                    <p:nvPicPr>
                      <p:cNvPr id="32774" name="Object 1">
                        <a:extLst>
                          <a:ext uri="{FF2B5EF4-FFF2-40B4-BE49-F238E27FC236}">
                            <a16:creationId xmlns:a16="http://schemas.microsoft.com/office/drawing/2014/main" id="{C79FE912-DE31-E14D-60FC-D628F33F229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048000" y="1937272"/>
                        <a:ext cx="5735638" cy="615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ransition spd="slow">
    <p:split orient="vert"/>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Title 1">
            <a:extLst>
              <a:ext uri="{FF2B5EF4-FFF2-40B4-BE49-F238E27FC236}">
                <a16:creationId xmlns:a16="http://schemas.microsoft.com/office/drawing/2014/main" id="{C27D6E98-B837-860E-79B9-EB8C69EF1477}"/>
              </a:ext>
            </a:extLst>
          </p:cNvPr>
          <p:cNvSpPr>
            <a:spLocks noGrp="1"/>
          </p:cNvSpPr>
          <p:nvPr>
            <p:ph type="title"/>
          </p:nvPr>
        </p:nvSpPr>
        <p:spPr/>
        <p:txBody>
          <a:bodyPr/>
          <a:lstStyle/>
          <a:p>
            <a:r>
              <a:rPr lang="en-US" altLang="en-US" sz="2800">
                <a:latin typeface="Open Sans" panose="020B0606030504020204" pitchFamily="34" charset="0"/>
              </a:rPr>
              <a:t>Prediction Based on Bayes’ Theorem</a:t>
            </a:r>
          </a:p>
        </p:txBody>
      </p:sp>
      <p:sp>
        <p:nvSpPr>
          <p:cNvPr id="33795" name="Slide Number Placeholder 3">
            <a:extLst>
              <a:ext uri="{FF2B5EF4-FFF2-40B4-BE49-F238E27FC236}">
                <a16:creationId xmlns:a16="http://schemas.microsoft.com/office/drawing/2014/main" id="{793EBF4A-6AE4-049D-7DDE-0BC5779AE7CB}"/>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4B5B8872-D7EC-4307-BC15-9D644DEF06E5}" type="slidenum">
              <a:rPr lang="en-US" altLang="en-US" sz="1200" smtClean="0">
                <a:solidFill>
                  <a:srgbClr val="898989"/>
                </a:solidFill>
              </a:rPr>
              <a:pPr>
                <a:spcBef>
                  <a:spcPct val="0"/>
                </a:spcBef>
                <a:buFontTx/>
                <a:buNone/>
              </a:pPr>
              <a:t>27</a:t>
            </a:fld>
            <a:endParaRPr lang="en-US" altLang="en-US" sz="1200">
              <a:solidFill>
                <a:srgbClr val="898989"/>
              </a:solidFill>
            </a:endParaRPr>
          </a:p>
        </p:txBody>
      </p:sp>
      <p:sp>
        <p:nvSpPr>
          <p:cNvPr id="33796" name="Rectangle 3">
            <a:extLst>
              <a:ext uri="{FF2B5EF4-FFF2-40B4-BE49-F238E27FC236}">
                <a16:creationId xmlns:a16="http://schemas.microsoft.com/office/drawing/2014/main" id="{E6343087-31CD-0424-794C-D8B618F0DDFD}"/>
              </a:ext>
            </a:extLst>
          </p:cNvPr>
          <p:cNvSpPr>
            <a:spLocks noGrp="1"/>
          </p:cNvSpPr>
          <p:nvPr>
            <p:ph idx="1"/>
          </p:nvPr>
        </p:nvSpPr>
        <p:spPr>
          <a:xfrm>
            <a:off x="639763" y="1476375"/>
            <a:ext cx="8221662" cy="5000625"/>
          </a:xfrm>
        </p:spPr>
        <p:txBody>
          <a:bodyPr/>
          <a:lstStyle/>
          <a:p>
            <a:pPr eaLnBrk="1" hangingPunct="1">
              <a:lnSpc>
                <a:spcPct val="120000"/>
              </a:lnSpc>
            </a:pPr>
            <a:r>
              <a:rPr lang="en-US" altLang="id-ID" sz="2300">
                <a:latin typeface="Open Sans" panose="020B0606030504020204" pitchFamily="34" charset="0"/>
              </a:rPr>
              <a:t>Given training data</a:t>
            </a:r>
            <a:r>
              <a:rPr lang="en-US" altLang="id-ID" sz="2300" i="1">
                <a:latin typeface="Open Sans" panose="020B0606030504020204" pitchFamily="34" charset="0"/>
              </a:rPr>
              <a:t> </a:t>
            </a:r>
            <a:r>
              <a:rPr lang="en-US" altLang="id-ID" sz="2300" b="1">
                <a:latin typeface="Open Sans" panose="020B0606030504020204" pitchFamily="34" charset="0"/>
              </a:rPr>
              <a:t>X</a:t>
            </a:r>
            <a:r>
              <a:rPr lang="en-US" altLang="id-ID" sz="2300" i="1">
                <a:latin typeface="Open Sans" panose="020B0606030504020204" pitchFamily="34" charset="0"/>
              </a:rPr>
              <a:t>, posteriori probability of a hypothesis </a:t>
            </a:r>
            <a:r>
              <a:rPr lang="en-US" altLang="id-ID" sz="2300">
                <a:latin typeface="Open Sans" panose="020B0606030504020204" pitchFamily="34" charset="0"/>
              </a:rPr>
              <a:t>H</a:t>
            </a:r>
            <a:r>
              <a:rPr lang="en-US" altLang="id-ID" sz="2300" i="1">
                <a:latin typeface="Open Sans" panose="020B0606030504020204" pitchFamily="34" charset="0"/>
              </a:rPr>
              <a:t>, </a:t>
            </a:r>
            <a:r>
              <a:rPr lang="en-US" altLang="id-ID" sz="2300">
                <a:latin typeface="Open Sans" panose="020B0606030504020204" pitchFamily="34" charset="0"/>
              </a:rPr>
              <a:t>P(H|</a:t>
            </a:r>
            <a:r>
              <a:rPr lang="en-US" altLang="id-ID" sz="2300" b="1">
                <a:latin typeface="Open Sans" panose="020B0606030504020204" pitchFamily="34" charset="0"/>
              </a:rPr>
              <a:t>X</a:t>
            </a:r>
            <a:r>
              <a:rPr lang="en-US" altLang="id-ID" sz="2300">
                <a:latin typeface="Open Sans" panose="020B0606030504020204" pitchFamily="34" charset="0"/>
              </a:rPr>
              <a:t>)</a:t>
            </a:r>
            <a:r>
              <a:rPr lang="en-US" altLang="id-ID" sz="2300" i="1">
                <a:latin typeface="Open Sans" panose="020B0606030504020204" pitchFamily="34" charset="0"/>
              </a:rPr>
              <a:t>, </a:t>
            </a:r>
            <a:r>
              <a:rPr lang="en-US" altLang="id-ID" sz="2300">
                <a:latin typeface="Open Sans" panose="020B0606030504020204" pitchFamily="34" charset="0"/>
              </a:rPr>
              <a:t>follows the Bayes’ theorem</a:t>
            </a:r>
          </a:p>
          <a:p>
            <a:pPr eaLnBrk="1" hangingPunct="1">
              <a:lnSpc>
                <a:spcPct val="120000"/>
              </a:lnSpc>
              <a:buFont typeface="Wingdings" panose="05000000000000000000" pitchFamily="2" charset="2"/>
              <a:buNone/>
            </a:pPr>
            <a:r>
              <a:rPr lang="en-US" altLang="id-ID" sz="2300">
                <a:latin typeface="Open Sans" panose="020B0606030504020204" pitchFamily="34" charset="0"/>
              </a:rPr>
              <a:t>			</a:t>
            </a:r>
          </a:p>
          <a:p>
            <a:pPr eaLnBrk="1" hangingPunct="1">
              <a:lnSpc>
                <a:spcPct val="120000"/>
              </a:lnSpc>
            </a:pPr>
            <a:endParaRPr lang="en-US" altLang="id-ID" sz="2300">
              <a:latin typeface="Open Sans" panose="020B0606030504020204" pitchFamily="34" charset="0"/>
            </a:endParaRPr>
          </a:p>
          <a:p>
            <a:pPr eaLnBrk="1" hangingPunct="1">
              <a:lnSpc>
                <a:spcPct val="120000"/>
              </a:lnSpc>
            </a:pPr>
            <a:r>
              <a:rPr lang="en-US" altLang="id-ID" sz="2300">
                <a:latin typeface="Open Sans" panose="020B0606030504020204" pitchFamily="34" charset="0"/>
              </a:rPr>
              <a:t>Informally, this can be viewed as </a:t>
            </a:r>
          </a:p>
          <a:p>
            <a:pPr lvl="1" eaLnBrk="1" hangingPunct="1">
              <a:lnSpc>
                <a:spcPct val="120000"/>
              </a:lnSpc>
              <a:buFont typeface="Wingdings" panose="05000000000000000000" pitchFamily="2" charset="2"/>
              <a:buNone/>
            </a:pPr>
            <a:r>
              <a:rPr lang="en-US" altLang="id-ID" sz="2300">
                <a:latin typeface="Open Sans" panose="020B0606030504020204" pitchFamily="34" charset="0"/>
              </a:rPr>
              <a:t>		posteriori = likelihood x prior/evidence</a:t>
            </a:r>
          </a:p>
          <a:p>
            <a:pPr eaLnBrk="1" hangingPunct="1">
              <a:lnSpc>
                <a:spcPct val="120000"/>
              </a:lnSpc>
            </a:pPr>
            <a:r>
              <a:rPr lang="en-US" altLang="id-ID" sz="2300">
                <a:latin typeface="Open Sans" panose="020B0606030504020204" pitchFamily="34" charset="0"/>
              </a:rPr>
              <a:t>Predicts </a:t>
            </a:r>
            <a:r>
              <a:rPr lang="en-US" altLang="id-ID" sz="2300" b="1">
                <a:latin typeface="Open Sans" panose="020B0606030504020204" pitchFamily="34" charset="0"/>
              </a:rPr>
              <a:t>X</a:t>
            </a:r>
            <a:r>
              <a:rPr lang="en-US" altLang="id-ID" sz="2300">
                <a:latin typeface="Open Sans" panose="020B0606030504020204" pitchFamily="34" charset="0"/>
              </a:rPr>
              <a:t> belongs to C</a:t>
            </a:r>
            <a:r>
              <a:rPr lang="en-US" altLang="id-ID" sz="2300" baseline="-25000">
                <a:latin typeface="Open Sans" panose="020B0606030504020204" pitchFamily="34" charset="0"/>
              </a:rPr>
              <a:t>i</a:t>
            </a:r>
            <a:r>
              <a:rPr lang="en-US" altLang="id-ID" sz="2300">
                <a:latin typeface="Open Sans" panose="020B0606030504020204" pitchFamily="34" charset="0"/>
              </a:rPr>
              <a:t> iff the probability P(C</a:t>
            </a:r>
            <a:r>
              <a:rPr lang="en-US" altLang="id-ID" sz="2300" baseline="-25000">
                <a:latin typeface="Open Sans" panose="020B0606030504020204" pitchFamily="34" charset="0"/>
              </a:rPr>
              <a:t>i</a:t>
            </a:r>
            <a:r>
              <a:rPr lang="en-US" altLang="id-ID" sz="2300">
                <a:latin typeface="Open Sans" panose="020B0606030504020204" pitchFamily="34" charset="0"/>
              </a:rPr>
              <a:t>|</a:t>
            </a:r>
            <a:r>
              <a:rPr lang="en-US" altLang="id-ID" sz="2300" b="1">
                <a:latin typeface="Open Sans" panose="020B0606030504020204" pitchFamily="34" charset="0"/>
              </a:rPr>
              <a:t>X</a:t>
            </a:r>
            <a:r>
              <a:rPr lang="en-US" altLang="id-ID" sz="2300">
                <a:latin typeface="Open Sans" panose="020B0606030504020204" pitchFamily="34" charset="0"/>
              </a:rPr>
              <a:t>) is the highest among all the P(C</a:t>
            </a:r>
            <a:r>
              <a:rPr lang="en-US" altLang="id-ID" sz="2300" baseline="-25000">
                <a:latin typeface="Open Sans" panose="020B0606030504020204" pitchFamily="34" charset="0"/>
              </a:rPr>
              <a:t>k</a:t>
            </a:r>
            <a:r>
              <a:rPr lang="en-US" altLang="id-ID" sz="2300">
                <a:latin typeface="Open Sans" panose="020B0606030504020204" pitchFamily="34" charset="0"/>
              </a:rPr>
              <a:t>|X) for all the </a:t>
            </a:r>
            <a:r>
              <a:rPr lang="en-US" altLang="id-ID" sz="2300" i="1">
                <a:latin typeface="Open Sans" panose="020B0606030504020204" pitchFamily="34" charset="0"/>
              </a:rPr>
              <a:t>k</a:t>
            </a:r>
            <a:r>
              <a:rPr lang="en-US" altLang="id-ID" sz="2300">
                <a:latin typeface="Open Sans" panose="020B0606030504020204" pitchFamily="34" charset="0"/>
              </a:rPr>
              <a:t> classes</a:t>
            </a:r>
          </a:p>
          <a:p>
            <a:pPr eaLnBrk="1" hangingPunct="1">
              <a:lnSpc>
                <a:spcPct val="120000"/>
              </a:lnSpc>
            </a:pPr>
            <a:r>
              <a:rPr lang="en-US" altLang="id-ID" sz="2300">
                <a:latin typeface="Open Sans" panose="020B0606030504020204" pitchFamily="34" charset="0"/>
              </a:rPr>
              <a:t>Practical difficulty:  It requires initial knowledge of many probabilities, involving significant computational cost</a:t>
            </a:r>
          </a:p>
        </p:txBody>
      </p:sp>
      <p:graphicFrame>
        <p:nvGraphicFramePr>
          <p:cNvPr id="33797" name="Object 4">
            <a:extLst>
              <a:ext uri="{FF2B5EF4-FFF2-40B4-BE49-F238E27FC236}">
                <a16:creationId xmlns:a16="http://schemas.microsoft.com/office/drawing/2014/main" id="{35508DA9-36CC-5576-D68E-E55D3A312441}"/>
              </a:ext>
            </a:extLst>
          </p:cNvPr>
          <p:cNvGraphicFramePr>
            <a:graphicFrameLocks noChangeAspect="1"/>
          </p:cNvGraphicFramePr>
          <p:nvPr/>
        </p:nvGraphicFramePr>
        <p:xfrm>
          <a:off x="1193800" y="2524125"/>
          <a:ext cx="7013575" cy="752475"/>
        </p:xfrm>
        <a:graphic>
          <a:graphicData uri="http://schemas.openxmlformats.org/presentationml/2006/ole">
            <mc:AlternateContent xmlns:mc="http://schemas.openxmlformats.org/markup-compatibility/2006">
              <mc:Choice xmlns:v="urn:schemas-microsoft-com:vml" Requires="v">
                <p:oleObj name="Equation" r:id="rId2" imgW="4813300" imgH="558800" progId="Equation.3">
                  <p:embed/>
                </p:oleObj>
              </mc:Choice>
              <mc:Fallback>
                <p:oleObj name="Equation" r:id="rId2" imgW="4813300" imgH="558800" progId="Equation.3">
                  <p:embed/>
                  <p:pic>
                    <p:nvPicPr>
                      <p:cNvPr id="33797" name="Object 4">
                        <a:extLst>
                          <a:ext uri="{FF2B5EF4-FFF2-40B4-BE49-F238E27FC236}">
                            <a16:creationId xmlns:a16="http://schemas.microsoft.com/office/drawing/2014/main" id="{35508DA9-36CC-5576-D68E-E55D3A31244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93800" y="2524125"/>
                        <a:ext cx="7013575" cy="752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ransition spd="slow">
    <p:split orient="vert"/>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1C5CDD-2DA8-2CAC-ABB6-33EE29C018B8}"/>
              </a:ext>
            </a:extLst>
          </p:cNvPr>
          <p:cNvSpPr>
            <a:spLocks noGrp="1"/>
          </p:cNvSpPr>
          <p:nvPr>
            <p:ph type="title"/>
          </p:nvPr>
        </p:nvSpPr>
        <p:spPr/>
        <p:txBody>
          <a:bodyPr>
            <a:normAutofit fontScale="90000"/>
          </a:bodyPr>
          <a:lstStyle/>
          <a:p>
            <a:pPr>
              <a:defRPr/>
            </a:pPr>
            <a:r>
              <a:rPr lang="en-US" dirty="0"/>
              <a:t>Classification is to Derive the Maximum Posteriori</a:t>
            </a:r>
          </a:p>
        </p:txBody>
      </p:sp>
      <p:sp>
        <p:nvSpPr>
          <p:cNvPr id="34819" name="Slide Number Placeholder 3">
            <a:extLst>
              <a:ext uri="{FF2B5EF4-FFF2-40B4-BE49-F238E27FC236}">
                <a16:creationId xmlns:a16="http://schemas.microsoft.com/office/drawing/2014/main" id="{BAAAAAD1-FF12-21A1-D77A-CED38B6296AF}"/>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53C24CCB-5FDD-486B-8A32-258DDD003294}" type="slidenum">
              <a:rPr lang="en-US" altLang="en-US" sz="1200" smtClean="0">
                <a:solidFill>
                  <a:srgbClr val="898989"/>
                </a:solidFill>
              </a:rPr>
              <a:pPr>
                <a:spcBef>
                  <a:spcPct val="0"/>
                </a:spcBef>
                <a:buFontTx/>
                <a:buNone/>
              </a:pPr>
              <a:t>28</a:t>
            </a:fld>
            <a:endParaRPr lang="en-US" altLang="en-US" sz="1200">
              <a:solidFill>
                <a:srgbClr val="898989"/>
              </a:solidFill>
            </a:endParaRPr>
          </a:p>
        </p:txBody>
      </p:sp>
      <p:sp>
        <p:nvSpPr>
          <p:cNvPr id="34820" name="Rectangle 3">
            <a:extLst>
              <a:ext uri="{FF2B5EF4-FFF2-40B4-BE49-F238E27FC236}">
                <a16:creationId xmlns:a16="http://schemas.microsoft.com/office/drawing/2014/main" id="{D8123446-75C4-A1CE-30FE-C83890797487}"/>
              </a:ext>
            </a:extLst>
          </p:cNvPr>
          <p:cNvSpPr txBox="1">
            <a:spLocks noChangeArrowheads="1"/>
          </p:cNvSpPr>
          <p:nvPr/>
        </p:nvSpPr>
        <p:spPr bwMode="auto">
          <a:xfrm>
            <a:off x="858838" y="1752600"/>
            <a:ext cx="7980362" cy="502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r>
              <a:rPr lang="en-US" altLang="id-ID" sz="2300"/>
              <a:t>Let D be a training set of tuples and their associated class labels, and each tuple is represented by an n-D attribute vector </a:t>
            </a:r>
            <a:r>
              <a:rPr lang="en-US" altLang="id-ID" sz="2300" b="1"/>
              <a:t>X</a:t>
            </a:r>
            <a:r>
              <a:rPr lang="en-US" altLang="id-ID" sz="2300"/>
              <a:t> = (x</a:t>
            </a:r>
            <a:r>
              <a:rPr lang="en-US" altLang="id-ID" sz="2300" baseline="-25000"/>
              <a:t>1</a:t>
            </a:r>
            <a:r>
              <a:rPr lang="en-US" altLang="id-ID" sz="2300"/>
              <a:t>, x</a:t>
            </a:r>
            <a:r>
              <a:rPr lang="en-US" altLang="id-ID" sz="2300" baseline="-25000"/>
              <a:t>2</a:t>
            </a:r>
            <a:r>
              <a:rPr lang="en-US" altLang="id-ID" sz="2300"/>
              <a:t>, …, x</a:t>
            </a:r>
            <a:r>
              <a:rPr lang="en-US" altLang="id-ID" sz="2300" baseline="-25000"/>
              <a:t>n</a:t>
            </a:r>
            <a:r>
              <a:rPr lang="en-US" altLang="id-ID" sz="2300"/>
              <a:t>)</a:t>
            </a:r>
          </a:p>
          <a:p>
            <a:pPr eaLnBrk="1" hangingPunct="1"/>
            <a:r>
              <a:rPr lang="en-US" altLang="id-ID" sz="2300"/>
              <a:t>Suppose there are </a:t>
            </a:r>
            <a:r>
              <a:rPr lang="en-US" altLang="id-ID" sz="2300" i="1"/>
              <a:t>m</a:t>
            </a:r>
            <a:r>
              <a:rPr lang="en-US" altLang="id-ID" sz="2300"/>
              <a:t> classes C</a:t>
            </a:r>
            <a:r>
              <a:rPr lang="en-US" altLang="id-ID" sz="2300" baseline="-25000"/>
              <a:t>1</a:t>
            </a:r>
            <a:r>
              <a:rPr lang="en-US" altLang="id-ID" sz="2300"/>
              <a:t>, C</a:t>
            </a:r>
            <a:r>
              <a:rPr lang="en-US" altLang="id-ID" sz="2300" baseline="-25000"/>
              <a:t>2</a:t>
            </a:r>
            <a:r>
              <a:rPr lang="en-US" altLang="id-ID" sz="2300"/>
              <a:t>, …, C</a:t>
            </a:r>
            <a:r>
              <a:rPr lang="en-US" altLang="id-ID" sz="2300" baseline="-25000"/>
              <a:t>m</a:t>
            </a:r>
            <a:r>
              <a:rPr lang="en-US" altLang="id-ID" sz="2300"/>
              <a:t>.</a:t>
            </a:r>
          </a:p>
          <a:p>
            <a:pPr eaLnBrk="1" hangingPunct="1">
              <a:lnSpc>
                <a:spcPct val="90000"/>
              </a:lnSpc>
            </a:pPr>
            <a:r>
              <a:rPr lang="en-US" altLang="id-ID" sz="2300"/>
              <a:t>Classification is to derive the maximum posteriori, i.e., the maximal P(C</a:t>
            </a:r>
            <a:r>
              <a:rPr lang="en-US" altLang="id-ID" sz="2300" baseline="-25000"/>
              <a:t>i</a:t>
            </a:r>
            <a:r>
              <a:rPr lang="en-US" altLang="id-ID" sz="2300"/>
              <a:t>|</a:t>
            </a:r>
            <a:r>
              <a:rPr lang="en-US" altLang="id-ID" sz="2300" b="1"/>
              <a:t>X</a:t>
            </a:r>
            <a:r>
              <a:rPr lang="en-US" altLang="id-ID" sz="2300"/>
              <a:t>)</a:t>
            </a:r>
          </a:p>
          <a:p>
            <a:pPr eaLnBrk="1" hangingPunct="1">
              <a:lnSpc>
                <a:spcPct val="90000"/>
              </a:lnSpc>
            </a:pPr>
            <a:r>
              <a:rPr lang="en-US" altLang="id-ID" sz="2300"/>
              <a:t>This can be derived from Bayes’ theorem</a:t>
            </a:r>
          </a:p>
          <a:p>
            <a:pPr eaLnBrk="1" hangingPunct="1">
              <a:lnSpc>
                <a:spcPct val="90000"/>
              </a:lnSpc>
            </a:pPr>
            <a:endParaRPr lang="en-US" altLang="id-ID" sz="2300"/>
          </a:p>
          <a:p>
            <a:pPr eaLnBrk="1" hangingPunct="1">
              <a:lnSpc>
                <a:spcPct val="90000"/>
              </a:lnSpc>
            </a:pPr>
            <a:endParaRPr lang="en-US" altLang="id-ID" sz="2300"/>
          </a:p>
          <a:p>
            <a:pPr eaLnBrk="1" hangingPunct="1">
              <a:lnSpc>
                <a:spcPct val="90000"/>
              </a:lnSpc>
            </a:pPr>
            <a:r>
              <a:rPr lang="en-US" altLang="id-ID" sz="2300"/>
              <a:t>Since P(X) is constant for all classes, only needs to maximize:</a:t>
            </a:r>
          </a:p>
        </p:txBody>
      </p:sp>
      <p:graphicFrame>
        <p:nvGraphicFramePr>
          <p:cNvPr id="34821" name="Object 7">
            <a:extLst>
              <a:ext uri="{FF2B5EF4-FFF2-40B4-BE49-F238E27FC236}">
                <a16:creationId xmlns:a16="http://schemas.microsoft.com/office/drawing/2014/main" id="{DA0E25BE-7FCA-8E5D-A0EF-26D185234EE5}"/>
              </a:ext>
            </a:extLst>
          </p:cNvPr>
          <p:cNvGraphicFramePr>
            <a:graphicFrameLocks noChangeAspect="1"/>
          </p:cNvGraphicFramePr>
          <p:nvPr/>
        </p:nvGraphicFramePr>
        <p:xfrm>
          <a:off x="3019425" y="5683250"/>
          <a:ext cx="3659188" cy="596900"/>
        </p:xfrm>
        <a:graphic>
          <a:graphicData uri="http://schemas.openxmlformats.org/presentationml/2006/ole">
            <mc:AlternateContent xmlns:mc="http://schemas.openxmlformats.org/markup-compatibility/2006">
              <mc:Choice xmlns:v="urn:schemas-microsoft-com:vml" Requires="v">
                <p:oleObj name="Equation" r:id="rId2" imgW="2476500" imgH="381000" progId="Equation.3">
                  <p:embed/>
                </p:oleObj>
              </mc:Choice>
              <mc:Fallback>
                <p:oleObj name="Equation" r:id="rId2" imgW="2476500" imgH="381000" progId="Equation.3">
                  <p:embed/>
                  <p:pic>
                    <p:nvPicPr>
                      <p:cNvPr id="34821" name="Object 7">
                        <a:extLst>
                          <a:ext uri="{FF2B5EF4-FFF2-40B4-BE49-F238E27FC236}">
                            <a16:creationId xmlns:a16="http://schemas.microsoft.com/office/drawing/2014/main" id="{DA0E25BE-7FCA-8E5D-A0EF-26D185234EE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19425" y="5683250"/>
                        <a:ext cx="3659188" cy="596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4822" name="Object 5">
            <a:extLst>
              <a:ext uri="{FF2B5EF4-FFF2-40B4-BE49-F238E27FC236}">
                <a16:creationId xmlns:a16="http://schemas.microsoft.com/office/drawing/2014/main" id="{BB976C4A-0183-7A1F-FD5B-D744F9DFCB90}"/>
              </a:ext>
            </a:extLst>
          </p:cNvPr>
          <p:cNvGraphicFramePr>
            <a:graphicFrameLocks noGrp="1" noChangeAspect="1"/>
          </p:cNvGraphicFramePr>
          <p:nvPr>
            <p:ph idx="1"/>
          </p:nvPr>
        </p:nvGraphicFramePr>
        <p:xfrm>
          <a:off x="3200400" y="4367213"/>
          <a:ext cx="2968625" cy="814387"/>
        </p:xfrm>
        <a:graphic>
          <a:graphicData uri="http://schemas.openxmlformats.org/presentationml/2006/ole">
            <mc:AlternateContent xmlns:mc="http://schemas.openxmlformats.org/markup-compatibility/2006">
              <mc:Choice xmlns:v="urn:schemas-microsoft-com:vml" Requires="v">
                <p:oleObj name="Equation" r:id="rId4" imgW="2501900" imgH="647700" progId="Equation.3">
                  <p:embed/>
                </p:oleObj>
              </mc:Choice>
              <mc:Fallback>
                <p:oleObj name="Equation" r:id="rId4" imgW="2501900" imgH="647700" progId="Equation.3">
                  <p:embed/>
                  <p:pic>
                    <p:nvPicPr>
                      <p:cNvPr id="34822" name="Object 5">
                        <a:extLst>
                          <a:ext uri="{FF2B5EF4-FFF2-40B4-BE49-F238E27FC236}">
                            <a16:creationId xmlns:a16="http://schemas.microsoft.com/office/drawing/2014/main" id="{BB976C4A-0183-7A1F-FD5B-D744F9DFCB90}"/>
                          </a:ext>
                        </a:extLst>
                      </p:cNvPr>
                      <p:cNvPicPr>
                        <a:picLocks noGrp="1"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200400" y="4367213"/>
                        <a:ext cx="2968625" cy="814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ransition spd="slow">
    <p:split orient="vert"/>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Title 1">
            <a:extLst>
              <a:ext uri="{FF2B5EF4-FFF2-40B4-BE49-F238E27FC236}">
                <a16:creationId xmlns:a16="http://schemas.microsoft.com/office/drawing/2014/main" id="{A838181C-E996-DAAF-7333-A993E2A7964A}"/>
              </a:ext>
            </a:extLst>
          </p:cNvPr>
          <p:cNvSpPr>
            <a:spLocks noGrp="1"/>
          </p:cNvSpPr>
          <p:nvPr>
            <p:ph type="title"/>
          </p:nvPr>
        </p:nvSpPr>
        <p:spPr/>
        <p:txBody>
          <a:bodyPr/>
          <a:lstStyle/>
          <a:p>
            <a:r>
              <a:rPr lang="en-US" altLang="en-US">
                <a:latin typeface="Open Sans" panose="020B0606030504020204" pitchFamily="34" charset="0"/>
              </a:rPr>
              <a:t>Naïve Bayes Classifier</a:t>
            </a:r>
          </a:p>
        </p:txBody>
      </p:sp>
      <p:sp>
        <p:nvSpPr>
          <p:cNvPr id="35843" name="Slide Number Placeholder 3">
            <a:extLst>
              <a:ext uri="{FF2B5EF4-FFF2-40B4-BE49-F238E27FC236}">
                <a16:creationId xmlns:a16="http://schemas.microsoft.com/office/drawing/2014/main" id="{0AE3F720-DB0B-2816-75A0-034F491ABEE0}"/>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4F7EBB69-7C8D-446F-9B1A-085FE42E67CB}" type="slidenum">
              <a:rPr lang="en-US" altLang="en-US" sz="1200" smtClean="0">
                <a:solidFill>
                  <a:srgbClr val="898989"/>
                </a:solidFill>
              </a:rPr>
              <a:pPr>
                <a:spcBef>
                  <a:spcPct val="0"/>
                </a:spcBef>
                <a:buFontTx/>
                <a:buNone/>
              </a:pPr>
              <a:t>29</a:t>
            </a:fld>
            <a:endParaRPr lang="en-US" altLang="en-US" sz="1200">
              <a:solidFill>
                <a:srgbClr val="898989"/>
              </a:solidFill>
            </a:endParaRPr>
          </a:p>
        </p:txBody>
      </p:sp>
      <p:sp>
        <p:nvSpPr>
          <p:cNvPr id="35844" name="Rectangle 3">
            <a:extLst>
              <a:ext uri="{FF2B5EF4-FFF2-40B4-BE49-F238E27FC236}">
                <a16:creationId xmlns:a16="http://schemas.microsoft.com/office/drawing/2014/main" id="{C8B7E99D-B8B6-60A9-0680-0F61AA88F4FB}"/>
              </a:ext>
            </a:extLst>
          </p:cNvPr>
          <p:cNvSpPr txBox="1">
            <a:spLocks noChangeArrowheads="1"/>
          </p:cNvSpPr>
          <p:nvPr/>
        </p:nvSpPr>
        <p:spPr bwMode="auto">
          <a:xfrm>
            <a:off x="777875" y="1447800"/>
            <a:ext cx="8061325" cy="510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lnSpc>
                <a:spcPct val="90000"/>
              </a:lnSpc>
            </a:pPr>
            <a:r>
              <a:rPr lang="en-US" altLang="id-ID" sz="2300"/>
              <a:t>A simplified assumption: attributes are conditionally independent (i.e., no dependence relation between attributes):</a:t>
            </a:r>
          </a:p>
          <a:p>
            <a:pPr eaLnBrk="1" hangingPunct="1">
              <a:lnSpc>
                <a:spcPct val="90000"/>
              </a:lnSpc>
            </a:pPr>
            <a:endParaRPr lang="en-US" altLang="id-ID" sz="2300"/>
          </a:p>
          <a:p>
            <a:pPr eaLnBrk="1" hangingPunct="1">
              <a:lnSpc>
                <a:spcPct val="90000"/>
              </a:lnSpc>
            </a:pPr>
            <a:endParaRPr lang="id-ID" altLang="id-ID" sz="2300"/>
          </a:p>
          <a:p>
            <a:pPr eaLnBrk="1" hangingPunct="1">
              <a:lnSpc>
                <a:spcPct val="90000"/>
              </a:lnSpc>
            </a:pPr>
            <a:r>
              <a:rPr lang="en-US" altLang="id-ID" sz="2300"/>
              <a:t>This greatly reduces the computation cost: Only counts the class distribution</a:t>
            </a:r>
          </a:p>
          <a:p>
            <a:pPr eaLnBrk="1" hangingPunct="1">
              <a:lnSpc>
                <a:spcPct val="90000"/>
              </a:lnSpc>
            </a:pPr>
            <a:r>
              <a:rPr lang="en-US" altLang="id-ID" sz="2300"/>
              <a:t>If A</a:t>
            </a:r>
            <a:r>
              <a:rPr lang="en-US" altLang="id-ID" sz="2300" baseline="-25000"/>
              <a:t>k</a:t>
            </a:r>
            <a:r>
              <a:rPr lang="en-US" altLang="id-ID" sz="2300"/>
              <a:t> is categorical, P(x</a:t>
            </a:r>
            <a:r>
              <a:rPr lang="en-US" altLang="id-ID" sz="2300" baseline="-25000"/>
              <a:t>k</a:t>
            </a:r>
            <a:r>
              <a:rPr lang="en-US" altLang="id-ID" sz="2300"/>
              <a:t>|C</a:t>
            </a:r>
            <a:r>
              <a:rPr lang="en-US" altLang="id-ID" sz="2300" baseline="-25000"/>
              <a:t>i</a:t>
            </a:r>
            <a:r>
              <a:rPr lang="en-US" altLang="id-ID" sz="2300"/>
              <a:t>) is the # of tuples in C</a:t>
            </a:r>
            <a:r>
              <a:rPr lang="en-US" altLang="id-ID" sz="2300" baseline="-25000"/>
              <a:t>i</a:t>
            </a:r>
            <a:r>
              <a:rPr lang="en-US" altLang="id-ID" sz="2300"/>
              <a:t> having value x</a:t>
            </a:r>
            <a:r>
              <a:rPr lang="en-US" altLang="id-ID" sz="2300" baseline="-25000"/>
              <a:t>k</a:t>
            </a:r>
            <a:r>
              <a:rPr lang="en-US" altLang="id-ID" sz="2300"/>
              <a:t> for A</a:t>
            </a:r>
            <a:r>
              <a:rPr lang="en-US" altLang="id-ID" sz="2300" baseline="-25000"/>
              <a:t>k</a:t>
            </a:r>
            <a:r>
              <a:rPr lang="en-US" altLang="id-ID" sz="2300"/>
              <a:t> divided by |C</a:t>
            </a:r>
            <a:r>
              <a:rPr lang="en-US" altLang="id-ID" sz="2300" baseline="-25000"/>
              <a:t>i, D</a:t>
            </a:r>
            <a:r>
              <a:rPr lang="en-US" altLang="id-ID" sz="2300"/>
              <a:t>| (# of tuples of C</a:t>
            </a:r>
            <a:r>
              <a:rPr lang="en-US" altLang="id-ID" sz="2300" baseline="-25000"/>
              <a:t>i</a:t>
            </a:r>
            <a:r>
              <a:rPr lang="en-US" altLang="id-ID" sz="2300"/>
              <a:t> in D)</a:t>
            </a:r>
          </a:p>
          <a:p>
            <a:pPr eaLnBrk="1" hangingPunct="1">
              <a:lnSpc>
                <a:spcPct val="90000"/>
              </a:lnSpc>
            </a:pPr>
            <a:r>
              <a:rPr lang="en-US" altLang="id-ID" sz="2300"/>
              <a:t>If A</a:t>
            </a:r>
            <a:r>
              <a:rPr lang="en-US" altLang="id-ID" sz="2300" baseline="-25000"/>
              <a:t>k</a:t>
            </a:r>
            <a:r>
              <a:rPr lang="en-US" altLang="id-ID" sz="2300"/>
              <a:t> is continous-valued, P(x</a:t>
            </a:r>
            <a:r>
              <a:rPr lang="en-US" altLang="id-ID" sz="2300" baseline="-25000"/>
              <a:t>k</a:t>
            </a:r>
            <a:r>
              <a:rPr lang="en-US" altLang="id-ID" sz="2300"/>
              <a:t>|C</a:t>
            </a:r>
            <a:r>
              <a:rPr lang="en-US" altLang="id-ID" sz="2300" baseline="-25000"/>
              <a:t>i</a:t>
            </a:r>
            <a:r>
              <a:rPr lang="en-US" altLang="id-ID" sz="2300"/>
              <a:t>) is usually computed based on Gaussian distribution with a mean </a:t>
            </a:r>
            <a:r>
              <a:rPr lang="el-GR" altLang="id-ID" sz="2300"/>
              <a:t>μ</a:t>
            </a:r>
            <a:r>
              <a:rPr lang="en-US" altLang="id-ID" sz="2300"/>
              <a:t> and standard deviation </a:t>
            </a:r>
            <a:r>
              <a:rPr lang="el-GR" altLang="id-ID" sz="2300"/>
              <a:t>σ</a:t>
            </a:r>
          </a:p>
          <a:p>
            <a:pPr eaLnBrk="1" hangingPunct="1">
              <a:lnSpc>
                <a:spcPct val="90000"/>
              </a:lnSpc>
            </a:pPr>
            <a:endParaRPr lang="en-US" altLang="id-ID" sz="2300"/>
          </a:p>
          <a:p>
            <a:pPr lvl="1" eaLnBrk="1" hangingPunct="1">
              <a:lnSpc>
                <a:spcPct val="90000"/>
              </a:lnSpc>
              <a:buFont typeface="Wingdings" panose="05000000000000000000" pitchFamily="2" charset="2"/>
              <a:buNone/>
            </a:pPr>
            <a:r>
              <a:rPr lang="en-US" altLang="id-ID" sz="2300"/>
              <a:t>and P(x</a:t>
            </a:r>
            <a:r>
              <a:rPr lang="en-US" altLang="id-ID" sz="2300" baseline="-25000"/>
              <a:t>k</a:t>
            </a:r>
            <a:r>
              <a:rPr lang="en-US" altLang="id-ID" sz="2300"/>
              <a:t>|C</a:t>
            </a:r>
            <a:r>
              <a:rPr lang="en-US" altLang="id-ID" sz="2300" baseline="-25000"/>
              <a:t>i</a:t>
            </a:r>
            <a:r>
              <a:rPr lang="en-US" altLang="id-ID" sz="2300"/>
              <a:t>) is </a:t>
            </a:r>
          </a:p>
          <a:p>
            <a:pPr eaLnBrk="1" hangingPunct="1">
              <a:lnSpc>
                <a:spcPct val="90000"/>
              </a:lnSpc>
            </a:pPr>
            <a:endParaRPr lang="en-US" altLang="id-ID" sz="2300"/>
          </a:p>
        </p:txBody>
      </p:sp>
      <p:graphicFrame>
        <p:nvGraphicFramePr>
          <p:cNvPr id="35845" name="Object 12">
            <a:extLst>
              <a:ext uri="{FF2B5EF4-FFF2-40B4-BE49-F238E27FC236}">
                <a16:creationId xmlns:a16="http://schemas.microsoft.com/office/drawing/2014/main" id="{4B46CE94-36FE-268B-D4EF-F745FD1EF8C8}"/>
              </a:ext>
            </a:extLst>
          </p:cNvPr>
          <p:cNvGraphicFramePr>
            <a:graphicFrameLocks/>
          </p:cNvGraphicFramePr>
          <p:nvPr/>
        </p:nvGraphicFramePr>
        <p:xfrm>
          <a:off x="3478213" y="5105400"/>
          <a:ext cx="3227387" cy="925513"/>
        </p:xfrm>
        <a:graphic>
          <a:graphicData uri="http://schemas.openxmlformats.org/presentationml/2006/ole">
            <mc:AlternateContent xmlns:mc="http://schemas.openxmlformats.org/markup-compatibility/2006">
              <mc:Choice xmlns:v="urn:schemas-microsoft-com:vml" Requires="v">
                <p:oleObj name="Equation" r:id="rId2" imgW="1663700" imgH="482600" progId="Equation.3">
                  <p:embed/>
                </p:oleObj>
              </mc:Choice>
              <mc:Fallback>
                <p:oleObj name="Equation" r:id="rId2" imgW="1663700" imgH="482600" progId="Equation.3">
                  <p:embed/>
                  <p:pic>
                    <p:nvPicPr>
                      <p:cNvPr id="35845" name="Object 12">
                        <a:extLst>
                          <a:ext uri="{FF2B5EF4-FFF2-40B4-BE49-F238E27FC236}">
                            <a16:creationId xmlns:a16="http://schemas.microsoft.com/office/drawing/2014/main" id="{4B46CE94-36FE-268B-D4EF-F745FD1EF8C8}"/>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78213" y="5105400"/>
                        <a:ext cx="3227387" cy="925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5846" name="Object 14">
            <a:extLst>
              <a:ext uri="{FF2B5EF4-FFF2-40B4-BE49-F238E27FC236}">
                <a16:creationId xmlns:a16="http://schemas.microsoft.com/office/drawing/2014/main" id="{68BEE291-0A70-DCEE-C5C7-332328DA0EA0}"/>
              </a:ext>
            </a:extLst>
          </p:cNvPr>
          <p:cNvGraphicFramePr>
            <a:graphicFrameLocks/>
          </p:cNvGraphicFramePr>
          <p:nvPr/>
        </p:nvGraphicFramePr>
        <p:xfrm>
          <a:off x="3581400" y="6181725"/>
          <a:ext cx="2743200" cy="527050"/>
        </p:xfrm>
        <a:graphic>
          <a:graphicData uri="http://schemas.openxmlformats.org/presentationml/2006/ole">
            <mc:AlternateContent xmlns:mc="http://schemas.openxmlformats.org/markup-compatibility/2006">
              <mc:Choice xmlns:v="urn:schemas-microsoft-com:vml" Requires="v">
                <p:oleObj name="Equation" r:id="rId4" imgW="1625600" imgH="241300" progId="Equation.3">
                  <p:embed/>
                </p:oleObj>
              </mc:Choice>
              <mc:Fallback>
                <p:oleObj name="Equation" r:id="rId4" imgW="1625600" imgH="241300" progId="Equation.3">
                  <p:embed/>
                  <p:pic>
                    <p:nvPicPr>
                      <p:cNvPr id="35846" name="Object 14">
                        <a:extLst>
                          <a:ext uri="{FF2B5EF4-FFF2-40B4-BE49-F238E27FC236}">
                            <a16:creationId xmlns:a16="http://schemas.microsoft.com/office/drawing/2014/main" id="{68BEE291-0A70-DCEE-C5C7-332328DA0EA0}"/>
                          </a:ext>
                        </a:extLst>
                      </p:cNvPr>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581400" y="6181725"/>
                        <a:ext cx="2743200" cy="527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5847" name="Object 10">
            <a:extLst>
              <a:ext uri="{FF2B5EF4-FFF2-40B4-BE49-F238E27FC236}">
                <a16:creationId xmlns:a16="http://schemas.microsoft.com/office/drawing/2014/main" id="{B6E02116-7323-BE29-111C-31ABC1B0A92B}"/>
              </a:ext>
            </a:extLst>
          </p:cNvPr>
          <p:cNvGraphicFramePr>
            <a:graphicFrameLocks noGrp="1"/>
          </p:cNvGraphicFramePr>
          <p:nvPr>
            <p:ph idx="1"/>
          </p:nvPr>
        </p:nvGraphicFramePr>
        <p:xfrm>
          <a:off x="2189163" y="2073275"/>
          <a:ext cx="4973637" cy="746125"/>
        </p:xfrm>
        <a:graphic>
          <a:graphicData uri="http://schemas.openxmlformats.org/presentationml/2006/ole">
            <mc:AlternateContent xmlns:mc="http://schemas.openxmlformats.org/markup-compatibility/2006">
              <mc:Choice xmlns:v="urn:schemas-microsoft-com:vml" Requires="v">
                <p:oleObj name="Equation" r:id="rId6" imgW="4089400" imgH="508000" progId="Equation.3">
                  <p:embed/>
                </p:oleObj>
              </mc:Choice>
              <mc:Fallback>
                <p:oleObj name="Equation" r:id="rId6" imgW="4089400" imgH="508000" progId="Equation.3">
                  <p:embed/>
                  <p:pic>
                    <p:nvPicPr>
                      <p:cNvPr id="35847" name="Object 10">
                        <a:extLst>
                          <a:ext uri="{FF2B5EF4-FFF2-40B4-BE49-F238E27FC236}">
                            <a16:creationId xmlns:a16="http://schemas.microsoft.com/office/drawing/2014/main" id="{B6E02116-7323-BE29-111C-31ABC1B0A92B}"/>
                          </a:ext>
                        </a:extLst>
                      </p:cNvPr>
                      <p:cNvPicPr>
                        <a:picLocks noGrp="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189163" y="2073275"/>
                        <a:ext cx="4973637" cy="746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ransition spd="slow">
    <p:split orient="vert"/>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Title 1">
            <a:extLst>
              <a:ext uri="{FF2B5EF4-FFF2-40B4-BE49-F238E27FC236}">
                <a16:creationId xmlns:a16="http://schemas.microsoft.com/office/drawing/2014/main" id="{74E095AE-4E7B-CCCF-9242-E76C7A6C2E9A}"/>
              </a:ext>
            </a:extLst>
          </p:cNvPr>
          <p:cNvSpPr>
            <a:spLocks noGrp="1"/>
          </p:cNvSpPr>
          <p:nvPr>
            <p:ph type="title"/>
          </p:nvPr>
        </p:nvSpPr>
        <p:spPr>
          <a:xfrm>
            <a:off x="2057400" y="381000"/>
            <a:ext cx="6858000" cy="1143000"/>
          </a:xfrm>
        </p:spPr>
        <p:txBody>
          <a:bodyPr/>
          <a:lstStyle/>
          <a:p>
            <a:r>
              <a:rPr lang="en-US" altLang="en-US" sz="2800">
                <a:latin typeface="Open Sans" panose="020B0606030504020204" pitchFamily="34" charset="0"/>
              </a:rPr>
              <a:t>Naïve Bayes Classifier: Training Dataset</a:t>
            </a:r>
          </a:p>
        </p:txBody>
      </p:sp>
      <p:sp>
        <p:nvSpPr>
          <p:cNvPr id="36867" name="Slide Number Placeholder 3">
            <a:extLst>
              <a:ext uri="{FF2B5EF4-FFF2-40B4-BE49-F238E27FC236}">
                <a16:creationId xmlns:a16="http://schemas.microsoft.com/office/drawing/2014/main" id="{E483CDD1-94E8-BD8B-73C1-C88279D55D7B}"/>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E7ECBF52-2F30-47CD-A682-3A736D9092D9}" type="slidenum">
              <a:rPr lang="en-US" altLang="en-US" sz="1200" smtClean="0">
                <a:solidFill>
                  <a:srgbClr val="898989"/>
                </a:solidFill>
              </a:rPr>
              <a:pPr>
                <a:spcBef>
                  <a:spcPct val="0"/>
                </a:spcBef>
                <a:buFontTx/>
                <a:buNone/>
              </a:pPr>
              <a:t>30</a:t>
            </a:fld>
            <a:endParaRPr lang="en-US" altLang="en-US" sz="1200">
              <a:solidFill>
                <a:srgbClr val="898989"/>
              </a:solidFill>
            </a:endParaRPr>
          </a:p>
        </p:txBody>
      </p:sp>
      <p:graphicFrame>
        <p:nvGraphicFramePr>
          <p:cNvPr id="36868" name="Object 5">
            <a:extLst>
              <a:ext uri="{FF2B5EF4-FFF2-40B4-BE49-F238E27FC236}">
                <a16:creationId xmlns:a16="http://schemas.microsoft.com/office/drawing/2014/main" id="{A64C872C-1CC9-2661-CC33-E800C4B29382}"/>
              </a:ext>
            </a:extLst>
          </p:cNvPr>
          <p:cNvGraphicFramePr>
            <a:graphicFrameLocks noGrp="1"/>
          </p:cNvGraphicFramePr>
          <p:nvPr>
            <p:ph idx="1"/>
          </p:nvPr>
        </p:nvGraphicFramePr>
        <p:xfrm>
          <a:off x="4716463" y="1546225"/>
          <a:ext cx="4165600" cy="4425950"/>
        </p:xfrm>
        <a:graphic>
          <a:graphicData uri="http://schemas.openxmlformats.org/presentationml/2006/ole">
            <mc:AlternateContent xmlns:mc="http://schemas.openxmlformats.org/markup-compatibility/2006">
              <mc:Choice xmlns:v="urn:schemas-microsoft-com:vml" Requires="v">
                <p:oleObj name="Worksheet" r:id="rId2" imgW="4324438" imgH="4457652" progId="Excel.Sheet.8">
                  <p:embed/>
                </p:oleObj>
              </mc:Choice>
              <mc:Fallback>
                <p:oleObj name="Worksheet" r:id="rId2" imgW="4324438" imgH="4457652" progId="Excel.Sheet.8">
                  <p:embed/>
                  <p:pic>
                    <p:nvPicPr>
                      <p:cNvPr id="36868" name="Object 5">
                        <a:extLst>
                          <a:ext uri="{FF2B5EF4-FFF2-40B4-BE49-F238E27FC236}">
                            <a16:creationId xmlns:a16="http://schemas.microsoft.com/office/drawing/2014/main" id="{A64C872C-1CC9-2661-CC33-E800C4B29382}"/>
                          </a:ext>
                        </a:extLst>
                      </p:cNvPr>
                      <p:cNvPicPr>
                        <a:picLocks noGrp="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16463" y="1546225"/>
                        <a:ext cx="4165600" cy="4425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6869" name="Text Box 4">
            <a:extLst>
              <a:ext uri="{FF2B5EF4-FFF2-40B4-BE49-F238E27FC236}">
                <a16:creationId xmlns:a16="http://schemas.microsoft.com/office/drawing/2014/main" id="{06FC289E-CDBE-E7DF-EE53-8B656FB353A0}"/>
              </a:ext>
            </a:extLst>
          </p:cNvPr>
          <p:cNvSpPr txBox="1">
            <a:spLocks noChangeArrowheads="1"/>
          </p:cNvSpPr>
          <p:nvPr/>
        </p:nvSpPr>
        <p:spPr bwMode="auto">
          <a:xfrm>
            <a:off x="914400" y="1966913"/>
            <a:ext cx="3513138" cy="3554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0165" tIns="40083" rIns="80165" bIns="40083">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lnSpc>
                <a:spcPct val="110000"/>
              </a:lnSpc>
              <a:spcBef>
                <a:spcPct val="0"/>
              </a:spcBef>
              <a:buFontTx/>
              <a:buNone/>
            </a:pPr>
            <a:r>
              <a:rPr lang="en-US" altLang="id-ID" sz="2300">
                <a:latin typeface="Open Sans" panose="020B0606030504020204" pitchFamily="34" charset="0"/>
              </a:rPr>
              <a:t>Class:</a:t>
            </a:r>
          </a:p>
          <a:p>
            <a:pPr eaLnBrk="1" hangingPunct="1">
              <a:lnSpc>
                <a:spcPct val="110000"/>
              </a:lnSpc>
              <a:spcBef>
                <a:spcPct val="0"/>
              </a:spcBef>
              <a:buFontTx/>
              <a:buNone/>
            </a:pPr>
            <a:r>
              <a:rPr lang="en-US" altLang="id-ID" sz="2300">
                <a:latin typeface="Open Sans" panose="020B0606030504020204" pitchFamily="34" charset="0"/>
              </a:rPr>
              <a:t>C1:buys_computer = ‘yes’</a:t>
            </a:r>
          </a:p>
          <a:p>
            <a:pPr eaLnBrk="1" hangingPunct="1">
              <a:lnSpc>
                <a:spcPct val="110000"/>
              </a:lnSpc>
              <a:spcBef>
                <a:spcPct val="0"/>
              </a:spcBef>
              <a:buFontTx/>
              <a:buNone/>
            </a:pPr>
            <a:r>
              <a:rPr lang="en-US" altLang="id-ID" sz="2300">
                <a:latin typeface="Open Sans" panose="020B0606030504020204" pitchFamily="34" charset="0"/>
              </a:rPr>
              <a:t>C2:buys_computer = ‘no’</a:t>
            </a:r>
          </a:p>
          <a:p>
            <a:pPr eaLnBrk="1" hangingPunct="1">
              <a:lnSpc>
                <a:spcPct val="110000"/>
              </a:lnSpc>
              <a:spcBef>
                <a:spcPct val="0"/>
              </a:spcBef>
              <a:buFontTx/>
              <a:buNone/>
            </a:pPr>
            <a:endParaRPr lang="en-US" altLang="id-ID" sz="2300">
              <a:latin typeface="Open Sans" panose="020B0606030504020204" pitchFamily="34" charset="0"/>
            </a:endParaRPr>
          </a:p>
          <a:p>
            <a:pPr eaLnBrk="1" hangingPunct="1">
              <a:lnSpc>
                <a:spcPct val="110000"/>
              </a:lnSpc>
              <a:spcBef>
                <a:spcPct val="0"/>
              </a:spcBef>
              <a:buFontTx/>
              <a:buNone/>
            </a:pPr>
            <a:r>
              <a:rPr lang="en-US" altLang="id-ID" sz="2300">
                <a:latin typeface="Open Sans" panose="020B0606030504020204" pitchFamily="34" charset="0"/>
              </a:rPr>
              <a:t>Data to be classified: </a:t>
            </a:r>
          </a:p>
          <a:p>
            <a:pPr eaLnBrk="1" hangingPunct="1">
              <a:lnSpc>
                <a:spcPct val="110000"/>
              </a:lnSpc>
              <a:spcBef>
                <a:spcPct val="0"/>
              </a:spcBef>
              <a:buFontTx/>
              <a:buNone/>
            </a:pPr>
            <a:r>
              <a:rPr lang="en-US" altLang="id-ID" sz="2300">
                <a:latin typeface="Open Sans" panose="020B0606030504020204" pitchFamily="34" charset="0"/>
              </a:rPr>
              <a:t>X = (age &lt;=30, </a:t>
            </a:r>
          </a:p>
          <a:p>
            <a:pPr eaLnBrk="1" hangingPunct="1">
              <a:lnSpc>
                <a:spcPct val="110000"/>
              </a:lnSpc>
              <a:spcBef>
                <a:spcPct val="0"/>
              </a:spcBef>
              <a:buFontTx/>
              <a:buNone/>
            </a:pPr>
            <a:r>
              <a:rPr lang="en-US" altLang="id-ID" sz="2300">
                <a:latin typeface="Open Sans" panose="020B0606030504020204" pitchFamily="34" charset="0"/>
              </a:rPr>
              <a:t>income = medium, student = yes</a:t>
            </a:r>
          </a:p>
          <a:p>
            <a:pPr eaLnBrk="1" hangingPunct="1">
              <a:lnSpc>
                <a:spcPct val="110000"/>
              </a:lnSpc>
              <a:spcBef>
                <a:spcPct val="0"/>
              </a:spcBef>
              <a:buFontTx/>
              <a:buNone/>
            </a:pPr>
            <a:r>
              <a:rPr lang="en-US" altLang="id-ID" sz="2300">
                <a:latin typeface="Open Sans" panose="020B0606030504020204" pitchFamily="34" charset="0"/>
              </a:rPr>
              <a:t>credit_rating = fair)</a:t>
            </a:r>
          </a:p>
        </p:txBody>
      </p:sp>
    </p:spTree>
  </p:cSld>
  <p:clrMapOvr>
    <a:masterClrMapping/>
  </p:clrMapOvr>
  <p:transition spd="slow">
    <p:split orient="vert"/>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C1A3B4-CEB9-FEC7-8C68-4EF3CFA50648}"/>
              </a:ext>
            </a:extLst>
          </p:cNvPr>
          <p:cNvSpPr>
            <a:spLocks noGrp="1"/>
          </p:cNvSpPr>
          <p:nvPr>
            <p:ph type="title"/>
          </p:nvPr>
        </p:nvSpPr>
        <p:spPr>
          <a:xfrm>
            <a:off x="2057400" y="119063"/>
            <a:ext cx="6324600" cy="1143000"/>
          </a:xfrm>
        </p:spPr>
        <p:txBody>
          <a:bodyPr>
            <a:normAutofit fontScale="90000"/>
          </a:bodyPr>
          <a:lstStyle/>
          <a:p>
            <a:pPr>
              <a:defRPr/>
            </a:pPr>
            <a:r>
              <a:rPr lang="en-US" dirty="0"/>
              <a:t>Naïve Bayes Classifier: Example</a:t>
            </a:r>
          </a:p>
        </p:txBody>
      </p:sp>
      <p:sp>
        <p:nvSpPr>
          <p:cNvPr id="37891" name="Slide Number Placeholder 3">
            <a:extLst>
              <a:ext uri="{FF2B5EF4-FFF2-40B4-BE49-F238E27FC236}">
                <a16:creationId xmlns:a16="http://schemas.microsoft.com/office/drawing/2014/main" id="{39656B24-9938-6E7E-906C-B81E633426DE}"/>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8DB33399-EDAF-40A9-B23B-54CA55083DE7}" type="slidenum">
              <a:rPr lang="en-US" altLang="en-US" sz="1200" smtClean="0">
                <a:solidFill>
                  <a:srgbClr val="898989"/>
                </a:solidFill>
              </a:rPr>
              <a:pPr>
                <a:spcBef>
                  <a:spcPct val="0"/>
                </a:spcBef>
                <a:buFontTx/>
                <a:buNone/>
              </a:pPr>
              <a:t>31</a:t>
            </a:fld>
            <a:endParaRPr lang="en-US" altLang="en-US" sz="1200">
              <a:solidFill>
                <a:srgbClr val="898989"/>
              </a:solidFill>
            </a:endParaRPr>
          </a:p>
        </p:txBody>
      </p:sp>
      <p:sp>
        <p:nvSpPr>
          <p:cNvPr id="5" name="Rectangle 3">
            <a:extLst>
              <a:ext uri="{FF2B5EF4-FFF2-40B4-BE49-F238E27FC236}">
                <a16:creationId xmlns:a16="http://schemas.microsoft.com/office/drawing/2014/main" id="{BF44A1A9-A252-B493-EA94-F82ECE884860}"/>
              </a:ext>
            </a:extLst>
          </p:cNvPr>
          <p:cNvSpPr>
            <a:spLocks noGrp="1" noChangeArrowheads="1"/>
          </p:cNvSpPr>
          <p:nvPr>
            <p:ph idx="1"/>
          </p:nvPr>
        </p:nvSpPr>
        <p:spPr>
          <a:xfrm>
            <a:off x="533400" y="1447800"/>
            <a:ext cx="8504238" cy="5257800"/>
          </a:xfrm>
        </p:spPr>
        <p:txBody>
          <a:bodyPr>
            <a:normAutofit fontScale="92500" lnSpcReduction="10000"/>
          </a:bodyPr>
          <a:lstStyle/>
          <a:p>
            <a:pPr eaLnBrk="1" hangingPunct="1">
              <a:lnSpc>
                <a:spcPct val="90000"/>
              </a:lnSpc>
              <a:defRPr/>
            </a:pPr>
            <a:r>
              <a:rPr lang="en-US" altLang="id-ID" sz="1800" dirty="0"/>
              <a:t>P(C</a:t>
            </a:r>
            <a:r>
              <a:rPr lang="en-US" altLang="id-ID" sz="1800" baseline="-25000" dirty="0"/>
              <a:t>i</a:t>
            </a:r>
            <a:r>
              <a:rPr lang="en-US" altLang="id-ID" sz="1800" dirty="0"/>
              <a:t>):    P(</a:t>
            </a:r>
            <a:r>
              <a:rPr lang="en-US" altLang="id-ID" sz="1800" dirty="0" err="1"/>
              <a:t>buys_computer</a:t>
            </a:r>
            <a:r>
              <a:rPr lang="en-US" altLang="id-ID" sz="1800" dirty="0"/>
              <a:t> = “yes”)  = 9/14 = 0.643</a:t>
            </a:r>
          </a:p>
          <a:p>
            <a:pPr eaLnBrk="1" hangingPunct="1">
              <a:lnSpc>
                <a:spcPct val="90000"/>
              </a:lnSpc>
              <a:buFont typeface="Wingdings" panose="05000000000000000000" pitchFamily="2" charset="2"/>
              <a:buNone/>
              <a:defRPr/>
            </a:pPr>
            <a:r>
              <a:rPr lang="en-US" altLang="id-ID" sz="1800" dirty="0"/>
              <a:t>                   P(</a:t>
            </a:r>
            <a:r>
              <a:rPr lang="en-US" altLang="id-ID" sz="1800" dirty="0" err="1"/>
              <a:t>buys_computer</a:t>
            </a:r>
            <a:r>
              <a:rPr lang="en-US" altLang="id-ID" sz="1800" dirty="0"/>
              <a:t> = “no”) = 5/14= 0.357</a:t>
            </a:r>
          </a:p>
          <a:p>
            <a:pPr eaLnBrk="1" hangingPunct="1">
              <a:lnSpc>
                <a:spcPct val="90000"/>
              </a:lnSpc>
              <a:buFont typeface="Wingdings" panose="05000000000000000000" pitchFamily="2" charset="2"/>
              <a:buNone/>
              <a:defRPr/>
            </a:pPr>
            <a:endParaRPr lang="en-US" altLang="id-ID" sz="1800" dirty="0"/>
          </a:p>
          <a:p>
            <a:pPr eaLnBrk="1" hangingPunct="1">
              <a:lnSpc>
                <a:spcPct val="90000"/>
              </a:lnSpc>
              <a:defRPr/>
            </a:pPr>
            <a:r>
              <a:rPr lang="en-US" altLang="id-ID" sz="1800" dirty="0"/>
              <a:t>Compute P(</a:t>
            </a:r>
            <a:r>
              <a:rPr lang="en-US" altLang="id-ID" sz="1800" dirty="0" err="1"/>
              <a:t>X|C</a:t>
            </a:r>
            <a:r>
              <a:rPr lang="en-US" altLang="id-ID" sz="1800" baseline="-25000" dirty="0" err="1"/>
              <a:t>i</a:t>
            </a:r>
            <a:r>
              <a:rPr lang="en-US" altLang="id-ID" sz="1800" dirty="0"/>
              <a:t>) for each class</a:t>
            </a:r>
          </a:p>
          <a:p>
            <a:pPr marL="511175" lvl="1" indent="-53975" eaLnBrk="1" hangingPunct="1">
              <a:lnSpc>
                <a:spcPct val="90000"/>
              </a:lnSpc>
              <a:buFont typeface="Wingdings" panose="05000000000000000000" pitchFamily="2" charset="2"/>
              <a:buNone/>
              <a:defRPr/>
            </a:pPr>
            <a:r>
              <a:rPr lang="en-US" altLang="id-ID" sz="1800" dirty="0"/>
              <a:t>  P(age = “&lt;=30” | </a:t>
            </a:r>
            <a:r>
              <a:rPr lang="en-US" altLang="id-ID" sz="1800" dirty="0" err="1"/>
              <a:t>buys_computer</a:t>
            </a:r>
            <a:r>
              <a:rPr lang="en-US" altLang="id-ID" sz="1800" dirty="0"/>
              <a:t> = “yes”)  = 2/9 = 0.222</a:t>
            </a:r>
          </a:p>
          <a:p>
            <a:pPr marL="511175" lvl="1" indent="-53975" eaLnBrk="1" hangingPunct="1">
              <a:lnSpc>
                <a:spcPct val="90000"/>
              </a:lnSpc>
              <a:buFont typeface="Wingdings" panose="05000000000000000000" pitchFamily="2" charset="2"/>
              <a:buNone/>
              <a:defRPr/>
            </a:pPr>
            <a:r>
              <a:rPr lang="en-US" altLang="id-ID" sz="1800" dirty="0"/>
              <a:t>  P(age = “&lt;= 30” | </a:t>
            </a:r>
            <a:r>
              <a:rPr lang="en-US" altLang="id-ID" sz="1800" dirty="0" err="1"/>
              <a:t>buys_computer</a:t>
            </a:r>
            <a:r>
              <a:rPr lang="en-US" altLang="id-ID" sz="1800" dirty="0"/>
              <a:t> = “no”) = 3/5 = 0.6</a:t>
            </a:r>
          </a:p>
          <a:p>
            <a:pPr marL="511175" lvl="1" indent="-53975" eaLnBrk="1" hangingPunct="1">
              <a:lnSpc>
                <a:spcPct val="90000"/>
              </a:lnSpc>
              <a:buFont typeface="Wingdings" panose="05000000000000000000" pitchFamily="2" charset="2"/>
              <a:buNone/>
              <a:defRPr/>
            </a:pPr>
            <a:r>
              <a:rPr lang="en-US" altLang="id-ID" sz="1800" dirty="0"/>
              <a:t>  P(income = “medium” | </a:t>
            </a:r>
            <a:r>
              <a:rPr lang="en-US" altLang="id-ID" sz="1800" dirty="0" err="1"/>
              <a:t>buys_computer</a:t>
            </a:r>
            <a:r>
              <a:rPr lang="en-US" altLang="id-ID" sz="1800" dirty="0"/>
              <a:t> = “yes”) = 4/9 = 0.444</a:t>
            </a:r>
          </a:p>
          <a:p>
            <a:pPr marL="511175" lvl="1" indent="-53975" eaLnBrk="1" hangingPunct="1">
              <a:lnSpc>
                <a:spcPct val="90000"/>
              </a:lnSpc>
              <a:buFont typeface="Wingdings" panose="05000000000000000000" pitchFamily="2" charset="2"/>
              <a:buNone/>
              <a:defRPr/>
            </a:pPr>
            <a:r>
              <a:rPr lang="en-US" altLang="id-ID" sz="1800" dirty="0"/>
              <a:t>  P(income = “medium” | </a:t>
            </a:r>
            <a:r>
              <a:rPr lang="en-US" altLang="id-ID" sz="1800" dirty="0" err="1"/>
              <a:t>buys_computer</a:t>
            </a:r>
            <a:r>
              <a:rPr lang="en-US" altLang="id-ID" sz="1800" dirty="0"/>
              <a:t> = “no”) = 2/5 = 0.4</a:t>
            </a:r>
          </a:p>
          <a:p>
            <a:pPr marL="511175" lvl="1" indent="-53975" eaLnBrk="1" hangingPunct="1">
              <a:lnSpc>
                <a:spcPct val="90000"/>
              </a:lnSpc>
              <a:buFont typeface="Wingdings" panose="05000000000000000000" pitchFamily="2" charset="2"/>
              <a:buNone/>
              <a:defRPr/>
            </a:pPr>
            <a:r>
              <a:rPr lang="en-US" altLang="id-ID" sz="1800" dirty="0"/>
              <a:t>  P(student = “yes” | </a:t>
            </a:r>
            <a:r>
              <a:rPr lang="en-US" altLang="id-ID" sz="1800" dirty="0" err="1"/>
              <a:t>buys_computer</a:t>
            </a:r>
            <a:r>
              <a:rPr lang="en-US" altLang="id-ID" sz="1800" dirty="0"/>
              <a:t> = “yes) = 6/9 = 0.667</a:t>
            </a:r>
          </a:p>
          <a:p>
            <a:pPr marL="511175" lvl="1" indent="-53975" eaLnBrk="1" hangingPunct="1">
              <a:lnSpc>
                <a:spcPct val="90000"/>
              </a:lnSpc>
              <a:buFont typeface="Wingdings" panose="05000000000000000000" pitchFamily="2" charset="2"/>
              <a:buNone/>
              <a:defRPr/>
            </a:pPr>
            <a:r>
              <a:rPr lang="en-US" altLang="id-ID" sz="1800" dirty="0"/>
              <a:t>  P(student = “yes” | </a:t>
            </a:r>
            <a:r>
              <a:rPr lang="en-US" altLang="id-ID" sz="1800" dirty="0" err="1"/>
              <a:t>buys_computer</a:t>
            </a:r>
            <a:r>
              <a:rPr lang="en-US" altLang="id-ID" sz="1800" dirty="0"/>
              <a:t> = “no”) = 1/5 = 0.2</a:t>
            </a:r>
          </a:p>
          <a:p>
            <a:pPr marL="511175" lvl="1" indent="-53975" eaLnBrk="1" hangingPunct="1">
              <a:lnSpc>
                <a:spcPct val="90000"/>
              </a:lnSpc>
              <a:buFont typeface="Wingdings" panose="05000000000000000000" pitchFamily="2" charset="2"/>
              <a:buNone/>
              <a:defRPr/>
            </a:pPr>
            <a:r>
              <a:rPr lang="en-US" altLang="id-ID" sz="1800" dirty="0"/>
              <a:t>  P(</a:t>
            </a:r>
            <a:r>
              <a:rPr lang="en-US" altLang="id-ID" sz="1800" dirty="0" err="1"/>
              <a:t>credit_rating</a:t>
            </a:r>
            <a:r>
              <a:rPr lang="en-US" altLang="id-ID" sz="1800" dirty="0"/>
              <a:t> = “fair” | </a:t>
            </a:r>
            <a:r>
              <a:rPr lang="en-US" altLang="id-ID" sz="1800" dirty="0" err="1"/>
              <a:t>buys_computer</a:t>
            </a:r>
            <a:r>
              <a:rPr lang="en-US" altLang="id-ID" sz="1800" dirty="0"/>
              <a:t> = “yes”) = 6/9 = 0.667</a:t>
            </a:r>
          </a:p>
          <a:p>
            <a:pPr marL="511175" lvl="1" indent="-53975" eaLnBrk="1" hangingPunct="1">
              <a:lnSpc>
                <a:spcPct val="90000"/>
              </a:lnSpc>
              <a:buFont typeface="Wingdings" panose="05000000000000000000" pitchFamily="2" charset="2"/>
              <a:buNone/>
              <a:defRPr/>
            </a:pPr>
            <a:r>
              <a:rPr lang="en-US" altLang="id-ID" sz="1800" dirty="0"/>
              <a:t>  P(</a:t>
            </a:r>
            <a:r>
              <a:rPr lang="en-US" altLang="id-ID" sz="1800" dirty="0" err="1"/>
              <a:t>credit_rating</a:t>
            </a:r>
            <a:r>
              <a:rPr lang="en-US" altLang="id-ID" sz="1800" dirty="0"/>
              <a:t> = “fair” | </a:t>
            </a:r>
            <a:r>
              <a:rPr lang="en-US" altLang="id-ID" sz="1800" dirty="0" err="1"/>
              <a:t>buys_computer</a:t>
            </a:r>
            <a:r>
              <a:rPr lang="en-US" altLang="id-ID" sz="1800" dirty="0"/>
              <a:t> = “no”) = 2/5 = 0.4</a:t>
            </a:r>
          </a:p>
          <a:p>
            <a:pPr eaLnBrk="1" hangingPunct="1">
              <a:lnSpc>
                <a:spcPct val="90000"/>
              </a:lnSpc>
              <a:defRPr/>
            </a:pPr>
            <a:r>
              <a:rPr lang="en-US" altLang="id-ID" sz="1800" b="1" dirty="0"/>
              <a:t> X = (age &lt;= 30 , income = medium, student = yes, </a:t>
            </a:r>
            <a:r>
              <a:rPr lang="en-US" altLang="id-ID" sz="1800" b="1" dirty="0" err="1"/>
              <a:t>credit_rating</a:t>
            </a:r>
            <a:r>
              <a:rPr lang="en-US" altLang="id-ID" sz="1800" b="1" dirty="0"/>
              <a:t> = fair)</a:t>
            </a:r>
          </a:p>
          <a:p>
            <a:pPr eaLnBrk="1" hangingPunct="1">
              <a:lnSpc>
                <a:spcPct val="90000"/>
              </a:lnSpc>
              <a:defRPr/>
            </a:pPr>
            <a:endParaRPr lang="en-US" altLang="id-ID" sz="1800" b="1" dirty="0"/>
          </a:p>
          <a:p>
            <a:pPr eaLnBrk="1" hangingPunct="1">
              <a:lnSpc>
                <a:spcPct val="90000"/>
              </a:lnSpc>
              <a:buFont typeface="Wingdings" panose="05000000000000000000" pitchFamily="2" charset="2"/>
              <a:buNone/>
              <a:defRPr/>
            </a:pPr>
            <a:r>
              <a:rPr lang="en-US" altLang="id-ID" sz="1800" dirty="0"/>
              <a:t> </a:t>
            </a:r>
            <a:r>
              <a:rPr lang="en-US" altLang="id-ID" sz="1800" b="1" dirty="0"/>
              <a:t>P(</a:t>
            </a:r>
            <a:r>
              <a:rPr lang="en-US" altLang="id-ID" sz="1800" b="1" dirty="0" err="1"/>
              <a:t>X|C</a:t>
            </a:r>
            <a:r>
              <a:rPr lang="en-US" altLang="id-ID" sz="1800" b="1" baseline="-25000" dirty="0" err="1"/>
              <a:t>i</a:t>
            </a:r>
            <a:r>
              <a:rPr lang="en-US" altLang="id-ID" sz="1800" b="1" dirty="0"/>
              <a:t>) :</a:t>
            </a:r>
            <a:r>
              <a:rPr lang="en-US" altLang="id-ID" sz="1800" dirty="0"/>
              <a:t> P(</a:t>
            </a:r>
            <a:r>
              <a:rPr lang="en-US" altLang="id-ID" sz="1800" dirty="0" err="1"/>
              <a:t>X|buys_computer</a:t>
            </a:r>
            <a:r>
              <a:rPr lang="en-US" altLang="id-ID" sz="1800" dirty="0"/>
              <a:t> = “yes”) = 0.222 x 0.444 x 0.667 x 0.667 = 0.044</a:t>
            </a:r>
          </a:p>
          <a:p>
            <a:pPr eaLnBrk="1" hangingPunct="1">
              <a:lnSpc>
                <a:spcPct val="90000"/>
              </a:lnSpc>
              <a:buFont typeface="Wingdings" panose="05000000000000000000" pitchFamily="2" charset="2"/>
              <a:buNone/>
              <a:defRPr/>
            </a:pPr>
            <a:r>
              <a:rPr lang="en-US" altLang="id-ID" sz="1800" dirty="0"/>
              <a:t>                P(</a:t>
            </a:r>
            <a:r>
              <a:rPr lang="en-US" altLang="id-ID" sz="1800" dirty="0" err="1"/>
              <a:t>X|buys_computer</a:t>
            </a:r>
            <a:r>
              <a:rPr lang="en-US" altLang="id-ID" sz="1800" dirty="0"/>
              <a:t> = “no”) = 0.6 x 0.4 x 0.2 x 0.4 = 0.019</a:t>
            </a:r>
          </a:p>
          <a:p>
            <a:pPr eaLnBrk="1" hangingPunct="1">
              <a:lnSpc>
                <a:spcPct val="90000"/>
              </a:lnSpc>
              <a:buFont typeface="Wingdings" panose="05000000000000000000" pitchFamily="2" charset="2"/>
              <a:buNone/>
              <a:defRPr/>
            </a:pPr>
            <a:endParaRPr lang="en-US" altLang="id-ID" sz="1800" dirty="0"/>
          </a:p>
          <a:p>
            <a:pPr eaLnBrk="1" hangingPunct="1">
              <a:lnSpc>
                <a:spcPct val="90000"/>
              </a:lnSpc>
              <a:buFont typeface="Wingdings" panose="05000000000000000000" pitchFamily="2" charset="2"/>
              <a:buNone/>
              <a:defRPr/>
            </a:pPr>
            <a:r>
              <a:rPr lang="en-US" altLang="id-ID" sz="1800" b="1" dirty="0"/>
              <a:t>P(</a:t>
            </a:r>
            <a:r>
              <a:rPr lang="en-US" altLang="id-ID" sz="1800" b="1" dirty="0" err="1"/>
              <a:t>X|C</a:t>
            </a:r>
            <a:r>
              <a:rPr lang="en-US" altLang="id-ID" sz="1800" b="1" baseline="-25000" dirty="0" err="1"/>
              <a:t>i</a:t>
            </a:r>
            <a:r>
              <a:rPr lang="en-US" altLang="id-ID" sz="1800" b="1" dirty="0"/>
              <a:t>)*P(C</a:t>
            </a:r>
            <a:r>
              <a:rPr lang="en-US" altLang="id-ID" sz="1800" b="1" baseline="-25000" dirty="0"/>
              <a:t>i</a:t>
            </a:r>
            <a:r>
              <a:rPr lang="en-US" altLang="id-ID" sz="1800" b="1" dirty="0"/>
              <a:t>) : </a:t>
            </a:r>
            <a:r>
              <a:rPr lang="en-US" altLang="id-ID" sz="1800" dirty="0"/>
              <a:t>P(</a:t>
            </a:r>
            <a:r>
              <a:rPr lang="en-US" altLang="id-ID" sz="1800" dirty="0" err="1"/>
              <a:t>X|buys_computer</a:t>
            </a:r>
            <a:r>
              <a:rPr lang="en-US" altLang="id-ID" sz="1800" dirty="0"/>
              <a:t> = “yes”) * P(</a:t>
            </a:r>
            <a:r>
              <a:rPr lang="en-US" altLang="id-ID" sz="1800" dirty="0" err="1"/>
              <a:t>buys_computer</a:t>
            </a:r>
            <a:r>
              <a:rPr lang="en-US" altLang="id-ID" sz="1800" dirty="0"/>
              <a:t> = “yes”) = 0.028</a:t>
            </a:r>
          </a:p>
          <a:p>
            <a:pPr eaLnBrk="1" hangingPunct="1">
              <a:lnSpc>
                <a:spcPct val="90000"/>
              </a:lnSpc>
              <a:buFont typeface="Wingdings" panose="05000000000000000000" pitchFamily="2" charset="2"/>
              <a:buNone/>
              <a:defRPr/>
            </a:pPr>
            <a:r>
              <a:rPr lang="en-US" altLang="id-ID" sz="1800" b="1" dirty="0"/>
              <a:t>		             </a:t>
            </a:r>
            <a:r>
              <a:rPr lang="en-US" altLang="id-ID" sz="1800" dirty="0"/>
              <a:t>P(</a:t>
            </a:r>
            <a:r>
              <a:rPr lang="en-US" altLang="id-ID" sz="1800" dirty="0" err="1"/>
              <a:t>X|buys_computer</a:t>
            </a:r>
            <a:r>
              <a:rPr lang="en-US" altLang="id-ID" sz="1800" dirty="0"/>
              <a:t> = “no”) * P(</a:t>
            </a:r>
            <a:r>
              <a:rPr lang="en-US" altLang="id-ID" sz="1800" dirty="0" err="1"/>
              <a:t>buys_computer</a:t>
            </a:r>
            <a:r>
              <a:rPr lang="en-US" altLang="id-ID" sz="1800" dirty="0"/>
              <a:t> = “no”) = 0.007</a:t>
            </a:r>
            <a:endParaRPr lang="en-US" altLang="id-ID" sz="1800" b="1" dirty="0"/>
          </a:p>
          <a:p>
            <a:pPr eaLnBrk="1" hangingPunct="1">
              <a:lnSpc>
                <a:spcPct val="90000"/>
              </a:lnSpc>
              <a:buFont typeface="Wingdings" panose="05000000000000000000" pitchFamily="2" charset="2"/>
              <a:buNone/>
              <a:defRPr/>
            </a:pPr>
            <a:r>
              <a:rPr lang="en-US" altLang="id-ID" sz="1800" b="1" dirty="0"/>
              <a:t>Therefore,  X belongs to class (“</a:t>
            </a:r>
            <a:r>
              <a:rPr lang="en-US" altLang="id-ID" sz="1800" b="1" dirty="0" err="1"/>
              <a:t>buys_computer</a:t>
            </a:r>
            <a:r>
              <a:rPr lang="en-US" altLang="id-ID" sz="1800" b="1" dirty="0"/>
              <a:t> = yes”)	</a:t>
            </a:r>
            <a:r>
              <a:rPr lang="en-US" altLang="id-ID" sz="1700" b="1" dirty="0"/>
              <a:t>	</a:t>
            </a:r>
          </a:p>
        </p:txBody>
      </p:sp>
      <p:graphicFrame>
        <p:nvGraphicFramePr>
          <p:cNvPr id="37893" name="Object 1">
            <a:extLst>
              <a:ext uri="{FF2B5EF4-FFF2-40B4-BE49-F238E27FC236}">
                <a16:creationId xmlns:a16="http://schemas.microsoft.com/office/drawing/2014/main" id="{69380B24-B2AC-A710-9569-7897876E53E0}"/>
              </a:ext>
            </a:extLst>
          </p:cNvPr>
          <p:cNvGraphicFramePr>
            <a:graphicFrameLocks/>
          </p:cNvGraphicFramePr>
          <p:nvPr/>
        </p:nvGraphicFramePr>
        <p:xfrm>
          <a:off x="6845300" y="1066800"/>
          <a:ext cx="2222500" cy="1903413"/>
        </p:xfrm>
        <a:graphic>
          <a:graphicData uri="http://schemas.openxmlformats.org/presentationml/2006/ole">
            <mc:AlternateContent xmlns:mc="http://schemas.openxmlformats.org/markup-compatibility/2006">
              <mc:Choice xmlns:v="urn:schemas-microsoft-com:vml" Requires="v">
                <p:oleObj name="Worksheet" r:id="rId2" imgW="4324438" imgH="4457652" progId="Excel.Sheet.8">
                  <p:embed/>
                </p:oleObj>
              </mc:Choice>
              <mc:Fallback>
                <p:oleObj name="Worksheet" r:id="rId2" imgW="4324438" imgH="4457652" progId="Excel.Sheet.8">
                  <p:embed/>
                  <p:pic>
                    <p:nvPicPr>
                      <p:cNvPr id="37893" name="Object 1">
                        <a:extLst>
                          <a:ext uri="{FF2B5EF4-FFF2-40B4-BE49-F238E27FC236}">
                            <a16:creationId xmlns:a16="http://schemas.microsoft.com/office/drawing/2014/main" id="{69380B24-B2AC-A710-9569-7897876E53E0}"/>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45300" y="1066800"/>
                        <a:ext cx="2222500" cy="1903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ransition spd="slow">
    <p:split orient="vert"/>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Title 1">
            <a:extLst>
              <a:ext uri="{FF2B5EF4-FFF2-40B4-BE49-F238E27FC236}">
                <a16:creationId xmlns:a16="http://schemas.microsoft.com/office/drawing/2014/main" id="{71F42C97-82EE-857E-7156-4D9337BB0D17}"/>
              </a:ext>
            </a:extLst>
          </p:cNvPr>
          <p:cNvSpPr>
            <a:spLocks noGrp="1"/>
          </p:cNvSpPr>
          <p:nvPr>
            <p:ph type="title"/>
          </p:nvPr>
        </p:nvSpPr>
        <p:spPr>
          <a:xfrm>
            <a:off x="2057400" y="381000"/>
            <a:ext cx="6858000" cy="1143000"/>
          </a:xfrm>
        </p:spPr>
        <p:txBody>
          <a:bodyPr/>
          <a:lstStyle/>
          <a:p>
            <a:r>
              <a:rPr lang="en-US" altLang="en-US" sz="2800">
                <a:latin typeface="Open Sans" panose="020B0606030504020204" pitchFamily="34" charset="0"/>
              </a:rPr>
              <a:t>Avoiding the Zero-Probability Problem</a:t>
            </a:r>
          </a:p>
        </p:txBody>
      </p:sp>
      <p:sp>
        <p:nvSpPr>
          <p:cNvPr id="38915" name="Slide Number Placeholder 3">
            <a:extLst>
              <a:ext uri="{FF2B5EF4-FFF2-40B4-BE49-F238E27FC236}">
                <a16:creationId xmlns:a16="http://schemas.microsoft.com/office/drawing/2014/main" id="{83481379-61C1-480D-72AE-1FE313DE05C9}"/>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4DE8D0D0-026A-409A-964E-B4FC39BD75E6}" type="slidenum">
              <a:rPr lang="en-US" altLang="en-US" sz="1200" smtClean="0">
                <a:solidFill>
                  <a:srgbClr val="898989"/>
                </a:solidFill>
              </a:rPr>
              <a:pPr>
                <a:spcBef>
                  <a:spcPct val="0"/>
                </a:spcBef>
                <a:buFontTx/>
                <a:buNone/>
              </a:pPr>
              <a:t>32</a:t>
            </a:fld>
            <a:endParaRPr lang="en-US" altLang="en-US" sz="1200">
              <a:solidFill>
                <a:srgbClr val="898989"/>
              </a:solidFill>
            </a:endParaRPr>
          </a:p>
        </p:txBody>
      </p:sp>
      <p:sp>
        <p:nvSpPr>
          <p:cNvPr id="38916" name="Rectangle 3">
            <a:extLst>
              <a:ext uri="{FF2B5EF4-FFF2-40B4-BE49-F238E27FC236}">
                <a16:creationId xmlns:a16="http://schemas.microsoft.com/office/drawing/2014/main" id="{7150EF94-3342-030C-103D-EFC64149D17B}"/>
              </a:ext>
            </a:extLst>
          </p:cNvPr>
          <p:cNvSpPr txBox="1">
            <a:spLocks noChangeArrowheads="1"/>
          </p:cNvSpPr>
          <p:nvPr/>
        </p:nvSpPr>
        <p:spPr bwMode="auto">
          <a:xfrm>
            <a:off x="777875" y="1371600"/>
            <a:ext cx="7908925" cy="533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r>
              <a:rPr lang="en-US" altLang="id-ID" sz="2300"/>
              <a:t>Naïve Bayesian prediction requires each conditional prob. be </a:t>
            </a:r>
            <a:r>
              <a:rPr lang="en-US" altLang="id-ID" sz="2300" b="1"/>
              <a:t>non-zero</a:t>
            </a:r>
            <a:r>
              <a:rPr lang="en-US" altLang="id-ID" sz="2300"/>
              <a:t>.  Otherwise, the predicted prob. will be zero</a:t>
            </a:r>
          </a:p>
          <a:p>
            <a:pPr eaLnBrk="1" hangingPunct="1"/>
            <a:endParaRPr lang="en-US" altLang="id-ID" sz="2300"/>
          </a:p>
          <a:p>
            <a:pPr eaLnBrk="1" hangingPunct="1">
              <a:buFont typeface="Wingdings" panose="05000000000000000000" pitchFamily="2" charset="2"/>
              <a:buNone/>
            </a:pPr>
            <a:r>
              <a:rPr lang="en-US" altLang="id-ID" sz="2300" b="1"/>
              <a:t>	</a:t>
            </a:r>
          </a:p>
          <a:p>
            <a:pPr eaLnBrk="1" hangingPunct="1"/>
            <a:r>
              <a:rPr lang="en-US" altLang="id-ID" sz="2300"/>
              <a:t>Ex. Suppose a dataset with 1000 tuples, income=low (0), income= medium (990), and income = high (10)</a:t>
            </a:r>
          </a:p>
          <a:p>
            <a:pPr eaLnBrk="1" hangingPunct="1"/>
            <a:r>
              <a:rPr lang="en-US" altLang="id-ID" sz="2300"/>
              <a:t>Use </a:t>
            </a:r>
            <a:r>
              <a:rPr lang="en-US" altLang="id-ID" sz="2300" b="1"/>
              <a:t>Laplacian correction</a:t>
            </a:r>
            <a:r>
              <a:rPr lang="en-US" altLang="id-ID" sz="2300"/>
              <a:t> (or Laplacian estimator)</a:t>
            </a:r>
          </a:p>
          <a:p>
            <a:pPr lvl="1" eaLnBrk="1" hangingPunct="1"/>
            <a:r>
              <a:rPr lang="en-US" altLang="id-ID" sz="2300" i="1"/>
              <a:t>Adding 1 to each case</a:t>
            </a:r>
          </a:p>
          <a:p>
            <a:pPr lvl="2" eaLnBrk="1" hangingPunct="1">
              <a:buFont typeface="Wingdings" panose="05000000000000000000" pitchFamily="2" charset="2"/>
              <a:buNone/>
            </a:pPr>
            <a:r>
              <a:rPr lang="en-US" altLang="id-ID" sz="2100"/>
              <a:t>Prob(income = low) = 1/1003</a:t>
            </a:r>
          </a:p>
          <a:p>
            <a:pPr lvl="2" eaLnBrk="1" hangingPunct="1">
              <a:buFont typeface="Wingdings" panose="05000000000000000000" pitchFamily="2" charset="2"/>
              <a:buNone/>
            </a:pPr>
            <a:r>
              <a:rPr lang="en-US" altLang="id-ID" sz="2100"/>
              <a:t>Prob(income = medium) = 991/1003</a:t>
            </a:r>
          </a:p>
          <a:p>
            <a:pPr lvl="2" eaLnBrk="1" hangingPunct="1">
              <a:buFont typeface="Wingdings" panose="05000000000000000000" pitchFamily="2" charset="2"/>
              <a:buNone/>
            </a:pPr>
            <a:r>
              <a:rPr lang="en-US" altLang="id-ID" sz="2100"/>
              <a:t>Prob(income = high) = 11/1003</a:t>
            </a:r>
          </a:p>
          <a:p>
            <a:pPr lvl="1" eaLnBrk="1" hangingPunct="1"/>
            <a:r>
              <a:rPr lang="en-US" altLang="id-ID" sz="2300"/>
              <a:t>The “corrected” prob. estimates are close to their “uncorrected” counterparts.</a:t>
            </a:r>
          </a:p>
        </p:txBody>
      </p:sp>
      <p:graphicFrame>
        <p:nvGraphicFramePr>
          <p:cNvPr id="38917" name="Object 4">
            <a:extLst>
              <a:ext uri="{FF2B5EF4-FFF2-40B4-BE49-F238E27FC236}">
                <a16:creationId xmlns:a16="http://schemas.microsoft.com/office/drawing/2014/main" id="{702E59C1-7CC9-2FDD-9592-4F3C8E785CC8}"/>
              </a:ext>
            </a:extLst>
          </p:cNvPr>
          <p:cNvGraphicFramePr>
            <a:graphicFrameLocks noGrp="1"/>
          </p:cNvGraphicFramePr>
          <p:nvPr>
            <p:ph idx="1"/>
          </p:nvPr>
        </p:nvGraphicFramePr>
        <p:xfrm>
          <a:off x="2978150" y="2043113"/>
          <a:ext cx="2736850" cy="776287"/>
        </p:xfrm>
        <a:graphic>
          <a:graphicData uri="http://schemas.openxmlformats.org/presentationml/2006/ole">
            <mc:AlternateContent xmlns:mc="http://schemas.openxmlformats.org/markup-compatibility/2006">
              <mc:Choice xmlns:v="urn:schemas-microsoft-com:vml" Requires="v">
                <p:oleObj name="Equation" r:id="rId2" imgW="1765300" imgH="508000" progId="Equation.3">
                  <p:embed/>
                </p:oleObj>
              </mc:Choice>
              <mc:Fallback>
                <p:oleObj name="Equation" r:id="rId2" imgW="1765300" imgH="508000" progId="Equation.3">
                  <p:embed/>
                  <p:pic>
                    <p:nvPicPr>
                      <p:cNvPr id="38917" name="Object 4">
                        <a:extLst>
                          <a:ext uri="{FF2B5EF4-FFF2-40B4-BE49-F238E27FC236}">
                            <a16:creationId xmlns:a16="http://schemas.microsoft.com/office/drawing/2014/main" id="{702E59C1-7CC9-2FDD-9592-4F3C8E785CC8}"/>
                          </a:ext>
                        </a:extLst>
                      </p:cNvPr>
                      <p:cNvPicPr>
                        <a:picLocks noGrp="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78150" y="2043113"/>
                        <a:ext cx="2736850" cy="776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ransition spd="slow">
    <p:split orient="vert"/>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Title 1">
            <a:extLst>
              <a:ext uri="{FF2B5EF4-FFF2-40B4-BE49-F238E27FC236}">
                <a16:creationId xmlns:a16="http://schemas.microsoft.com/office/drawing/2014/main" id="{08FFE055-4785-62F9-58F2-519EA48FE549}"/>
              </a:ext>
            </a:extLst>
          </p:cNvPr>
          <p:cNvSpPr>
            <a:spLocks noGrp="1"/>
          </p:cNvSpPr>
          <p:nvPr>
            <p:ph type="title"/>
          </p:nvPr>
        </p:nvSpPr>
        <p:spPr/>
        <p:txBody>
          <a:bodyPr/>
          <a:lstStyle/>
          <a:p>
            <a:r>
              <a:rPr lang="en-US" altLang="en-US">
                <a:latin typeface="Open Sans" panose="020B0606030504020204" pitchFamily="34" charset="0"/>
              </a:rPr>
              <a:t>Summary on Naïve Bayes</a:t>
            </a:r>
          </a:p>
        </p:txBody>
      </p:sp>
      <p:sp>
        <p:nvSpPr>
          <p:cNvPr id="39939" name="Content Placeholder 2">
            <a:extLst>
              <a:ext uri="{FF2B5EF4-FFF2-40B4-BE49-F238E27FC236}">
                <a16:creationId xmlns:a16="http://schemas.microsoft.com/office/drawing/2014/main" id="{4D73E456-5402-66FF-6DF0-3329AB0ED927}"/>
              </a:ext>
            </a:extLst>
          </p:cNvPr>
          <p:cNvSpPr>
            <a:spLocks noGrp="1"/>
          </p:cNvSpPr>
          <p:nvPr>
            <p:ph idx="1"/>
          </p:nvPr>
        </p:nvSpPr>
        <p:spPr/>
        <p:txBody>
          <a:bodyPr/>
          <a:lstStyle/>
          <a:p>
            <a:pPr eaLnBrk="1" hangingPunct="1">
              <a:lnSpc>
                <a:spcPct val="90000"/>
              </a:lnSpc>
            </a:pPr>
            <a:r>
              <a:rPr lang="en-US" altLang="id-ID" sz="2300">
                <a:latin typeface="Open Sans" panose="020B0606030504020204" pitchFamily="34" charset="0"/>
              </a:rPr>
              <a:t>Advantages </a:t>
            </a:r>
          </a:p>
          <a:p>
            <a:pPr lvl="1" eaLnBrk="1" hangingPunct="1">
              <a:lnSpc>
                <a:spcPct val="90000"/>
              </a:lnSpc>
            </a:pPr>
            <a:r>
              <a:rPr lang="en-US" altLang="id-ID" sz="2300">
                <a:latin typeface="Open Sans" panose="020B0606030504020204" pitchFamily="34" charset="0"/>
              </a:rPr>
              <a:t>Easy to implement </a:t>
            </a:r>
          </a:p>
          <a:p>
            <a:pPr lvl="1" eaLnBrk="1" hangingPunct="1">
              <a:lnSpc>
                <a:spcPct val="90000"/>
              </a:lnSpc>
            </a:pPr>
            <a:r>
              <a:rPr lang="en-US" altLang="id-ID" sz="2300">
                <a:latin typeface="Open Sans" panose="020B0606030504020204" pitchFamily="34" charset="0"/>
              </a:rPr>
              <a:t>Good results obtained in most of the cases</a:t>
            </a:r>
          </a:p>
          <a:p>
            <a:pPr lvl="1">
              <a:lnSpc>
                <a:spcPct val="90000"/>
              </a:lnSpc>
            </a:pPr>
            <a:r>
              <a:rPr lang="en-US" altLang="id-ID" sz="2400">
                <a:latin typeface="Open Sans" panose="020B0606030504020204" pitchFamily="34" charset="0"/>
              </a:rPr>
              <a:t>Robust to isolated noise points</a:t>
            </a:r>
          </a:p>
          <a:p>
            <a:pPr lvl="1">
              <a:lnSpc>
                <a:spcPct val="90000"/>
              </a:lnSpc>
            </a:pPr>
            <a:r>
              <a:rPr lang="en-US" altLang="id-ID" sz="2400">
                <a:latin typeface="Open Sans" panose="020B0606030504020204" pitchFamily="34" charset="0"/>
              </a:rPr>
              <a:t>Handle missing values by ignoring the instance during probability estimate calculations</a:t>
            </a:r>
          </a:p>
          <a:p>
            <a:pPr lvl="1">
              <a:lnSpc>
                <a:spcPct val="90000"/>
              </a:lnSpc>
            </a:pPr>
            <a:r>
              <a:rPr lang="en-US" altLang="id-ID" sz="2400">
                <a:latin typeface="Open Sans" panose="020B0606030504020204" pitchFamily="34" charset="0"/>
              </a:rPr>
              <a:t>Robust to irrelevant attributes</a:t>
            </a:r>
          </a:p>
          <a:p>
            <a:pPr lvl="1">
              <a:lnSpc>
                <a:spcPct val="90000"/>
              </a:lnSpc>
            </a:pPr>
            <a:r>
              <a:rPr lang="en-US" altLang="id-ID" sz="2400">
                <a:latin typeface="Open Sans" panose="020B0606030504020204" pitchFamily="34" charset="0"/>
              </a:rPr>
              <a:t>Independence assumption may not hold for some attributes</a:t>
            </a:r>
          </a:p>
          <a:p>
            <a:pPr lvl="1">
              <a:lnSpc>
                <a:spcPct val="90000"/>
              </a:lnSpc>
            </a:pPr>
            <a:r>
              <a:rPr lang="en-US" altLang="id-ID" sz="2400">
                <a:latin typeface="Open Sans" panose="020B0606030504020204" pitchFamily="34" charset="0"/>
              </a:rPr>
              <a:t>Used by other techniques such as Bayesian Belief Networks (BBN)</a:t>
            </a:r>
          </a:p>
        </p:txBody>
      </p:sp>
      <p:sp>
        <p:nvSpPr>
          <p:cNvPr id="39940" name="Slide Number Placeholder 3">
            <a:extLst>
              <a:ext uri="{FF2B5EF4-FFF2-40B4-BE49-F238E27FC236}">
                <a16:creationId xmlns:a16="http://schemas.microsoft.com/office/drawing/2014/main" id="{241220AF-44D6-B1B6-66A0-6E20015A5C6F}"/>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080061EC-3E77-454F-9333-688ED59238BC}" type="slidenum">
              <a:rPr lang="en-US" altLang="en-US" sz="1200" smtClean="0">
                <a:solidFill>
                  <a:srgbClr val="898989"/>
                </a:solidFill>
              </a:rPr>
              <a:pPr>
                <a:spcBef>
                  <a:spcPct val="0"/>
                </a:spcBef>
                <a:buFontTx/>
                <a:buNone/>
              </a:pPr>
              <a:t>33</a:t>
            </a:fld>
            <a:endParaRPr lang="en-US" altLang="en-US" sz="1200">
              <a:solidFill>
                <a:srgbClr val="898989"/>
              </a:solidFill>
            </a:endParaRPr>
          </a:p>
        </p:txBody>
      </p:sp>
    </p:spTree>
  </p:cSld>
  <p:clrMapOvr>
    <a:masterClrMapping/>
  </p:clrMapOvr>
  <p:transition spd="slow">
    <p:split orient="vert"/>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7CA37DFF-F69A-9362-E226-953DCF79C9C4}"/>
              </a:ext>
            </a:extLst>
          </p:cNvPr>
          <p:cNvSpPr>
            <a:spLocks noGrp="1"/>
          </p:cNvSpPr>
          <p:nvPr>
            <p:ph type="title"/>
          </p:nvPr>
        </p:nvSpPr>
        <p:spPr>
          <a:xfrm>
            <a:off x="892175" y="2895600"/>
            <a:ext cx="7772400" cy="1362075"/>
          </a:xfrm>
        </p:spPr>
        <p:txBody>
          <a:bodyPr/>
          <a:lstStyle/>
          <a:p>
            <a:pPr algn="ctr">
              <a:defRPr/>
            </a:pPr>
            <a:r>
              <a:rPr lang="en-US" dirty="0"/>
              <a:t>Decision Tree</a:t>
            </a:r>
          </a:p>
        </p:txBody>
      </p:sp>
      <p:sp>
        <p:nvSpPr>
          <p:cNvPr id="40963" name="Slide Number Placeholder 3">
            <a:extLst>
              <a:ext uri="{FF2B5EF4-FFF2-40B4-BE49-F238E27FC236}">
                <a16:creationId xmlns:a16="http://schemas.microsoft.com/office/drawing/2014/main" id="{7E6D4452-8979-988F-982C-19BE0EE2F6E7}"/>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3AD530CC-09C0-49BD-AAC7-0DA70FC2ECDA}" type="slidenum">
              <a:rPr lang="en-US" altLang="en-US" sz="1200" smtClean="0">
                <a:solidFill>
                  <a:srgbClr val="898989"/>
                </a:solidFill>
              </a:rPr>
              <a:pPr>
                <a:spcBef>
                  <a:spcPct val="0"/>
                </a:spcBef>
                <a:buFontTx/>
                <a:buNone/>
              </a:pPr>
              <a:t>34</a:t>
            </a:fld>
            <a:endParaRPr lang="en-US" altLang="en-US" sz="1200">
              <a:solidFill>
                <a:srgbClr val="898989"/>
              </a:solidFill>
            </a:endParaRPr>
          </a:p>
        </p:txBody>
      </p:sp>
    </p:spTree>
  </p:cSld>
  <p:clrMapOvr>
    <a:masterClrMapping/>
  </p:clrMapOvr>
  <p:transition spd="slow">
    <p:split orient="vert"/>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Title 4">
            <a:extLst>
              <a:ext uri="{FF2B5EF4-FFF2-40B4-BE49-F238E27FC236}">
                <a16:creationId xmlns:a16="http://schemas.microsoft.com/office/drawing/2014/main" id="{C12C26AC-9F93-9A22-C756-BC5F1F78E362}"/>
              </a:ext>
            </a:extLst>
          </p:cNvPr>
          <p:cNvSpPr>
            <a:spLocks noGrp="1"/>
          </p:cNvSpPr>
          <p:nvPr>
            <p:ph type="title"/>
          </p:nvPr>
        </p:nvSpPr>
        <p:spPr/>
        <p:txBody>
          <a:bodyPr/>
          <a:lstStyle/>
          <a:p>
            <a:r>
              <a:rPr lang="en-US" altLang="en-US">
                <a:latin typeface="Open Sans" panose="020B0606030504020204" pitchFamily="34" charset="0"/>
              </a:rPr>
              <a:t>Decision Tree</a:t>
            </a:r>
          </a:p>
        </p:txBody>
      </p:sp>
      <p:sp>
        <p:nvSpPr>
          <p:cNvPr id="6" name="Content Placeholder 5">
            <a:extLst>
              <a:ext uri="{FF2B5EF4-FFF2-40B4-BE49-F238E27FC236}">
                <a16:creationId xmlns:a16="http://schemas.microsoft.com/office/drawing/2014/main" id="{D7D89C2A-32FB-AABF-0E31-6CF8C45DE0D4}"/>
              </a:ext>
            </a:extLst>
          </p:cNvPr>
          <p:cNvSpPr>
            <a:spLocks noGrp="1"/>
          </p:cNvSpPr>
          <p:nvPr>
            <p:ph idx="1"/>
          </p:nvPr>
        </p:nvSpPr>
        <p:spPr/>
        <p:txBody>
          <a:bodyPr>
            <a:noAutofit/>
          </a:bodyPr>
          <a:lstStyle/>
          <a:p>
            <a:pPr>
              <a:defRPr/>
            </a:pPr>
            <a:r>
              <a:rPr lang="en-US" sz="2400" b="1" dirty="0"/>
              <a:t>A decision tree </a:t>
            </a:r>
            <a:r>
              <a:rPr lang="en-US" sz="2400" dirty="0"/>
              <a:t>is a flowchart-like tree structure where an internal node represents feature (or attribute), the branch represents a decision rule, and each leaf node represents the outcome.</a:t>
            </a:r>
          </a:p>
          <a:p>
            <a:pPr lvl="1">
              <a:defRPr/>
            </a:pPr>
            <a:r>
              <a:rPr lang="en-US" sz="2400" dirty="0"/>
              <a:t>top-down approach</a:t>
            </a:r>
          </a:p>
          <a:p>
            <a:pPr>
              <a:defRPr/>
            </a:pPr>
            <a:r>
              <a:rPr lang="en-US" sz="2400" dirty="0"/>
              <a:t>The topmost node is known as the root node.</a:t>
            </a:r>
          </a:p>
          <a:p>
            <a:pPr>
              <a:defRPr/>
            </a:pPr>
            <a:r>
              <a:rPr lang="en-US" sz="2400" dirty="0"/>
              <a:t>It learns to partition based on the attribute value.</a:t>
            </a:r>
          </a:p>
          <a:p>
            <a:pPr>
              <a:defRPr/>
            </a:pPr>
            <a:r>
              <a:rPr lang="en-US" sz="2400" dirty="0"/>
              <a:t>It partitions the tree in a recursive manner called </a:t>
            </a:r>
            <a:r>
              <a:rPr lang="en-US" sz="2400" i="1" dirty="0">
                <a:solidFill>
                  <a:srgbClr val="0070C0"/>
                </a:solidFill>
              </a:rPr>
              <a:t>recursive partitioning</a:t>
            </a:r>
            <a:r>
              <a:rPr lang="en-US" sz="2400" dirty="0"/>
              <a:t>. </a:t>
            </a:r>
          </a:p>
          <a:p>
            <a:pPr>
              <a:defRPr/>
            </a:pPr>
            <a:r>
              <a:rPr lang="en-US" sz="2400" dirty="0"/>
              <a:t>It mimics the human-level thinking.</a:t>
            </a:r>
          </a:p>
          <a:p>
            <a:pPr lvl="1">
              <a:defRPr/>
            </a:pPr>
            <a:r>
              <a:rPr lang="en-US" sz="2400" dirty="0"/>
              <a:t>Easy to understand and interpret.</a:t>
            </a:r>
          </a:p>
        </p:txBody>
      </p:sp>
      <p:sp>
        <p:nvSpPr>
          <p:cNvPr id="41988" name="Slide Number Placeholder 3">
            <a:extLst>
              <a:ext uri="{FF2B5EF4-FFF2-40B4-BE49-F238E27FC236}">
                <a16:creationId xmlns:a16="http://schemas.microsoft.com/office/drawing/2014/main" id="{2B1CCCF1-4B56-3F01-0C94-28819478117A}"/>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462814E9-05DC-473D-B76C-635A069DA2ED}" type="slidenum">
              <a:rPr lang="en-US" altLang="en-US" sz="1200" smtClean="0">
                <a:solidFill>
                  <a:srgbClr val="898989"/>
                </a:solidFill>
              </a:rPr>
              <a:pPr>
                <a:spcBef>
                  <a:spcPct val="0"/>
                </a:spcBef>
                <a:buFontTx/>
                <a:buNone/>
              </a:pPr>
              <a:t>35</a:t>
            </a:fld>
            <a:endParaRPr lang="en-US" altLang="en-US" sz="1200">
              <a:solidFill>
                <a:srgbClr val="898989"/>
              </a:solidFill>
            </a:endParaRPr>
          </a:p>
        </p:txBody>
      </p:sp>
    </p:spTree>
  </p:cSld>
  <p:clrMapOvr>
    <a:masterClrMapping/>
  </p:clrMapOvr>
  <p:transition spd="slow">
    <p:split orient="vert"/>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Title 1">
            <a:extLst>
              <a:ext uri="{FF2B5EF4-FFF2-40B4-BE49-F238E27FC236}">
                <a16:creationId xmlns:a16="http://schemas.microsoft.com/office/drawing/2014/main" id="{922C51C4-46E8-0BC6-5AD3-E31D1C22AAE9}"/>
              </a:ext>
            </a:extLst>
          </p:cNvPr>
          <p:cNvSpPr>
            <a:spLocks noGrp="1"/>
          </p:cNvSpPr>
          <p:nvPr>
            <p:ph type="title"/>
          </p:nvPr>
        </p:nvSpPr>
        <p:spPr/>
        <p:txBody>
          <a:bodyPr/>
          <a:lstStyle/>
          <a:p>
            <a:r>
              <a:rPr lang="en-US" altLang="en-US">
                <a:latin typeface="Open Sans" panose="020B0606030504020204" pitchFamily="34" charset="0"/>
              </a:rPr>
              <a:t>Terminologies</a:t>
            </a:r>
          </a:p>
        </p:txBody>
      </p:sp>
      <p:sp>
        <p:nvSpPr>
          <p:cNvPr id="3" name="Content Placeholder 2">
            <a:extLst>
              <a:ext uri="{FF2B5EF4-FFF2-40B4-BE49-F238E27FC236}">
                <a16:creationId xmlns:a16="http://schemas.microsoft.com/office/drawing/2014/main" id="{38DA5B68-E617-75BE-B1E7-8D2B5A4C0687}"/>
              </a:ext>
            </a:extLst>
          </p:cNvPr>
          <p:cNvSpPr>
            <a:spLocks noGrp="1"/>
          </p:cNvSpPr>
          <p:nvPr>
            <p:ph idx="1"/>
          </p:nvPr>
        </p:nvSpPr>
        <p:spPr/>
        <p:txBody>
          <a:bodyPr>
            <a:normAutofit fontScale="85000" lnSpcReduction="10000"/>
          </a:bodyPr>
          <a:lstStyle/>
          <a:p>
            <a:pPr>
              <a:buFont typeface="+mj-lt"/>
              <a:buAutoNum type="arabicPeriod"/>
              <a:defRPr/>
            </a:pPr>
            <a:r>
              <a:rPr lang="en-US" sz="2400" b="1" dirty="0">
                <a:solidFill>
                  <a:srgbClr val="292929"/>
                </a:solidFill>
              </a:rPr>
              <a:t>Root Node (Top Decision Node): </a:t>
            </a:r>
            <a:r>
              <a:rPr lang="en-US" sz="2400" dirty="0">
                <a:solidFill>
                  <a:srgbClr val="292929"/>
                </a:solidFill>
              </a:rPr>
              <a:t>It represents the entire population and this further gets divided into two or more homogeneous sets.</a:t>
            </a:r>
          </a:p>
          <a:p>
            <a:pPr>
              <a:buFont typeface="+mj-lt"/>
              <a:buAutoNum type="arabicPeriod"/>
              <a:defRPr/>
            </a:pPr>
            <a:r>
              <a:rPr lang="en-US" sz="2400" b="1" dirty="0">
                <a:solidFill>
                  <a:srgbClr val="292929"/>
                </a:solidFill>
              </a:rPr>
              <a:t>Splitting: </a:t>
            </a:r>
            <a:r>
              <a:rPr lang="en-US" sz="2400" dirty="0">
                <a:solidFill>
                  <a:srgbClr val="292929"/>
                </a:solidFill>
              </a:rPr>
              <a:t>It is a process of dividing a node into two or more sub-nodes.</a:t>
            </a:r>
          </a:p>
          <a:p>
            <a:pPr>
              <a:buFont typeface="+mj-lt"/>
              <a:buAutoNum type="arabicPeriod"/>
              <a:defRPr/>
            </a:pPr>
            <a:r>
              <a:rPr lang="en-US" sz="2400" b="1" dirty="0">
                <a:solidFill>
                  <a:srgbClr val="292929"/>
                </a:solidFill>
              </a:rPr>
              <a:t>Decision Node: </a:t>
            </a:r>
            <a:r>
              <a:rPr lang="en-US" sz="2400" dirty="0">
                <a:solidFill>
                  <a:srgbClr val="292929"/>
                </a:solidFill>
              </a:rPr>
              <a:t>When a sub-node splits into further sub-nodes, then it is called a decision node.</a:t>
            </a:r>
          </a:p>
          <a:p>
            <a:pPr>
              <a:buFont typeface="+mj-lt"/>
              <a:buAutoNum type="arabicPeriod"/>
              <a:defRPr/>
            </a:pPr>
            <a:r>
              <a:rPr lang="en-US" sz="2400" b="1" dirty="0">
                <a:solidFill>
                  <a:srgbClr val="292929"/>
                </a:solidFill>
              </a:rPr>
              <a:t>Leaf/Terminal Node: </a:t>
            </a:r>
            <a:r>
              <a:rPr lang="en-US" sz="2400" dirty="0">
                <a:solidFill>
                  <a:srgbClr val="292929"/>
                </a:solidFill>
              </a:rPr>
              <a:t>Nodes with no children (no further split) is called Leaf or Terminal node.</a:t>
            </a:r>
          </a:p>
          <a:p>
            <a:pPr>
              <a:buFont typeface="+mj-lt"/>
              <a:buAutoNum type="arabicPeriod"/>
              <a:defRPr/>
            </a:pPr>
            <a:r>
              <a:rPr lang="en-US" sz="2400" b="1" dirty="0">
                <a:solidFill>
                  <a:srgbClr val="292929"/>
                </a:solidFill>
              </a:rPr>
              <a:t>Pruning: </a:t>
            </a:r>
            <a:r>
              <a:rPr lang="en-US" sz="2400" dirty="0">
                <a:solidFill>
                  <a:srgbClr val="292929"/>
                </a:solidFill>
              </a:rPr>
              <a:t>When we reduce the size of decision trees by removing nodes (opposite of Splitting), the process is called </a:t>
            </a:r>
            <a:r>
              <a:rPr lang="en-US" sz="2400" i="1" dirty="0">
                <a:solidFill>
                  <a:srgbClr val="292929"/>
                </a:solidFill>
              </a:rPr>
              <a:t>pruning</a:t>
            </a:r>
            <a:r>
              <a:rPr lang="en-US" sz="2400" dirty="0">
                <a:solidFill>
                  <a:srgbClr val="292929"/>
                </a:solidFill>
              </a:rPr>
              <a:t>.</a:t>
            </a:r>
          </a:p>
          <a:p>
            <a:pPr>
              <a:buFont typeface="+mj-lt"/>
              <a:buAutoNum type="arabicPeriod"/>
              <a:defRPr/>
            </a:pPr>
            <a:r>
              <a:rPr lang="en-US" sz="2400" b="1" dirty="0">
                <a:solidFill>
                  <a:srgbClr val="292929"/>
                </a:solidFill>
              </a:rPr>
              <a:t>Branch/Sub-Tree: </a:t>
            </a:r>
            <a:r>
              <a:rPr lang="en-US" sz="2400" dirty="0">
                <a:solidFill>
                  <a:srgbClr val="292929"/>
                </a:solidFill>
              </a:rPr>
              <a:t>A sub section of the decision tree is called branch or sub-tree.</a:t>
            </a:r>
          </a:p>
          <a:p>
            <a:pPr>
              <a:buFont typeface="+mj-lt"/>
              <a:buAutoNum type="arabicPeriod"/>
              <a:defRPr/>
            </a:pPr>
            <a:r>
              <a:rPr lang="en-US" sz="2400" b="1" dirty="0">
                <a:solidFill>
                  <a:srgbClr val="292929"/>
                </a:solidFill>
              </a:rPr>
              <a:t>Parent and Child Node: </a:t>
            </a:r>
            <a:r>
              <a:rPr lang="en-US" sz="2400" dirty="0">
                <a:solidFill>
                  <a:srgbClr val="292929"/>
                </a:solidFill>
              </a:rPr>
              <a:t>A node, which is divided into sub-nodes is called a parent node of sub-nodes whereas sub-nodes are the child of a parent node.</a:t>
            </a:r>
          </a:p>
          <a:p>
            <a:pPr>
              <a:defRPr/>
            </a:pPr>
            <a:endParaRPr lang="en-US" sz="2400" dirty="0"/>
          </a:p>
        </p:txBody>
      </p:sp>
      <p:sp>
        <p:nvSpPr>
          <p:cNvPr id="43012" name="Slide Number Placeholder 3">
            <a:extLst>
              <a:ext uri="{FF2B5EF4-FFF2-40B4-BE49-F238E27FC236}">
                <a16:creationId xmlns:a16="http://schemas.microsoft.com/office/drawing/2014/main" id="{B2125011-BDA1-61DC-E113-4EFFF1965D57}"/>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86A18E46-EE35-4462-970F-8ADE58542C99}" type="slidenum">
              <a:rPr lang="en-US" altLang="en-US" sz="1200" smtClean="0">
                <a:solidFill>
                  <a:srgbClr val="898989"/>
                </a:solidFill>
              </a:rPr>
              <a:pPr>
                <a:spcBef>
                  <a:spcPct val="0"/>
                </a:spcBef>
                <a:buFontTx/>
                <a:buNone/>
              </a:pPr>
              <a:t>36</a:t>
            </a:fld>
            <a:endParaRPr lang="en-US" altLang="en-US" sz="1200">
              <a:solidFill>
                <a:srgbClr val="898989"/>
              </a:solidFill>
            </a:endParaRPr>
          </a:p>
        </p:txBody>
      </p:sp>
    </p:spTree>
  </p:cSld>
  <p:clrMapOvr>
    <a:masterClrMapping/>
  </p:clrMapOvr>
  <p:transition spd="slow">
    <p:split orient="vert"/>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Title 1">
            <a:extLst>
              <a:ext uri="{FF2B5EF4-FFF2-40B4-BE49-F238E27FC236}">
                <a16:creationId xmlns:a16="http://schemas.microsoft.com/office/drawing/2014/main" id="{E9ABD757-84EE-8B7C-3E3A-F2BD34F2D1D2}"/>
              </a:ext>
            </a:extLst>
          </p:cNvPr>
          <p:cNvSpPr>
            <a:spLocks noGrp="1"/>
          </p:cNvSpPr>
          <p:nvPr>
            <p:ph type="title"/>
          </p:nvPr>
        </p:nvSpPr>
        <p:spPr/>
        <p:txBody>
          <a:bodyPr/>
          <a:lstStyle/>
          <a:p>
            <a:r>
              <a:rPr lang="en-US" altLang="en-US">
                <a:latin typeface="Open Sans" panose="020B0606030504020204" pitchFamily="34" charset="0"/>
              </a:rPr>
              <a:t>Constructing Decision Tree</a:t>
            </a:r>
          </a:p>
        </p:txBody>
      </p:sp>
      <p:sp>
        <p:nvSpPr>
          <p:cNvPr id="3" name="Content Placeholder 2">
            <a:extLst>
              <a:ext uri="{FF2B5EF4-FFF2-40B4-BE49-F238E27FC236}">
                <a16:creationId xmlns:a16="http://schemas.microsoft.com/office/drawing/2014/main" id="{4D66FF32-826F-ECE1-447C-1EA187EFE8A7}"/>
              </a:ext>
            </a:extLst>
          </p:cNvPr>
          <p:cNvSpPr>
            <a:spLocks noGrp="1"/>
          </p:cNvSpPr>
          <p:nvPr>
            <p:ph idx="1"/>
          </p:nvPr>
        </p:nvSpPr>
        <p:spPr/>
        <p:txBody>
          <a:bodyPr>
            <a:normAutofit fontScale="92500"/>
          </a:bodyPr>
          <a:lstStyle/>
          <a:p>
            <a:pPr marL="0" indent="0">
              <a:buFont typeface="Arial" panose="020B0604020202020204" pitchFamily="34" charset="0"/>
              <a:buNone/>
              <a:defRPr/>
            </a:pPr>
            <a:r>
              <a:rPr lang="en-US" dirty="0"/>
              <a:t>Strategy: top-down approach</a:t>
            </a:r>
          </a:p>
          <a:p>
            <a:pPr marL="514350" indent="-514350">
              <a:buFont typeface="+mj-lt"/>
              <a:buAutoNum type="arabicPeriod"/>
              <a:defRPr/>
            </a:pPr>
            <a:r>
              <a:rPr lang="en-US" dirty="0"/>
              <a:t>Select the best attribute using </a:t>
            </a:r>
            <a:r>
              <a:rPr lang="en-US" dirty="0">
                <a:solidFill>
                  <a:srgbClr val="0070C0"/>
                </a:solidFill>
              </a:rPr>
              <a:t>Attribute Selection Measures (ASM)</a:t>
            </a:r>
            <a:r>
              <a:rPr lang="en-US" dirty="0"/>
              <a:t> to split the records.</a:t>
            </a:r>
          </a:p>
          <a:p>
            <a:pPr marL="514350" indent="-514350">
              <a:buFont typeface="+mj-lt"/>
              <a:buAutoNum type="arabicPeriod"/>
              <a:defRPr/>
            </a:pPr>
            <a:r>
              <a:rPr lang="en-US" dirty="0"/>
              <a:t>Make that attribute a decision node and breaks the dataset into smaller subsets.</a:t>
            </a:r>
          </a:p>
          <a:p>
            <a:pPr marL="514350" indent="-514350">
              <a:buFont typeface="+mj-lt"/>
              <a:buAutoNum type="arabicPeriod"/>
              <a:defRPr/>
            </a:pPr>
            <a:r>
              <a:rPr lang="en-US" dirty="0"/>
              <a:t>Starts tree building by repeating this process recursively for each child until one of the following conditions will match:</a:t>
            </a:r>
          </a:p>
          <a:p>
            <a:pPr lvl="1">
              <a:defRPr/>
            </a:pPr>
            <a:r>
              <a:rPr lang="en-US" sz="2400" dirty="0"/>
              <a:t>All the tuples belong to the same attribute value.</a:t>
            </a:r>
          </a:p>
          <a:p>
            <a:pPr lvl="1">
              <a:defRPr/>
            </a:pPr>
            <a:r>
              <a:rPr lang="en-US" sz="2400" dirty="0"/>
              <a:t>There are no more remaining attributes.</a:t>
            </a:r>
          </a:p>
          <a:p>
            <a:pPr lvl="1">
              <a:defRPr/>
            </a:pPr>
            <a:r>
              <a:rPr lang="en-US" sz="2400" dirty="0"/>
              <a:t>There are no more instances.</a:t>
            </a:r>
          </a:p>
        </p:txBody>
      </p:sp>
      <p:sp>
        <p:nvSpPr>
          <p:cNvPr id="44036" name="Slide Number Placeholder 3">
            <a:extLst>
              <a:ext uri="{FF2B5EF4-FFF2-40B4-BE49-F238E27FC236}">
                <a16:creationId xmlns:a16="http://schemas.microsoft.com/office/drawing/2014/main" id="{2DB8B9B5-E7EB-E593-8E37-6A916191DB5B}"/>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AE2CC9DB-0C5A-4F13-99EF-776331A2310B}" type="slidenum">
              <a:rPr lang="en-US" altLang="en-US" sz="1200" smtClean="0">
                <a:solidFill>
                  <a:srgbClr val="898989"/>
                </a:solidFill>
              </a:rPr>
              <a:pPr>
                <a:spcBef>
                  <a:spcPct val="0"/>
                </a:spcBef>
                <a:buFontTx/>
                <a:buNone/>
              </a:pPr>
              <a:t>37</a:t>
            </a:fld>
            <a:endParaRPr lang="en-US" altLang="en-US" sz="1200">
              <a:solidFill>
                <a:srgbClr val="898989"/>
              </a:solidFill>
            </a:endParaRPr>
          </a:p>
        </p:txBody>
      </p:sp>
    </p:spTree>
  </p:cSld>
  <p:clrMapOvr>
    <a:masterClrMapping/>
  </p:clrMapOvr>
  <p:transition spd="slow">
    <p:split orient="vert"/>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A9F796-E09E-EED6-BB4D-D64C47F1C33E}"/>
              </a:ext>
            </a:extLst>
          </p:cNvPr>
          <p:cNvSpPr>
            <a:spLocks noGrp="1"/>
          </p:cNvSpPr>
          <p:nvPr>
            <p:ph type="title"/>
          </p:nvPr>
        </p:nvSpPr>
        <p:spPr/>
        <p:txBody>
          <a:bodyPr>
            <a:normAutofit fontScale="90000"/>
          </a:bodyPr>
          <a:lstStyle/>
          <a:p>
            <a:pPr>
              <a:defRPr/>
            </a:pPr>
            <a:r>
              <a:rPr lang="en-US" dirty="0"/>
              <a:t>Attribute Selection Measure (ASM)</a:t>
            </a:r>
          </a:p>
        </p:txBody>
      </p:sp>
      <p:sp>
        <p:nvSpPr>
          <p:cNvPr id="45059" name="Content Placeholder 2">
            <a:extLst>
              <a:ext uri="{FF2B5EF4-FFF2-40B4-BE49-F238E27FC236}">
                <a16:creationId xmlns:a16="http://schemas.microsoft.com/office/drawing/2014/main" id="{A08AE768-22DC-971E-D8FC-10AB083A7E31}"/>
              </a:ext>
            </a:extLst>
          </p:cNvPr>
          <p:cNvSpPr>
            <a:spLocks noGrp="1"/>
          </p:cNvSpPr>
          <p:nvPr>
            <p:ph idx="1"/>
          </p:nvPr>
        </p:nvSpPr>
        <p:spPr>
          <a:xfrm>
            <a:off x="685800" y="1828800"/>
            <a:ext cx="8229600" cy="4572000"/>
          </a:xfrm>
        </p:spPr>
        <p:txBody>
          <a:bodyPr/>
          <a:lstStyle/>
          <a:p>
            <a:r>
              <a:rPr lang="en-US" altLang="en-US">
                <a:latin typeface="Open Sans" panose="020B0606030504020204" pitchFamily="34" charset="0"/>
              </a:rPr>
              <a:t>ASM is a heuristic for selecting the splitting criterion that partition data into the best possible manner, also known as </a:t>
            </a:r>
            <a:r>
              <a:rPr lang="en-US" altLang="en-US" i="1">
                <a:latin typeface="Open Sans" panose="020B0606030504020204" pitchFamily="34" charset="0"/>
              </a:rPr>
              <a:t>splitting rules.</a:t>
            </a:r>
          </a:p>
          <a:p>
            <a:r>
              <a:rPr lang="en-US" altLang="en-US">
                <a:latin typeface="Open Sans" panose="020B0606030504020204" pitchFamily="34" charset="0"/>
              </a:rPr>
              <a:t>Most popular selection measures:</a:t>
            </a:r>
          </a:p>
          <a:p>
            <a:pPr marL="971550" lvl="1" indent="-514350">
              <a:buFont typeface="Calibri" panose="020F0502020204030204" pitchFamily="34" charset="0"/>
              <a:buAutoNum type="arabicPeriod"/>
            </a:pPr>
            <a:r>
              <a:rPr lang="en-US" altLang="en-US">
                <a:latin typeface="Open Sans" panose="020B0606030504020204" pitchFamily="34" charset="0"/>
              </a:rPr>
              <a:t>Information Gain</a:t>
            </a:r>
          </a:p>
          <a:p>
            <a:pPr marL="971550" lvl="1" indent="-514350">
              <a:buFont typeface="Calibri" panose="020F0502020204030204" pitchFamily="34" charset="0"/>
              <a:buAutoNum type="arabicPeriod"/>
            </a:pPr>
            <a:r>
              <a:rPr lang="en-US" altLang="en-US">
                <a:latin typeface="Open Sans" panose="020B0606030504020204" pitchFamily="34" charset="0"/>
              </a:rPr>
              <a:t>Gain Ratio</a:t>
            </a:r>
          </a:p>
          <a:p>
            <a:pPr marL="971550" lvl="1" indent="-514350">
              <a:buFont typeface="Calibri" panose="020F0502020204030204" pitchFamily="34" charset="0"/>
              <a:buAutoNum type="arabicPeriod"/>
            </a:pPr>
            <a:r>
              <a:rPr lang="en-US" altLang="en-US">
                <a:latin typeface="Open Sans" panose="020B0606030504020204" pitchFamily="34" charset="0"/>
              </a:rPr>
              <a:t>Gini Index</a:t>
            </a:r>
          </a:p>
        </p:txBody>
      </p:sp>
      <p:sp>
        <p:nvSpPr>
          <p:cNvPr id="45060" name="Slide Number Placeholder 3">
            <a:extLst>
              <a:ext uri="{FF2B5EF4-FFF2-40B4-BE49-F238E27FC236}">
                <a16:creationId xmlns:a16="http://schemas.microsoft.com/office/drawing/2014/main" id="{E17AD752-E430-2ED7-8C3F-FF3DEE26E3AC}"/>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DCB7A4D3-9E0E-4FFD-95FC-FEAA695299C9}" type="slidenum">
              <a:rPr lang="en-US" altLang="en-US" sz="1200" smtClean="0">
                <a:solidFill>
                  <a:srgbClr val="898989"/>
                </a:solidFill>
              </a:rPr>
              <a:pPr>
                <a:spcBef>
                  <a:spcPct val="0"/>
                </a:spcBef>
                <a:buFontTx/>
                <a:buNone/>
              </a:pPr>
              <a:t>38</a:t>
            </a:fld>
            <a:endParaRPr lang="en-US" altLang="en-US" sz="1200">
              <a:solidFill>
                <a:srgbClr val="898989"/>
              </a:solidFill>
            </a:endParaRPr>
          </a:p>
        </p:txBody>
      </p:sp>
      <p:sp>
        <p:nvSpPr>
          <p:cNvPr id="5" name="Rectangle: Rounded Corners 4">
            <a:extLst>
              <a:ext uri="{FF2B5EF4-FFF2-40B4-BE49-F238E27FC236}">
                <a16:creationId xmlns:a16="http://schemas.microsoft.com/office/drawing/2014/main" id="{273E9B6E-5EEB-E76B-356C-F0D60CA558EF}"/>
              </a:ext>
            </a:extLst>
          </p:cNvPr>
          <p:cNvSpPr/>
          <p:nvPr/>
        </p:nvSpPr>
        <p:spPr>
          <a:xfrm>
            <a:off x="1066800" y="3700463"/>
            <a:ext cx="3505200" cy="533400"/>
          </a:xfrm>
          <a:prstGeom prst="roundRect">
            <a:avLst/>
          </a:prstGeom>
          <a:noFill/>
          <a:ln w="3810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Tree>
  </p:cSld>
  <p:clrMapOvr>
    <a:masterClrMapping/>
  </p:clrMapOvr>
  <p:transition spd="slow">
    <p:split orient="vert"/>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2"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Title 1">
            <a:extLst>
              <a:ext uri="{FF2B5EF4-FFF2-40B4-BE49-F238E27FC236}">
                <a16:creationId xmlns:a16="http://schemas.microsoft.com/office/drawing/2014/main" id="{8E361E54-E1BB-2856-B080-FA6FBFEB3030}"/>
              </a:ext>
            </a:extLst>
          </p:cNvPr>
          <p:cNvSpPr>
            <a:spLocks noGrp="1"/>
          </p:cNvSpPr>
          <p:nvPr>
            <p:ph type="title"/>
          </p:nvPr>
        </p:nvSpPr>
        <p:spPr/>
        <p:txBody>
          <a:bodyPr/>
          <a:lstStyle/>
          <a:p>
            <a:r>
              <a:rPr lang="en-US" altLang="en-US">
                <a:latin typeface="Open Sans" panose="020B0606030504020204" pitchFamily="34" charset="0"/>
              </a:rPr>
              <a:t>(Im)purity</a:t>
            </a:r>
          </a:p>
        </p:txBody>
      </p:sp>
      <p:sp>
        <p:nvSpPr>
          <p:cNvPr id="46083" name="Slide Number Placeholder 3">
            <a:extLst>
              <a:ext uri="{FF2B5EF4-FFF2-40B4-BE49-F238E27FC236}">
                <a16:creationId xmlns:a16="http://schemas.microsoft.com/office/drawing/2014/main" id="{9E9E8AF1-0BE8-0FBA-0F1E-14D450D4DC10}"/>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B7181199-547A-4DC0-9ECB-FEC8975BACCC}" type="slidenum">
              <a:rPr lang="en-US" altLang="en-US" sz="1200" smtClean="0">
                <a:solidFill>
                  <a:srgbClr val="898989"/>
                </a:solidFill>
              </a:rPr>
              <a:pPr>
                <a:spcBef>
                  <a:spcPct val="0"/>
                </a:spcBef>
                <a:buFontTx/>
                <a:buNone/>
              </a:pPr>
              <a:t>39</a:t>
            </a:fld>
            <a:endParaRPr lang="en-US" altLang="en-US" sz="1200">
              <a:solidFill>
                <a:srgbClr val="898989"/>
              </a:solidFill>
            </a:endParaRPr>
          </a:p>
        </p:txBody>
      </p:sp>
      <p:pic>
        <p:nvPicPr>
          <p:cNvPr id="46084" name="Picture 1">
            <a:extLst>
              <a:ext uri="{FF2B5EF4-FFF2-40B4-BE49-F238E27FC236}">
                <a16:creationId xmlns:a16="http://schemas.microsoft.com/office/drawing/2014/main" id="{5B244CF5-7067-2A21-CC04-81CF6F735EF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4838" y="2055813"/>
            <a:ext cx="8485187" cy="2973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TextBox 2">
            <a:extLst>
              <a:ext uri="{FF2B5EF4-FFF2-40B4-BE49-F238E27FC236}">
                <a16:creationId xmlns:a16="http://schemas.microsoft.com/office/drawing/2014/main" id="{1C8DF080-1D69-94DF-09E6-E28FDA75E70A}"/>
              </a:ext>
            </a:extLst>
          </p:cNvPr>
          <p:cNvSpPr txBox="1">
            <a:spLocks noChangeArrowheads="1"/>
          </p:cNvSpPr>
          <p:nvPr/>
        </p:nvSpPr>
        <p:spPr bwMode="auto">
          <a:xfrm>
            <a:off x="914400" y="5224463"/>
            <a:ext cx="7196138"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sz="2400"/>
              <a:t>The order of </a:t>
            </a:r>
            <a:r>
              <a:rPr lang="en-US" altLang="en-US" sz="2400" b="1"/>
              <a:t>impurity</a:t>
            </a:r>
            <a:r>
              <a:rPr lang="en-US" altLang="en-US" sz="2400"/>
              <a:t> (highest to lowest): A – B – C</a:t>
            </a:r>
          </a:p>
        </p:txBody>
      </p:sp>
    </p:spTree>
  </p:cSld>
  <p:clrMapOvr>
    <a:masterClrMapping/>
  </p:clrMapOvr>
  <p:transition spd="slow">
    <p:split orient="vert"/>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2"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ECAE93-57A1-2C06-5C59-0F44B920A808}"/>
              </a:ext>
            </a:extLst>
          </p:cNvPr>
          <p:cNvSpPr>
            <a:spLocks noGrp="1"/>
          </p:cNvSpPr>
          <p:nvPr>
            <p:ph type="title"/>
          </p:nvPr>
        </p:nvSpPr>
        <p:spPr/>
        <p:txBody>
          <a:bodyPr>
            <a:normAutofit fontScale="90000"/>
          </a:bodyPr>
          <a:lstStyle/>
          <a:p>
            <a:pPr>
              <a:defRPr/>
            </a:pPr>
            <a:r>
              <a:rPr lang="en-US" dirty="0"/>
              <a:t>Information Gain and Entropy</a:t>
            </a:r>
          </a:p>
        </p:txBody>
      </p:sp>
      <p:sp>
        <p:nvSpPr>
          <p:cNvPr id="47107" name="Content Placeholder 2">
            <a:extLst>
              <a:ext uri="{FF2B5EF4-FFF2-40B4-BE49-F238E27FC236}">
                <a16:creationId xmlns:a16="http://schemas.microsoft.com/office/drawing/2014/main" id="{2592E28F-158B-C7A6-CCF1-9A0B462DBA53}"/>
              </a:ext>
            </a:extLst>
          </p:cNvPr>
          <p:cNvSpPr>
            <a:spLocks noGrp="1"/>
          </p:cNvSpPr>
          <p:nvPr>
            <p:ph idx="1"/>
          </p:nvPr>
        </p:nvSpPr>
        <p:spPr/>
        <p:txBody>
          <a:bodyPr/>
          <a:lstStyle/>
          <a:p>
            <a:r>
              <a:rPr lang="en-US" altLang="en-US" b="1">
                <a:latin typeface="Open Sans" panose="020B0606030504020204" pitchFamily="34" charset="0"/>
              </a:rPr>
              <a:t>Information gain </a:t>
            </a:r>
            <a:r>
              <a:rPr lang="en-US" altLang="en-US">
                <a:latin typeface="Open Sans" panose="020B0606030504020204" pitchFamily="34" charset="0"/>
              </a:rPr>
              <a:t>is a measure of a reduction of uncertainty.</a:t>
            </a:r>
          </a:p>
          <a:p>
            <a:pPr lvl="1"/>
            <a:r>
              <a:rPr lang="en-US" altLang="en-US">
                <a:latin typeface="Open Sans" panose="020B0606030504020204" pitchFamily="34" charset="0"/>
              </a:rPr>
              <a:t>It increases with the average purity of the subsets.</a:t>
            </a:r>
          </a:p>
          <a:p>
            <a:r>
              <a:rPr lang="en-US" altLang="en-US">
                <a:latin typeface="Open Sans" panose="020B0606030504020204" pitchFamily="34" charset="0"/>
              </a:rPr>
              <a:t>To compute </a:t>
            </a:r>
            <a:r>
              <a:rPr lang="en-US" altLang="en-US">
                <a:solidFill>
                  <a:srgbClr val="0070C0"/>
                </a:solidFill>
                <a:latin typeface="Open Sans" panose="020B0606030504020204" pitchFamily="34" charset="0"/>
              </a:rPr>
              <a:t>information </a:t>
            </a:r>
            <a:r>
              <a:rPr lang="en-US" altLang="en-US">
                <a:latin typeface="Open Sans" panose="020B0606030504020204" pitchFamily="34" charset="0"/>
              </a:rPr>
              <a:t>gain, we need to compute </a:t>
            </a:r>
            <a:r>
              <a:rPr lang="en-US" altLang="en-US" b="1">
                <a:latin typeface="Open Sans" panose="020B0606030504020204" pitchFamily="34" charset="0"/>
              </a:rPr>
              <a:t>entropy.</a:t>
            </a:r>
          </a:p>
          <a:p>
            <a:r>
              <a:rPr lang="en-US" altLang="en-US" b="1">
                <a:latin typeface="Open Sans" panose="020B0606030504020204" pitchFamily="34" charset="0"/>
              </a:rPr>
              <a:t>Entropy </a:t>
            </a:r>
            <a:r>
              <a:rPr lang="en-US" altLang="en-US">
                <a:latin typeface="Open Sans" panose="020B0606030504020204" pitchFamily="34" charset="0"/>
              </a:rPr>
              <a:t>measures the impurity (or randomness) of a dataset.</a:t>
            </a:r>
          </a:p>
        </p:txBody>
      </p:sp>
      <p:sp>
        <p:nvSpPr>
          <p:cNvPr id="47108" name="Slide Number Placeholder 3">
            <a:extLst>
              <a:ext uri="{FF2B5EF4-FFF2-40B4-BE49-F238E27FC236}">
                <a16:creationId xmlns:a16="http://schemas.microsoft.com/office/drawing/2014/main" id="{7D90A05E-E9F7-9EBB-D7A1-1B552E42C3CB}"/>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6DC8A80B-E3B0-402F-9F62-B40E622EB2FC}" type="slidenum">
              <a:rPr lang="en-US" altLang="en-US" sz="1200" smtClean="0">
                <a:solidFill>
                  <a:srgbClr val="898989"/>
                </a:solidFill>
              </a:rPr>
              <a:pPr>
                <a:spcBef>
                  <a:spcPct val="0"/>
                </a:spcBef>
                <a:buFontTx/>
                <a:buNone/>
              </a:pPr>
              <a:t>40</a:t>
            </a:fld>
            <a:endParaRPr lang="en-US" altLang="en-US" sz="1200">
              <a:solidFill>
                <a:srgbClr val="898989"/>
              </a:solidFill>
            </a:endParaRPr>
          </a:p>
        </p:txBody>
      </p:sp>
    </p:spTree>
  </p:cSld>
  <p:clrMapOvr>
    <a:masterClrMapping/>
  </p:clrMapOvr>
  <p:transition spd="slow">
    <p:split orient="vert"/>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Title 1">
            <a:extLst>
              <a:ext uri="{FF2B5EF4-FFF2-40B4-BE49-F238E27FC236}">
                <a16:creationId xmlns:a16="http://schemas.microsoft.com/office/drawing/2014/main" id="{3811E262-FCBE-4A00-62FB-3A701A1816A8}"/>
              </a:ext>
            </a:extLst>
          </p:cNvPr>
          <p:cNvSpPr>
            <a:spLocks noGrp="1"/>
          </p:cNvSpPr>
          <p:nvPr>
            <p:ph type="title"/>
          </p:nvPr>
        </p:nvSpPr>
        <p:spPr/>
        <p:txBody>
          <a:bodyPr/>
          <a:lstStyle/>
          <a:p>
            <a:r>
              <a:rPr lang="en-US" altLang="en-US">
                <a:latin typeface="Open Sans" panose="020B0606030504020204" pitchFamily="34" charset="0"/>
              </a:rPr>
              <a:t>Entropy</a:t>
            </a:r>
          </a:p>
        </p:txBody>
      </p:sp>
      <p:sp>
        <p:nvSpPr>
          <p:cNvPr id="3" name="Content Placeholder 2">
            <a:extLst>
              <a:ext uri="{FF2B5EF4-FFF2-40B4-BE49-F238E27FC236}">
                <a16:creationId xmlns:a16="http://schemas.microsoft.com/office/drawing/2014/main" id="{18C04775-D54D-2AB4-4AB5-617EEC032D16}"/>
              </a:ext>
            </a:extLst>
          </p:cNvPr>
          <p:cNvSpPr>
            <a:spLocks noGrp="1" noRot="1" noChangeAspect="1" noMove="1" noResize="1" noEditPoints="1" noAdjustHandles="1" noChangeArrowheads="1" noChangeShapeType="1" noTextEdit="1"/>
          </p:cNvSpPr>
          <p:nvPr>
            <p:ph idx="1"/>
          </p:nvPr>
        </p:nvSpPr>
        <p:spPr>
          <a:blipFill>
            <a:blip r:embed="rId2"/>
            <a:stretch>
              <a:fillRect l="-1333" t="-1230"/>
            </a:stretch>
          </a:blipFill>
        </p:spPr>
        <p:txBody>
          <a:bodyPr/>
          <a:lstStyle/>
          <a:p>
            <a:pPr>
              <a:defRPr/>
            </a:pPr>
            <a:r>
              <a:rPr lang="en-US" dirty="0">
                <a:noFill/>
              </a:rPr>
              <a:t> </a:t>
            </a:r>
          </a:p>
        </p:txBody>
      </p:sp>
      <p:sp>
        <p:nvSpPr>
          <p:cNvPr id="48132" name="Slide Number Placeholder 3">
            <a:extLst>
              <a:ext uri="{FF2B5EF4-FFF2-40B4-BE49-F238E27FC236}">
                <a16:creationId xmlns:a16="http://schemas.microsoft.com/office/drawing/2014/main" id="{85791044-80C4-8CAC-CE0F-973DD61584B8}"/>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71A54ECC-EF98-43E3-83A2-60E556E99D6A}" type="slidenum">
              <a:rPr lang="en-US" altLang="en-US" sz="1200" smtClean="0">
                <a:solidFill>
                  <a:srgbClr val="898989"/>
                </a:solidFill>
              </a:rPr>
              <a:pPr>
                <a:spcBef>
                  <a:spcPct val="0"/>
                </a:spcBef>
                <a:buFontTx/>
                <a:buNone/>
              </a:pPr>
              <a:t>41</a:t>
            </a:fld>
            <a:endParaRPr lang="en-US" altLang="en-US" sz="1200">
              <a:solidFill>
                <a:srgbClr val="898989"/>
              </a:solidFill>
            </a:endParaRPr>
          </a:p>
        </p:txBody>
      </p:sp>
      <p:sp>
        <p:nvSpPr>
          <p:cNvPr id="6" name="Rectangle: Rounded Corners 5">
            <a:extLst>
              <a:ext uri="{FF2B5EF4-FFF2-40B4-BE49-F238E27FC236}">
                <a16:creationId xmlns:a16="http://schemas.microsoft.com/office/drawing/2014/main" id="{756D6E19-7374-FB3D-143C-8B1226539D19}"/>
              </a:ext>
            </a:extLst>
          </p:cNvPr>
          <p:cNvSpPr/>
          <p:nvPr/>
        </p:nvSpPr>
        <p:spPr>
          <a:xfrm>
            <a:off x="1447800" y="2187575"/>
            <a:ext cx="7315200" cy="1524000"/>
          </a:xfrm>
          <a:prstGeom prst="roundRect">
            <a:avLst/>
          </a:prstGeom>
          <a:noFill/>
          <a:ln w="38100"/>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48134" name="TextBox 1">
            <a:extLst>
              <a:ext uri="{FF2B5EF4-FFF2-40B4-BE49-F238E27FC236}">
                <a16:creationId xmlns:a16="http://schemas.microsoft.com/office/drawing/2014/main" id="{81220328-B2AB-A41C-F423-19D5A0BFB25B}"/>
              </a:ext>
            </a:extLst>
          </p:cNvPr>
          <p:cNvSpPr txBox="1">
            <a:spLocks noChangeArrowheads="1"/>
          </p:cNvSpPr>
          <p:nvPr/>
        </p:nvSpPr>
        <p:spPr bwMode="auto">
          <a:xfrm>
            <a:off x="1295400" y="5791200"/>
            <a:ext cx="5872163"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285750" indent="-28575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buFont typeface="Arial" panose="020B0604020202020204" pitchFamily="34" charset="0"/>
              <a:buChar char="•"/>
            </a:pPr>
            <a:r>
              <a:rPr lang="en-US" altLang="en-US"/>
              <a:t>Lower entropy means less random data distribution.</a:t>
            </a:r>
          </a:p>
          <a:p>
            <a:pPr>
              <a:buFont typeface="Arial" panose="020B0604020202020204" pitchFamily="34" charset="0"/>
              <a:buChar char="•"/>
            </a:pPr>
            <a:r>
              <a:rPr lang="en-US" altLang="en-US"/>
              <a:t>Higher entropy means more random data distribution</a:t>
            </a:r>
          </a:p>
        </p:txBody>
      </p:sp>
      <p:sp>
        <p:nvSpPr>
          <p:cNvPr id="48135" name="TextBox 7">
            <a:extLst>
              <a:ext uri="{FF2B5EF4-FFF2-40B4-BE49-F238E27FC236}">
                <a16:creationId xmlns:a16="http://schemas.microsoft.com/office/drawing/2014/main" id="{CDE8EEE0-8A9F-BA9A-8F3F-4B492FB4C018}"/>
              </a:ext>
            </a:extLst>
          </p:cNvPr>
          <p:cNvSpPr txBox="1">
            <a:spLocks noChangeArrowheads="1"/>
          </p:cNvSpPr>
          <p:nvPr/>
        </p:nvSpPr>
        <p:spPr bwMode="auto">
          <a:xfrm>
            <a:off x="4811713" y="4222750"/>
            <a:ext cx="176847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sz="2400">
                <a:latin typeface="Open Sans" panose="020B0606030504020204" pitchFamily="34" charset="0"/>
              </a:rPr>
              <a:t>(log base 2)</a:t>
            </a:r>
          </a:p>
        </p:txBody>
      </p:sp>
    </p:spTree>
  </p:cSld>
  <p:clrMapOvr>
    <a:masterClrMapping/>
  </p:clrMapOvr>
  <p:transition spd="slow">
    <p:split orient="vert"/>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C5D32E-70A7-23D3-1D8F-760337746F5F}"/>
              </a:ext>
            </a:extLst>
          </p:cNvPr>
          <p:cNvSpPr>
            <a:spLocks noGrp="1"/>
          </p:cNvSpPr>
          <p:nvPr>
            <p:ph type="title"/>
          </p:nvPr>
        </p:nvSpPr>
        <p:spPr/>
        <p:txBody>
          <a:bodyPr>
            <a:normAutofit fontScale="90000"/>
          </a:bodyPr>
          <a:lstStyle/>
          <a:p>
            <a:pPr>
              <a:defRPr/>
            </a:pPr>
            <a:r>
              <a:rPr lang="en-US" dirty="0"/>
              <a:t>Information Gain to Construct a Decision Tree</a:t>
            </a:r>
          </a:p>
        </p:txBody>
      </p:sp>
      <p:sp>
        <p:nvSpPr>
          <p:cNvPr id="3" name="Content Placeholder 2">
            <a:extLst>
              <a:ext uri="{FF2B5EF4-FFF2-40B4-BE49-F238E27FC236}">
                <a16:creationId xmlns:a16="http://schemas.microsoft.com/office/drawing/2014/main" id="{4BF47A7B-6B03-E201-1292-D3E9B89B79E5}"/>
              </a:ext>
            </a:extLst>
          </p:cNvPr>
          <p:cNvSpPr>
            <a:spLocks noGrp="1" noRot="1" noChangeAspect="1" noMove="1" noResize="1" noEditPoints="1" noAdjustHandles="1" noChangeArrowheads="1" noChangeShapeType="1" noTextEdit="1"/>
          </p:cNvSpPr>
          <p:nvPr>
            <p:ph idx="1"/>
          </p:nvPr>
        </p:nvSpPr>
        <p:spPr>
          <a:xfrm>
            <a:off x="685799" y="1676400"/>
            <a:ext cx="8448675" cy="4953000"/>
          </a:xfrm>
          <a:blipFill>
            <a:blip r:embed="rId2"/>
            <a:stretch>
              <a:fillRect l="-1082" t="-2583" r="-72" b="-2214"/>
            </a:stretch>
          </a:blipFill>
        </p:spPr>
        <p:txBody>
          <a:bodyPr/>
          <a:lstStyle/>
          <a:p>
            <a:pPr>
              <a:defRPr/>
            </a:pPr>
            <a:r>
              <a:rPr lang="en-US">
                <a:noFill/>
              </a:rPr>
              <a:t> </a:t>
            </a:r>
          </a:p>
        </p:txBody>
      </p:sp>
      <p:sp>
        <p:nvSpPr>
          <p:cNvPr id="49156" name="Slide Number Placeholder 3">
            <a:extLst>
              <a:ext uri="{FF2B5EF4-FFF2-40B4-BE49-F238E27FC236}">
                <a16:creationId xmlns:a16="http://schemas.microsoft.com/office/drawing/2014/main" id="{EFBAC629-758A-90FD-8072-57C4B94F0F51}"/>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523918F6-8BBD-4A4C-936A-D8B26CE21AF1}" type="slidenum">
              <a:rPr lang="en-US" altLang="en-US" sz="1200" smtClean="0">
                <a:solidFill>
                  <a:srgbClr val="898989"/>
                </a:solidFill>
              </a:rPr>
              <a:pPr>
                <a:spcBef>
                  <a:spcPct val="0"/>
                </a:spcBef>
                <a:buFontTx/>
                <a:buNone/>
              </a:pPr>
              <a:t>42</a:t>
            </a:fld>
            <a:endParaRPr lang="en-US" altLang="en-US" sz="1200">
              <a:solidFill>
                <a:srgbClr val="898989"/>
              </a:solidFill>
            </a:endParaRPr>
          </a:p>
        </p:txBody>
      </p:sp>
      <p:sp>
        <p:nvSpPr>
          <p:cNvPr id="5" name="Rectangle: Rounded Corners 4">
            <a:extLst>
              <a:ext uri="{FF2B5EF4-FFF2-40B4-BE49-F238E27FC236}">
                <a16:creationId xmlns:a16="http://schemas.microsoft.com/office/drawing/2014/main" id="{0BAFBC0A-1367-63CA-3E33-C128443AAF56}"/>
              </a:ext>
            </a:extLst>
          </p:cNvPr>
          <p:cNvSpPr/>
          <p:nvPr/>
        </p:nvSpPr>
        <p:spPr>
          <a:xfrm>
            <a:off x="1143000" y="2035175"/>
            <a:ext cx="7467600" cy="685800"/>
          </a:xfrm>
          <a:prstGeom prst="roundRect">
            <a:avLst/>
          </a:prstGeom>
          <a:noFill/>
          <a:ln w="38100"/>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Tree>
  </p:cSld>
  <p:clrMapOvr>
    <a:masterClrMapping/>
  </p:clrMapOvr>
  <p:transition spd="slow">
    <p:split orient="vert"/>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Title 1">
            <a:extLst>
              <a:ext uri="{FF2B5EF4-FFF2-40B4-BE49-F238E27FC236}">
                <a16:creationId xmlns:a16="http://schemas.microsoft.com/office/drawing/2014/main" id="{83F79A1D-F1F0-9F97-1F0F-43C3E8FB6C09}"/>
              </a:ext>
            </a:extLst>
          </p:cNvPr>
          <p:cNvSpPr>
            <a:spLocks noGrp="1"/>
          </p:cNvSpPr>
          <p:nvPr>
            <p:ph type="title"/>
          </p:nvPr>
        </p:nvSpPr>
        <p:spPr/>
        <p:txBody>
          <a:bodyPr/>
          <a:lstStyle/>
          <a:p>
            <a:r>
              <a:rPr lang="en-US" altLang="en-US" sz="2800">
                <a:latin typeface="Open Sans" panose="020B0606030504020204" pitchFamily="34" charset="0"/>
              </a:rPr>
              <a:t>Example: Drug Treatment</a:t>
            </a:r>
          </a:p>
        </p:txBody>
      </p:sp>
      <p:sp>
        <p:nvSpPr>
          <p:cNvPr id="50179" name="Content Placeholder 2">
            <a:extLst>
              <a:ext uri="{FF2B5EF4-FFF2-40B4-BE49-F238E27FC236}">
                <a16:creationId xmlns:a16="http://schemas.microsoft.com/office/drawing/2014/main" id="{7934E1A7-4920-A18D-B451-299401D1402E}"/>
              </a:ext>
            </a:extLst>
          </p:cNvPr>
          <p:cNvSpPr>
            <a:spLocks noGrp="1"/>
          </p:cNvSpPr>
          <p:nvPr>
            <p:ph idx="1"/>
          </p:nvPr>
        </p:nvSpPr>
        <p:spPr>
          <a:xfrm>
            <a:off x="762000" y="1612900"/>
            <a:ext cx="8001000" cy="1849438"/>
          </a:xfrm>
        </p:spPr>
        <p:txBody>
          <a:bodyPr/>
          <a:lstStyle/>
          <a:p>
            <a:pPr marL="0" indent="0">
              <a:buFont typeface="Arial" panose="020B0604020202020204" pitchFamily="34" charset="0"/>
              <a:buNone/>
            </a:pPr>
            <a:r>
              <a:rPr lang="en-US" altLang="en-US">
                <a:latin typeface="Open Sans" panose="020B0606030504020204" pitchFamily="34" charset="0"/>
              </a:rPr>
              <a:t>Build a decision tree based on the dataset below using </a:t>
            </a:r>
            <a:r>
              <a:rPr lang="en-US" altLang="en-US">
                <a:solidFill>
                  <a:srgbClr val="0070C0"/>
                </a:solidFill>
                <a:latin typeface="Open Sans" panose="020B0606030504020204" pitchFamily="34" charset="0"/>
              </a:rPr>
              <a:t>Information Gain </a:t>
            </a:r>
            <a:r>
              <a:rPr lang="en-US" altLang="en-US">
                <a:latin typeface="Open Sans" panose="020B0606030504020204" pitchFamily="34" charset="0"/>
              </a:rPr>
              <a:t>as the criteria!</a:t>
            </a:r>
          </a:p>
        </p:txBody>
      </p:sp>
      <p:sp>
        <p:nvSpPr>
          <p:cNvPr id="50180" name="Slide Number Placeholder 3">
            <a:extLst>
              <a:ext uri="{FF2B5EF4-FFF2-40B4-BE49-F238E27FC236}">
                <a16:creationId xmlns:a16="http://schemas.microsoft.com/office/drawing/2014/main" id="{C6AA8B6F-B96F-DA8A-6868-CDE99F0C4119}"/>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6BEF0AAD-8AB6-421F-ADC2-F4497DED9508}" type="slidenum">
              <a:rPr lang="en-US" altLang="en-US" sz="1200" smtClean="0">
                <a:solidFill>
                  <a:srgbClr val="898989"/>
                </a:solidFill>
              </a:rPr>
              <a:pPr>
                <a:spcBef>
                  <a:spcPct val="0"/>
                </a:spcBef>
                <a:buFontTx/>
                <a:buNone/>
              </a:pPr>
              <a:t>43</a:t>
            </a:fld>
            <a:endParaRPr lang="en-US" altLang="en-US" sz="1200">
              <a:solidFill>
                <a:srgbClr val="898989"/>
              </a:solidFill>
            </a:endParaRPr>
          </a:p>
        </p:txBody>
      </p:sp>
      <p:pic>
        <p:nvPicPr>
          <p:cNvPr id="50181" name="Content Placeholder 9">
            <a:extLst>
              <a:ext uri="{FF2B5EF4-FFF2-40B4-BE49-F238E27FC236}">
                <a16:creationId xmlns:a16="http://schemas.microsoft.com/office/drawing/2014/main" id="{80159FA8-A811-AA79-1D2E-D542E13BEA52}"/>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524000" y="2703513"/>
            <a:ext cx="6096000" cy="3770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split orient="vert"/>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Title 1">
            <a:extLst>
              <a:ext uri="{FF2B5EF4-FFF2-40B4-BE49-F238E27FC236}">
                <a16:creationId xmlns:a16="http://schemas.microsoft.com/office/drawing/2014/main" id="{C0F78E02-FC83-80BD-8758-07444022E566}"/>
              </a:ext>
            </a:extLst>
          </p:cNvPr>
          <p:cNvSpPr>
            <a:spLocks noGrp="1"/>
          </p:cNvSpPr>
          <p:nvPr>
            <p:ph type="title"/>
          </p:nvPr>
        </p:nvSpPr>
        <p:spPr/>
        <p:txBody>
          <a:bodyPr/>
          <a:lstStyle/>
          <a:p>
            <a:r>
              <a:rPr lang="en-US" altLang="en-US">
                <a:latin typeface="Open Sans" panose="020B0606030504020204" pitchFamily="34" charset="0"/>
              </a:rPr>
              <a:t>Understanding Entropy</a:t>
            </a:r>
            <a:br>
              <a:rPr lang="en-US" altLang="en-US">
                <a:latin typeface="Open Sans" panose="020B0606030504020204" pitchFamily="34" charset="0"/>
              </a:rPr>
            </a:br>
            <a:r>
              <a:rPr lang="en-US" altLang="en-US" sz="3100">
                <a:latin typeface="Open Sans" panose="020B0606030504020204" pitchFamily="34" charset="0"/>
              </a:rPr>
              <a:t>(Drug-Treatment Example)</a:t>
            </a:r>
            <a:endParaRPr lang="en-US" altLang="en-US">
              <a:latin typeface="Open Sans" panose="020B0606030504020204" pitchFamily="34" charset="0"/>
            </a:endParaRPr>
          </a:p>
        </p:txBody>
      </p:sp>
      <p:sp>
        <p:nvSpPr>
          <p:cNvPr id="51203" name="Slide Number Placeholder 3">
            <a:extLst>
              <a:ext uri="{FF2B5EF4-FFF2-40B4-BE49-F238E27FC236}">
                <a16:creationId xmlns:a16="http://schemas.microsoft.com/office/drawing/2014/main" id="{4AA7E022-3632-E604-A20F-8586C2365F60}"/>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136B36C4-ABBC-49ED-A1FD-7996448A3EAF}" type="slidenum">
              <a:rPr lang="en-US" altLang="en-US" smtClean="0">
                <a:solidFill>
                  <a:srgbClr val="898989"/>
                </a:solidFill>
                <a:latin typeface="Calibri" panose="020F0502020204030204" pitchFamily="34" charset="0"/>
              </a:rPr>
              <a:pPr/>
              <a:t>44</a:t>
            </a:fld>
            <a:endParaRPr lang="en-US" altLang="en-US">
              <a:solidFill>
                <a:srgbClr val="898989"/>
              </a:solidFill>
              <a:latin typeface="Calibri" panose="020F0502020204030204" pitchFamily="34" charset="0"/>
            </a:endParaRPr>
          </a:p>
        </p:txBody>
      </p:sp>
      <p:pic>
        <p:nvPicPr>
          <p:cNvPr id="51204" name="Content Placeholder 18">
            <a:extLst>
              <a:ext uri="{FF2B5EF4-FFF2-40B4-BE49-F238E27FC236}">
                <a16:creationId xmlns:a16="http://schemas.microsoft.com/office/drawing/2014/main" id="{3025C395-96C5-0DE5-1FDC-B4F02E84D36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95400" y="1744663"/>
            <a:ext cx="4305300" cy="4562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1205" name="TextBox 5">
            <a:extLst>
              <a:ext uri="{FF2B5EF4-FFF2-40B4-BE49-F238E27FC236}">
                <a16:creationId xmlns:a16="http://schemas.microsoft.com/office/drawing/2014/main" id="{FED004C5-5BC7-91A8-BD89-F73919C7DBBE}"/>
              </a:ext>
            </a:extLst>
          </p:cNvPr>
          <p:cNvSpPr txBox="1">
            <a:spLocks noChangeArrowheads="1"/>
          </p:cNvSpPr>
          <p:nvPr/>
        </p:nvSpPr>
        <p:spPr bwMode="auto">
          <a:xfrm>
            <a:off x="6057900" y="2967038"/>
            <a:ext cx="3108325"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r>
              <a:rPr lang="en-US" altLang="en-US"/>
              <a:t>distribution of class labels based on a particular attribute value</a:t>
            </a:r>
          </a:p>
        </p:txBody>
      </p:sp>
      <p:cxnSp>
        <p:nvCxnSpPr>
          <p:cNvPr id="8" name="Straight Arrow Connector 7">
            <a:extLst>
              <a:ext uri="{FF2B5EF4-FFF2-40B4-BE49-F238E27FC236}">
                <a16:creationId xmlns:a16="http://schemas.microsoft.com/office/drawing/2014/main" id="{8732BE65-45C0-4622-DE58-1D7FCDF9BC09}"/>
              </a:ext>
            </a:extLst>
          </p:cNvPr>
          <p:cNvCxnSpPr>
            <a:cxnSpLocks/>
          </p:cNvCxnSpPr>
          <p:nvPr/>
        </p:nvCxnSpPr>
        <p:spPr>
          <a:xfrm>
            <a:off x="5078413" y="2667000"/>
            <a:ext cx="1322387" cy="762000"/>
          </a:xfrm>
          <a:prstGeom prst="curvedConnector3">
            <a:avLst>
              <a:gd name="adj1" fmla="val 50000"/>
            </a:avLst>
          </a:prstGeom>
          <a:ln w="28575">
            <a:solidFill>
              <a:srgbClr val="FFC000"/>
            </a:solidFill>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transition spd="slow">
    <p:split orient="vert"/>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Title 1">
            <a:extLst>
              <a:ext uri="{FF2B5EF4-FFF2-40B4-BE49-F238E27FC236}">
                <a16:creationId xmlns:a16="http://schemas.microsoft.com/office/drawing/2014/main" id="{6F6542CF-191F-5DCD-3532-2799F5DE2100}"/>
              </a:ext>
            </a:extLst>
          </p:cNvPr>
          <p:cNvSpPr>
            <a:spLocks noGrp="1"/>
          </p:cNvSpPr>
          <p:nvPr>
            <p:ph type="title"/>
          </p:nvPr>
        </p:nvSpPr>
        <p:spPr/>
        <p:txBody>
          <a:bodyPr/>
          <a:lstStyle/>
          <a:p>
            <a:r>
              <a:rPr lang="en-US" altLang="en-US" sz="2800">
                <a:latin typeface="Open Sans" panose="020B0606030504020204" pitchFamily="34" charset="0"/>
              </a:rPr>
              <a:t>Constructing Decision Tree:</a:t>
            </a:r>
            <a:br>
              <a:rPr lang="en-US" altLang="en-US" sz="2800">
                <a:latin typeface="Open Sans" panose="020B0606030504020204" pitchFamily="34" charset="0"/>
              </a:rPr>
            </a:br>
            <a:r>
              <a:rPr lang="en-US" altLang="en-US" sz="2800">
                <a:latin typeface="Open Sans" panose="020B0606030504020204" pitchFamily="34" charset="0"/>
              </a:rPr>
              <a:t>Drug-Treatment Example</a:t>
            </a:r>
          </a:p>
        </p:txBody>
      </p:sp>
      <p:sp>
        <p:nvSpPr>
          <p:cNvPr id="52227" name="Slide Number Placeholder 3">
            <a:extLst>
              <a:ext uri="{FF2B5EF4-FFF2-40B4-BE49-F238E27FC236}">
                <a16:creationId xmlns:a16="http://schemas.microsoft.com/office/drawing/2014/main" id="{873020F3-6F60-A3E7-4DA0-D6C26B6498AE}"/>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121623DF-E25F-4E3C-936A-A9ACD90E1FC6}" type="slidenum">
              <a:rPr lang="en-US" altLang="en-US" sz="1200" smtClean="0">
                <a:solidFill>
                  <a:srgbClr val="898989"/>
                </a:solidFill>
              </a:rPr>
              <a:pPr>
                <a:spcBef>
                  <a:spcPct val="0"/>
                </a:spcBef>
                <a:buFontTx/>
                <a:buNone/>
              </a:pPr>
              <a:t>45</a:t>
            </a:fld>
            <a:endParaRPr lang="en-US" altLang="en-US" sz="1200">
              <a:solidFill>
                <a:srgbClr val="898989"/>
              </a:solidFill>
            </a:endParaRPr>
          </a:p>
        </p:txBody>
      </p:sp>
      <p:pic>
        <p:nvPicPr>
          <p:cNvPr id="52228" name="Content Placeholder 8">
            <a:extLst>
              <a:ext uri="{FF2B5EF4-FFF2-40B4-BE49-F238E27FC236}">
                <a16:creationId xmlns:a16="http://schemas.microsoft.com/office/drawing/2014/main" id="{9317FB66-0A37-1845-6855-22C6ED0B97C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b="46970"/>
          <a:stretch>
            <a:fillRect/>
          </a:stretch>
        </p:blipFill>
        <p:spPr bwMode="auto">
          <a:xfrm>
            <a:off x="6040438" y="2335213"/>
            <a:ext cx="3114675" cy="1017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2229" name="Content Placeholder 7">
            <a:extLst>
              <a:ext uri="{FF2B5EF4-FFF2-40B4-BE49-F238E27FC236}">
                <a16:creationId xmlns:a16="http://schemas.microsoft.com/office/drawing/2014/main" id="{D48D733D-8A72-92AC-A88C-CA98EC5FC459}"/>
              </a:ext>
            </a:extLst>
          </p:cNvPr>
          <p:cNvPicPr>
            <a:picLocks noGrp="1" noChangeAspect="1" noChangeArrowheads="1"/>
          </p:cNvPicPr>
          <p:nvPr>
            <p:ph sz="half" idx="1"/>
          </p:nvPr>
        </p:nvPicPr>
        <p:blipFill>
          <a:blip r:embed="rId3">
            <a:extLst>
              <a:ext uri="{28A0092B-C50C-407E-A947-70E740481C1C}">
                <a14:useLocalDpi xmlns:a14="http://schemas.microsoft.com/office/drawing/2010/main" val="0"/>
              </a:ext>
            </a:extLst>
          </a:blip>
          <a:srcRect/>
          <a:stretch>
            <a:fillRect/>
          </a:stretch>
        </p:blipFill>
        <p:spPr>
          <a:xfrm>
            <a:off x="609600" y="1793875"/>
            <a:ext cx="5334000" cy="3095625"/>
          </a:xfrm>
        </p:spPr>
      </p:pic>
      <p:sp>
        <p:nvSpPr>
          <p:cNvPr id="52230" name="TextBox 2">
            <a:extLst>
              <a:ext uri="{FF2B5EF4-FFF2-40B4-BE49-F238E27FC236}">
                <a16:creationId xmlns:a16="http://schemas.microsoft.com/office/drawing/2014/main" id="{E46B49A2-27BE-24BA-FECB-A3A402BC29B6}"/>
              </a:ext>
            </a:extLst>
          </p:cNvPr>
          <p:cNvSpPr txBox="1">
            <a:spLocks noChangeArrowheads="1"/>
          </p:cNvSpPr>
          <p:nvPr/>
        </p:nvSpPr>
        <p:spPr bwMode="auto">
          <a:xfrm>
            <a:off x="5943600" y="1922463"/>
            <a:ext cx="258445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u="sng">
                <a:latin typeface="Open Sans" panose="020B0606030504020204" pitchFamily="34" charset="0"/>
              </a:rPr>
              <a:t>entropy before splitting</a:t>
            </a:r>
          </a:p>
        </p:txBody>
      </p:sp>
      <p:sp>
        <p:nvSpPr>
          <p:cNvPr id="52231" name="TextBox 3">
            <a:extLst>
              <a:ext uri="{FF2B5EF4-FFF2-40B4-BE49-F238E27FC236}">
                <a16:creationId xmlns:a16="http://schemas.microsoft.com/office/drawing/2014/main" id="{972D7D32-2EB1-32A8-A878-910AF688AD85}"/>
              </a:ext>
            </a:extLst>
          </p:cNvPr>
          <p:cNvSpPr txBox="1">
            <a:spLocks noChangeArrowheads="1"/>
          </p:cNvSpPr>
          <p:nvPr/>
        </p:nvSpPr>
        <p:spPr bwMode="auto">
          <a:xfrm>
            <a:off x="609600" y="5334000"/>
            <a:ext cx="8229600" cy="101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sz="2000" b="1"/>
              <a:t>Next step:</a:t>
            </a:r>
            <a:r>
              <a:rPr lang="en-US" altLang="en-US" sz="2000"/>
              <a:t> calculate </a:t>
            </a:r>
            <a:r>
              <a:rPr lang="en-US" altLang="en-US" sz="2000" b="1">
                <a:solidFill>
                  <a:srgbClr val="0070C0"/>
                </a:solidFill>
              </a:rPr>
              <a:t>entropy</a:t>
            </a:r>
            <a:r>
              <a:rPr lang="en-US" altLang="en-US" sz="2000"/>
              <a:t> for each attribute, and then calculate </a:t>
            </a:r>
            <a:r>
              <a:rPr lang="en-US" altLang="en-US" sz="2000" b="1">
                <a:solidFill>
                  <a:srgbClr val="0070C0"/>
                </a:solidFill>
              </a:rPr>
              <a:t>information gain (IG)</a:t>
            </a:r>
            <a:r>
              <a:rPr lang="en-US" altLang="en-US" sz="2000"/>
              <a:t>. The one that has </a:t>
            </a:r>
            <a:r>
              <a:rPr lang="en-US" altLang="en-US" sz="2000" u="sng"/>
              <a:t>the highest IG</a:t>
            </a:r>
            <a:r>
              <a:rPr lang="en-US" altLang="en-US" sz="2000"/>
              <a:t> will be selected as the root of the tree.</a:t>
            </a:r>
          </a:p>
        </p:txBody>
      </p:sp>
    </p:spTree>
  </p:cSld>
  <p:clrMapOvr>
    <a:masterClrMapping/>
  </p:clrMapOvr>
  <p:transition spd="slow">
    <p:split orient="vert"/>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Title 1">
            <a:extLst>
              <a:ext uri="{FF2B5EF4-FFF2-40B4-BE49-F238E27FC236}">
                <a16:creationId xmlns:a16="http://schemas.microsoft.com/office/drawing/2014/main" id="{0A40DB2E-66DE-DAA0-28D6-AAF0D71130C6}"/>
              </a:ext>
            </a:extLst>
          </p:cNvPr>
          <p:cNvSpPr>
            <a:spLocks noGrp="1"/>
          </p:cNvSpPr>
          <p:nvPr>
            <p:ph type="title"/>
          </p:nvPr>
        </p:nvSpPr>
        <p:spPr/>
        <p:txBody>
          <a:bodyPr/>
          <a:lstStyle/>
          <a:p>
            <a:r>
              <a:rPr lang="en-US" altLang="en-US" sz="2800">
                <a:latin typeface="Open Sans" panose="020B0606030504020204" pitchFamily="34" charset="0"/>
              </a:rPr>
              <a:t>Constructing Decision Tree:</a:t>
            </a:r>
            <a:br>
              <a:rPr lang="en-US" altLang="en-US" sz="2800">
                <a:latin typeface="Open Sans" panose="020B0606030504020204" pitchFamily="34" charset="0"/>
              </a:rPr>
            </a:br>
            <a:r>
              <a:rPr lang="en-US" altLang="en-US" sz="2800">
                <a:latin typeface="Open Sans" panose="020B0606030504020204" pitchFamily="34" charset="0"/>
              </a:rPr>
              <a:t>Drug-Treatment Example</a:t>
            </a:r>
            <a:r>
              <a:rPr lang="en-US" altLang="en-US" sz="2400">
                <a:latin typeface="Open Sans" panose="020B0606030504020204" pitchFamily="34" charset="0"/>
              </a:rPr>
              <a:t> (cont.)</a:t>
            </a:r>
            <a:endParaRPr lang="en-US" altLang="en-US" sz="2800">
              <a:latin typeface="Open Sans" panose="020B0606030504020204" pitchFamily="34" charset="0"/>
            </a:endParaRPr>
          </a:p>
        </p:txBody>
      </p:sp>
      <p:sp>
        <p:nvSpPr>
          <p:cNvPr id="53251" name="Slide Number Placeholder 3">
            <a:extLst>
              <a:ext uri="{FF2B5EF4-FFF2-40B4-BE49-F238E27FC236}">
                <a16:creationId xmlns:a16="http://schemas.microsoft.com/office/drawing/2014/main" id="{82480EDB-A085-6049-0221-AA70E620FE02}"/>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49AA8525-FD70-40A8-A081-8991FD7D97EF}" type="slidenum">
              <a:rPr lang="en-US" altLang="en-US" sz="1200" smtClean="0">
                <a:solidFill>
                  <a:srgbClr val="898989"/>
                </a:solidFill>
              </a:rPr>
              <a:pPr>
                <a:spcBef>
                  <a:spcPct val="0"/>
                </a:spcBef>
                <a:buFontTx/>
                <a:buNone/>
              </a:pPr>
              <a:t>46</a:t>
            </a:fld>
            <a:endParaRPr lang="en-US" altLang="en-US" sz="1200">
              <a:solidFill>
                <a:srgbClr val="898989"/>
              </a:solidFill>
            </a:endParaRPr>
          </a:p>
        </p:txBody>
      </p:sp>
      <p:sp>
        <p:nvSpPr>
          <p:cNvPr id="53252" name="Content Placeholder 1">
            <a:extLst>
              <a:ext uri="{FF2B5EF4-FFF2-40B4-BE49-F238E27FC236}">
                <a16:creationId xmlns:a16="http://schemas.microsoft.com/office/drawing/2014/main" id="{F19AF51C-9E6A-0DD8-7DB6-0248D0EF499C}"/>
              </a:ext>
            </a:extLst>
          </p:cNvPr>
          <p:cNvSpPr>
            <a:spLocks noGrp="1"/>
          </p:cNvSpPr>
          <p:nvPr>
            <p:ph idx="1"/>
          </p:nvPr>
        </p:nvSpPr>
        <p:spPr>
          <a:xfrm>
            <a:off x="838200" y="1755775"/>
            <a:ext cx="8229600" cy="4953000"/>
          </a:xfrm>
        </p:spPr>
        <p:txBody>
          <a:bodyPr/>
          <a:lstStyle/>
          <a:p>
            <a:r>
              <a:rPr lang="en-US" altLang="en-US">
                <a:latin typeface="Open Sans" panose="020B0606030504020204" pitchFamily="34" charset="0"/>
              </a:rPr>
              <a:t>Entropy for “Age”</a:t>
            </a:r>
          </a:p>
        </p:txBody>
      </p:sp>
      <p:pic>
        <p:nvPicPr>
          <p:cNvPr id="53253" name="Content Placeholder 9">
            <a:extLst>
              <a:ext uri="{FF2B5EF4-FFF2-40B4-BE49-F238E27FC236}">
                <a16:creationId xmlns:a16="http://schemas.microsoft.com/office/drawing/2014/main" id="{B87FB0EF-9222-7979-EDC3-7CB74F36C6C9}"/>
              </a:ext>
            </a:extLst>
          </p:cNvPr>
          <p:cNvPicPr>
            <a:picLocks noChangeAspect="1"/>
          </p:cNvPicPr>
          <p:nvPr/>
        </p:nvPicPr>
        <p:blipFill>
          <a:blip r:embed="rId3">
            <a:extLst>
              <a:ext uri="{28A0092B-C50C-407E-A947-70E740481C1C}">
                <a14:useLocalDpi xmlns:a14="http://schemas.microsoft.com/office/drawing/2010/main" val="0"/>
              </a:ext>
            </a:extLst>
          </a:blip>
          <a:srcRect b="6969"/>
          <a:stretch>
            <a:fillRect/>
          </a:stretch>
        </p:blipFill>
        <p:spPr bwMode="auto">
          <a:xfrm>
            <a:off x="609600" y="2449513"/>
            <a:ext cx="5824538" cy="3417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Rectangle 2">
            <a:extLst>
              <a:ext uri="{FF2B5EF4-FFF2-40B4-BE49-F238E27FC236}">
                <a16:creationId xmlns:a16="http://schemas.microsoft.com/office/drawing/2014/main" id="{456C3807-A62A-62E8-62C9-D88F898AAED6}"/>
              </a:ext>
            </a:extLst>
          </p:cNvPr>
          <p:cNvSpPr/>
          <p:nvPr/>
        </p:nvSpPr>
        <p:spPr>
          <a:xfrm>
            <a:off x="1878013" y="2674938"/>
            <a:ext cx="4556125" cy="469900"/>
          </a:xfrm>
          <a:prstGeom prst="rect">
            <a:avLst/>
          </a:prstGeom>
          <a:solidFill>
            <a:srgbClr val="F2F89E">
              <a:alpha val="47843"/>
            </a:srgbClr>
          </a:solidFill>
          <a:ln>
            <a:solidFill>
              <a:srgbClr val="F2F89E"/>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10" name="Rectangle 9">
            <a:extLst>
              <a:ext uri="{FF2B5EF4-FFF2-40B4-BE49-F238E27FC236}">
                <a16:creationId xmlns:a16="http://schemas.microsoft.com/office/drawing/2014/main" id="{65E6F610-29EE-76CE-D474-C5AD7FE53535}"/>
              </a:ext>
            </a:extLst>
          </p:cNvPr>
          <p:cNvSpPr/>
          <p:nvPr/>
        </p:nvSpPr>
        <p:spPr>
          <a:xfrm>
            <a:off x="1885950" y="3168650"/>
            <a:ext cx="4548188" cy="179388"/>
          </a:xfrm>
          <a:prstGeom prst="rect">
            <a:avLst/>
          </a:prstGeom>
          <a:solidFill>
            <a:srgbClr val="92D050">
              <a:alpha val="47843"/>
            </a:srgbClr>
          </a:solidFill>
          <a:ln>
            <a:solidFill>
              <a:srgbClr val="F2F89E"/>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pic>
        <p:nvPicPr>
          <p:cNvPr id="53256" name="Picture 12">
            <a:extLst>
              <a:ext uri="{FF2B5EF4-FFF2-40B4-BE49-F238E27FC236}">
                <a16:creationId xmlns:a16="http://schemas.microsoft.com/office/drawing/2014/main" id="{FDBC5A00-19A0-A4A4-7A58-A432CD6DF2A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605588" y="2466975"/>
            <a:ext cx="2505075" cy="293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5" name="Straight Connector 14">
            <a:extLst>
              <a:ext uri="{FF2B5EF4-FFF2-40B4-BE49-F238E27FC236}">
                <a16:creationId xmlns:a16="http://schemas.microsoft.com/office/drawing/2014/main" id="{52485422-E753-1D9E-643E-39A39616460B}"/>
              </a:ext>
            </a:extLst>
          </p:cNvPr>
          <p:cNvCxnSpPr/>
          <p:nvPr/>
        </p:nvCxnSpPr>
        <p:spPr>
          <a:xfrm>
            <a:off x="7924800" y="4016375"/>
            <a:ext cx="0" cy="91440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53258" name="TextBox 15">
            <a:extLst>
              <a:ext uri="{FF2B5EF4-FFF2-40B4-BE49-F238E27FC236}">
                <a16:creationId xmlns:a16="http://schemas.microsoft.com/office/drawing/2014/main" id="{A22E3981-C2B0-9667-32DD-E81CB23F062A}"/>
              </a:ext>
            </a:extLst>
          </p:cNvPr>
          <p:cNvSpPr txBox="1">
            <a:spLocks noChangeArrowheads="1"/>
          </p:cNvSpPr>
          <p:nvPr/>
        </p:nvSpPr>
        <p:spPr bwMode="auto">
          <a:xfrm>
            <a:off x="6934200" y="4025900"/>
            <a:ext cx="609600"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sz="1200">
                <a:latin typeface="Open Sans" panose="020B0606030504020204" pitchFamily="34" charset="0"/>
              </a:rPr>
              <a:t>Young</a:t>
            </a:r>
          </a:p>
        </p:txBody>
      </p:sp>
      <p:sp>
        <p:nvSpPr>
          <p:cNvPr id="53259" name="TextBox 18">
            <a:extLst>
              <a:ext uri="{FF2B5EF4-FFF2-40B4-BE49-F238E27FC236}">
                <a16:creationId xmlns:a16="http://schemas.microsoft.com/office/drawing/2014/main" id="{5C351002-BE4F-1A57-5A14-F9DA4757D4B7}"/>
              </a:ext>
            </a:extLst>
          </p:cNvPr>
          <p:cNvSpPr txBox="1">
            <a:spLocks noChangeArrowheads="1"/>
          </p:cNvSpPr>
          <p:nvPr/>
        </p:nvSpPr>
        <p:spPr bwMode="auto">
          <a:xfrm>
            <a:off x="7456488" y="4171950"/>
            <a:ext cx="969962" cy="277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sz="1200">
                <a:latin typeface="Open Sans" panose="020B0606030504020204" pitchFamily="34" charset="0"/>
              </a:rPr>
              <a:t>Middle-age</a:t>
            </a:r>
          </a:p>
        </p:txBody>
      </p:sp>
      <p:sp>
        <p:nvSpPr>
          <p:cNvPr id="53260" name="TextBox 19">
            <a:extLst>
              <a:ext uri="{FF2B5EF4-FFF2-40B4-BE49-F238E27FC236}">
                <a16:creationId xmlns:a16="http://schemas.microsoft.com/office/drawing/2014/main" id="{935A22F2-A0C8-59E2-FFE2-AE90DBACCDF2}"/>
              </a:ext>
            </a:extLst>
          </p:cNvPr>
          <p:cNvSpPr txBox="1">
            <a:spLocks noChangeArrowheads="1"/>
          </p:cNvSpPr>
          <p:nvPr/>
        </p:nvSpPr>
        <p:spPr bwMode="auto">
          <a:xfrm>
            <a:off x="8272463" y="4049713"/>
            <a:ext cx="612775"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sz="1200">
                <a:latin typeface="Open Sans" panose="020B0606030504020204" pitchFamily="34" charset="0"/>
              </a:rPr>
              <a:t>Senior</a:t>
            </a:r>
          </a:p>
        </p:txBody>
      </p:sp>
      <p:sp>
        <p:nvSpPr>
          <p:cNvPr id="53261" name="TextBox 16">
            <a:extLst>
              <a:ext uri="{FF2B5EF4-FFF2-40B4-BE49-F238E27FC236}">
                <a16:creationId xmlns:a16="http://schemas.microsoft.com/office/drawing/2014/main" id="{AEC48F2F-1E48-CC91-6F11-BBE61ECB5951}"/>
              </a:ext>
            </a:extLst>
          </p:cNvPr>
          <p:cNvSpPr txBox="1">
            <a:spLocks noChangeArrowheads="1"/>
          </p:cNvSpPr>
          <p:nvPr/>
        </p:nvSpPr>
        <p:spPr bwMode="auto">
          <a:xfrm>
            <a:off x="6664325" y="4648200"/>
            <a:ext cx="104298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sz="1200" b="1"/>
              <a:t>S: [2 </a:t>
            </a:r>
            <a:r>
              <a:rPr lang="en-US" altLang="en-US" sz="1200" b="1">
                <a:solidFill>
                  <a:srgbClr val="00B050"/>
                </a:solidFill>
              </a:rPr>
              <a:t>B</a:t>
            </a:r>
            <a:r>
              <a:rPr lang="en-US" altLang="en-US" sz="1200" b="1"/>
              <a:t>, 3 </a:t>
            </a:r>
            <a:r>
              <a:rPr lang="en-US" altLang="en-US" sz="1200" b="1">
                <a:solidFill>
                  <a:srgbClr val="FF0000"/>
                </a:solidFill>
              </a:rPr>
              <a:t>A</a:t>
            </a:r>
            <a:r>
              <a:rPr lang="en-US" altLang="en-US" sz="1200" b="1"/>
              <a:t>]</a:t>
            </a:r>
          </a:p>
          <a:p>
            <a:r>
              <a:rPr lang="en-US" altLang="en-US" sz="1200" b="1"/>
              <a:t>E = 0.971</a:t>
            </a:r>
          </a:p>
        </p:txBody>
      </p:sp>
      <p:sp>
        <p:nvSpPr>
          <p:cNvPr id="53262" name="TextBox 21">
            <a:extLst>
              <a:ext uri="{FF2B5EF4-FFF2-40B4-BE49-F238E27FC236}">
                <a16:creationId xmlns:a16="http://schemas.microsoft.com/office/drawing/2014/main" id="{9F13C3CD-F02E-7F18-232A-9EE4CED6092C}"/>
              </a:ext>
            </a:extLst>
          </p:cNvPr>
          <p:cNvSpPr txBox="1">
            <a:spLocks noChangeArrowheads="1"/>
          </p:cNvSpPr>
          <p:nvPr/>
        </p:nvSpPr>
        <p:spPr bwMode="auto">
          <a:xfrm>
            <a:off x="7448550" y="5214938"/>
            <a:ext cx="1042988"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sz="1200" b="1"/>
              <a:t>S: [4 </a:t>
            </a:r>
            <a:r>
              <a:rPr lang="en-US" altLang="en-US" sz="1200" b="1">
                <a:solidFill>
                  <a:srgbClr val="00B050"/>
                </a:solidFill>
              </a:rPr>
              <a:t>B</a:t>
            </a:r>
            <a:r>
              <a:rPr lang="en-US" altLang="en-US" sz="1200" b="1"/>
              <a:t>, 0 </a:t>
            </a:r>
            <a:r>
              <a:rPr lang="en-US" altLang="en-US" sz="1200" b="1">
                <a:solidFill>
                  <a:srgbClr val="FF0000"/>
                </a:solidFill>
              </a:rPr>
              <a:t>A</a:t>
            </a:r>
            <a:r>
              <a:rPr lang="en-US" altLang="en-US" sz="1200" b="1"/>
              <a:t>]</a:t>
            </a:r>
          </a:p>
          <a:p>
            <a:r>
              <a:rPr lang="en-US" altLang="en-US" sz="1200" b="1"/>
              <a:t>E = 0</a:t>
            </a:r>
          </a:p>
        </p:txBody>
      </p:sp>
      <p:sp>
        <p:nvSpPr>
          <p:cNvPr id="53263" name="TextBox 22">
            <a:extLst>
              <a:ext uri="{FF2B5EF4-FFF2-40B4-BE49-F238E27FC236}">
                <a16:creationId xmlns:a16="http://schemas.microsoft.com/office/drawing/2014/main" id="{F6279DF5-9738-6700-34AA-55A14CD10073}"/>
              </a:ext>
            </a:extLst>
          </p:cNvPr>
          <p:cNvSpPr txBox="1">
            <a:spLocks noChangeArrowheads="1"/>
          </p:cNvSpPr>
          <p:nvPr/>
        </p:nvSpPr>
        <p:spPr bwMode="auto">
          <a:xfrm>
            <a:off x="8158163" y="4662488"/>
            <a:ext cx="1042987"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sz="1200" b="1"/>
              <a:t>S: [3 </a:t>
            </a:r>
            <a:r>
              <a:rPr lang="en-US" altLang="en-US" sz="1200" b="1">
                <a:solidFill>
                  <a:srgbClr val="00B050"/>
                </a:solidFill>
              </a:rPr>
              <a:t>B</a:t>
            </a:r>
            <a:r>
              <a:rPr lang="en-US" altLang="en-US" sz="1200" b="1"/>
              <a:t>, 2 </a:t>
            </a:r>
            <a:r>
              <a:rPr lang="en-US" altLang="en-US" sz="1200" b="1">
                <a:solidFill>
                  <a:srgbClr val="FF0000"/>
                </a:solidFill>
              </a:rPr>
              <a:t>A</a:t>
            </a:r>
            <a:r>
              <a:rPr lang="en-US" altLang="en-US" sz="1200" b="1"/>
              <a:t>]</a:t>
            </a:r>
          </a:p>
          <a:p>
            <a:r>
              <a:rPr lang="en-US" altLang="en-US" sz="1200" b="1"/>
              <a:t>E = 0.971</a:t>
            </a:r>
          </a:p>
        </p:txBody>
      </p:sp>
      <p:sp>
        <p:nvSpPr>
          <p:cNvPr id="21" name="Rectangle 20">
            <a:extLst>
              <a:ext uri="{FF2B5EF4-FFF2-40B4-BE49-F238E27FC236}">
                <a16:creationId xmlns:a16="http://schemas.microsoft.com/office/drawing/2014/main" id="{DEACDC82-D8B1-7AA7-C3DB-D169714866A2}"/>
              </a:ext>
            </a:extLst>
          </p:cNvPr>
          <p:cNvSpPr/>
          <p:nvPr/>
        </p:nvSpPr>
        <p:spPr>
          <a:xfrm>
            <a:off x="1885950" y="4279900"/>
            <a:ext cx="4554538" cy="469900"/>
          </a:xfrm>
          <a:prstGeom prst="rect">
            <a:avLst/>
          </a:prstGeom>
          <a:solidFill>
            <a:srgbClr val="F2F89E">
              <a:alpha val="47843"/>
            </a:srgbClr>
          </a:solidFill>
          <a:ln>
            <a:solidFill>
              <a:srgbClr val="F2F89E"/>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24" name="Rectangle 23">
            <a:extLst>
              <a:ext uri="{FF2B5EF4-FFF2-40B4-BE49-F238E27FC236}">
                <a16:creationId xmlns:a16="http://schemas.microsoft.com/office/drawing/2014/main" id="{1F09803D-CC68-9258-42D6-F9D8FF162E04}"/>
              </a:ext>
            </a:extLst>
          </p:cNvPr>
          <p:cNvSpPr/>
          <p:nvPr/>
        </p:nvSpPr>
        <p:spPr>
          <a:xfrm>
            <a:off x="1885950" y="4953000"/>
            <a:ext cx="4554538" cy="238125"/>
          </a:xfrm>
          <a:prstGeom prst="rect">
            <a:avLst/>
          </a:prstGeom>
          <a:solidFill>
            <a:srgbClr val="F2F89E">
              <a:alpha val="47843"/>
            </a:srgbClr>
          </a:solidFill>
          <a:ln>
            <a:solidFill>
              <a:srgbClr val="F2F89E"/>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25" name="Rectangle 24">
            <a:extLst>
              <a:ext uri="{FF2B5EF4-FFF2-40B4-BE49-F238E27FC236}">
                <a16:creationId xmlns:a16="http://schemas.microsoft.com/office/drawing/2014/main" id="{8D210D35-1026-0499-D515-C9C280B2161D}"/>
              </a:ext>
            </a:extLst>
          </p:cNvPr>
          <p:cNvSpPr/>
          <p:nvPr/>
        </p:nvSpPr>
        <p:spPr>
          <a:xfrm>
            <a:off x="1892300" y="4071938"/>
            <a:ext cx="4548188" cy="179387"/>
          </a:xfrm>
          <a:prstGeom prst="rect">
            <a:avLst/>
          </a:prstGeom>
          <a:solidFill>
            <a:srgbClr val="92D050">
              <a:alpha val="47843"/>
            </a:srgbClr>
          </a:solidFill>
          <a:ln>
            <a:solidFill>
              <a:srgbClr val="F2F89E"/>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26" name="Rectangle 25">
            <a:extLst>
              <a:ext uri="{FF2B5EF4-FFF2-40B4-BE49-F238E27FC236}">
                <a16:creationId xmlns:a16="http://schemas.microsoft.com/office/drawing/2014/main" id="{089720DE-2263-28D0-CBF6-3EF006FD2B63}"/>
              </a:ext>
            </a:extLst>
          </p:cNvPr>
          <p:cNvSpPr/>
          <p:nvPr/>
        </p:nvSpPr>
        <p:spPr>
          <a:xfrm>
            <a:off x="1892300" y="5213350"/>
            <a:ext cx="4548188" cy="438150"/>
          </a:xfrm>
          <a:prstGeom prst="rect">
            <a:avLst/>
          </a:prstGeom>
          <a:solidFill>
            <a:srgbClr val="92D050">
              <a:alpha val="47843"/>
            </a:srgbClr>
          </a:solidFill>
          <a:ln>
            <a:solidFill>
              <a:srgbClr val="F2F89E"/>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53268" name="TextBox 3">
            <a:extLst>
              <a:ext uri="{FF2B5EF4-FFF2-40B4-BE49-F238E27FC236}">
                <a16:creationId xmlns:a16="http://schemas.microsoft.com/office/drawing/2014/main" id="{786B4AC1-9FB0-496D-C111-FC32301434C4}"/>
              </a:ext>
            </a:extLst>
          </p:cNvPr>
          <p:cNvSpPr txBox="1">
            <a:spLocks noChangeArrowheads="1"/>
          </p:cNvSpPr>
          <p:nvPr/>
        </p:nvSpPr>
        <p:spPr bwMode="auto">
          <a:xfrm>
            <a:off x="7662863" y="3713163"/>
            <a:ext cx="520700" cy="274637"/>
          </a:xfrm>
          <a:prstGeom prst="rect">
            <a:avLst/>
          </a:prstGeom>
          <a:solidFill>
            <a:srgbClr val="45ACE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sz="1400" b="1">
                <a:latin typeface="Open Sans" panose="020B0606030504020204" pitchFamily="34" charset="0"/>
              </a:rPr>
              <a:t>Age</a:t>
            </a:r>
          </a:p>
        </p:txBody>
      </p:sp>
      <p:sp>
        <p:nvSpPr>
          <p:cNvPr id="6" name="TextBox 5">
            <a:extLst>
              <a:ext uri="{FF2B5EF4-FFF2-40B4-BE49-F238E27FC236}">
                <a16:creationId xmlns:a16="http://schemas.microsoft.com/office/drawing/2014/main" id="{2F4B6136-CAB4-051A-B7DC-FBE5B7C8568F}"/>
              </a:ext>
            </a:extLst>
          </p:cNvPr>
          <p:cNvSpPr txBox="1">
            <a:spLocks noRot="1" noChangeAspect="1" noMove="1" noResize="1" noEditPoints="1" noAdjustHandles="1" noChangeArrowheads="1" noChangeShapeType="1" noTextEdit="1"/>
          </p:cNvSpPr>
          <p:nvPr/>
        </p:nvSpPr>
        <p:spPr>
          <a:xfrm>
            <a:off x="79472" y="6007888"/>
            <a:ext cx="9031190" cy="714683"/>
          </a:xfrm>
          <a:prstGeom prst="rect">
            <a:avLst/>
          </a:prstGeom>
          <a:blipFill>
            <a:blip r:embed="rId5"/>
            <a:stretch>
              <a:fillRect/>
            </a:stretch>
          </a:blipFill>
        </p:spPr>
        <p:txBody>
          <a:bodyPr/>
          <a:lstStyle/>
          <a:p>
            <a:r>
              <a:rPr lang="en-US">
                <a:noFill/>
              </a:rPr>
              <a:t> </a:t>
            </a:r>
          </a:p>
        </p:txBody>
      </p:sp>
    </p:spTree>
  </p:cSld>
  <p:clrMapOvr>
    <a:masterClrMapping/>
  </p:clrMapOvr>
  <p:transition spd="slow">
    <p:split orient="vert"/>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Title 1">
            <a:extLst>
              <a:ext uri="{FF2B5EF4-FFF2-40B4-BE49-F238E27FC236}">
                <a16:creationId xmlns:a16="http://schemas.microsoft.com/office/drawing/2014/main" id="{853545B2-FD29-FE36-839D-54123443DA3A}"/>
              </a:ext>
            </a:extLst>
          </p:cNvPr>
          <p:cNvSpPr>
            <a:spLocks noGrp="1"/>
          </p:cNvSpPr>
          <p:nvPr>
            <p:ph type="title"/>
          </p:nvPr>
        </p:nvSpPr>
        <p:spPr/>
        <p:txBody>
          <a:bodyPr/>
          <a:lstStyle/>
          <a:p>
            <a:r>
              <a:rPr lang="en-US" altLang="en-US" sz="2800">
                <a:latin typeface="Open Sans" panose="020B0606030504020204" pitchFamily="34" charset="0"/>
              </a:rPr>
              <a:t>Constructing Decision Tree:</a:t>
            </a:r>
            <a:br>
              <a:rPr lang="en-US" altLang="en-US" sz="2800">
                <a:latin typeface="Open Sans" panose="020B0606030504020204" pitchFamily="34" charset="0"/>
              </a:rPr>
            </a:br>
            <a:r>
              <a:rPr lang="en-US" altLang="en-US" sz="2800">
                <a:latin typeface="Open Sans" panose="020B0606030504020204" pitchFamily="34" charset="0"/>
              </a:rPr>
              <a:t>Drug-Treatment Example</a:t>
            </a:r>
            <a:r>
              <a:rPr lang="en-US" altLang="en-US" sz="2400">
                <a:latin typeface="Open Sans" panose="020B0606030504020204" pitchFamily="34" charset="0"/>
              </a:rPr>
              <a:t> (cont.)</a:t>
            </a:r>
            <a:endParaRPr lang="en-US" altLang="en-US" sz="2800">
              <a:latin typeface="Open Sans" panose="020B0606030504020204" pitchFamily="34" charset="0"/>
            </a:endParaRPr>
          </a:p>
        </p:txBody>
      </p:sp>
      <p:sp>
        <p:nvSpPr>
          <p:cNvPr id="55299" name="Slide Number Placeholder 3">
            <a:extLst>
              <a:ext uri="{FF2B5EF4-FFF2-40B4-BE49-F238E27FC236}">
                <a16:creationId xmlns:a16="http://schemas.microsoft.com/office/drawing/2014/main" id="{FA4D19E7-D4DE-33A0-D6BD-F2FC82E47C18}"/>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8DFB50B9-85EF-43A4-B983-ED948987D73B}" type="slidenum">
              <a:rPr lang="en-US" altLang="en-US" sz="1200" smtClean="0">
                <a:solidFill>
                  <a:srgbClr val="898989"/>
                </a:solidFill>
              </a:rPr>
              <a:pPr>
                <a:spcBef>
                  <a:spcPct val="0"/>
                </a:spcBef>
                <a:buFontTx/>
                <a:buNone/>
              </a:pPr>
              <a:t>47</a:t>
            </a:fld>
            <a:endParaRPr lang="en-US" altLang="en-US" sz="1200">
              <a:solidFill>
                <a:srgbClr val="898989"/>
              </a:solidFill>
            </a:endParaRPr>
          </a:p>
        </p:txBody>
      </p:sp>
      <p:sp>
        <p:nvSpPr>
          <p:cNvPr id="55300" name="Content Placeholder 1">
            <a:extLst>
              <a:ext uri="{FF2B5EF4-FFF2-40B4-BE49-F238E27FC236}">
                <a16:creationId xmlns:a16="http://schemas.microsoft.com/office/drawing/2014/main" id="{BD2FA45A-824E-588C-F884-B18C877C7F76}"/>
              </a:ext>
            </a:extLst>
          </p:cNvPr>
          <p:cNvSpPr>
            <a:spLocks noGrp="1"/>
          </p:cNvSpPr>
          <p:nvPr>
            <p:ph idx="1"/>
          </p:nvPr>
        </p:nvSpPr>
        <p:spPr>
          <a:xfrm>
            <a:off x="838200" y="1755775"/>
            <a:ext cx="8229600" cy="4953000"/>
          </a:xfrm>
        </p:spPr>
        <p:txBody>
          <a:bodyPr/>
          <a:lstStyle/>
          <a:p>
            <a:r>
              <a:rPr lang="en-US" altLang="en-US">
                <a:latin typeface="Open Sans" panose="020B0606030504020204" pitchFamily="34" charset="0"/>
              </a:rPr>
              <a:t>Entropy for “Sex”</a:t>
            </a:r>
          </a:p>
        </p:txBody>
      </p:sp>
      <p:pic>
        <p:nvPicPr>
          <p:cNvPr id="55301" name="Content Placeholder 9">
            <a:extLst>
              <a:ext uri="{FF2B5EF4-FFF2-40B4-BE49-F238E27FC236}">
                <a16:creationId xmlns:a16="http://schemas.microsoft.com/office/drawing/2014/main" id="{6BE69447-68B6-3E96-A21A-1043F5BFD706}"/>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601663" y="2590800"/>
            <a:ext cx="8466137" cy="3287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TextBox 6">
            <a:extLst>
              <a:ext uri="{FF2B5EF4-FFF2-40B4-BE49-F238E27FC236}">
                <a16:creationId xmlns:a16="http://schemas.microsoft.com/office/drawing/2014/main" id="{551BF84D-805C-7605-331E-0D044162CE48}"/>
              </a:ext>
            </a:extLst>
          </p:cNvPr>
          <p:cNvSpPr txBox="1">
            <a:spLocks noRot="1" noChangeAspect="1" noMove="1" noResize="1" noEditPoints="1" noAdjustHandles="1" noChangeArrowheads="1" noChangeShapeType="1" noTextEdit="1"/>
          </p:cNvSpPr>
          <p:nvPr/>
        </p:nvSpPr>
        <p:spPr>
          <a:xfrm>
            <a:off x="623433" y="5960833"/>
            <a:ext cx="8177880" cy="714683"/>
          </a:xfrm>
          <a:prstGeom prst="rect">
            <a:avLst/>
          </a:prstGeom>
          <a:blipFill>
            <a:blip r:embed="rId3"/>
            <a:stretch>
              <a:fillRect/>
            </a:stretch>
          </a:blipFill>
        </p:spPr>
        <p:txBody>
          <a:bodyPr/>
          <a:lstStyle/>
          <a:p>
            <a:r>
              <a:rPr lang="en-US">
                <a:noFill/>
              </a:rPr>
              <a:t> </a:t>
            </a:r>
          </a:p>
        </p:txBody>
      </p:sp>
    </p:spTree>
  </p:cSld>
  <p:clrMapOvr>
    <a:masterClrMapping/>
  </p:clrMapOvr>
  <p:transition spd="slow">
    <p:split orient="vert"/>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Title 1">
            <a:extLst>
              <a:ext uri="{FF2B5EF4-FFF2-40B4-BE49-F238E27FC236}">
                <a16:creationId xmlns:a16="http://schemas.microsoft.com/office/drawing/2014/main" id="{BFE383FA-91E4-B102-4A64-EEE2A8864A66}"/>
              </a:ext>
            </a:extLst>
          </p:cNvPr>
          <p:cNvSpPr>
            <a:spLocks noGrp="1"/>
          </p:cNvSpPr>
          <p:nvPr>
            <p:ph type="title"/>
          </p:nvPr>
        </p:nvSpPr>
        <p:spPr/>
        <p:txBody>
          <a:bodyPr/>
          <a:lstStyle/>
          <a:p>
            <a:r>
              <a:rPr lang="en-US" altLang="en-US" sz="2800">
                <a:latin typeface="Open Sans" panose="020B0606030504020204" pitchFamily="34" charset="0"/>
              </a:rPr>
              <a:t>Constructing Decision Tree:</a:t>
            </a:r>
            <a:br>
              <a:rPr lang="en-US" altLang="en-US" sz="2800">
                <a:latin typeface="Open Sans" panose="020B0606030504020204" pitchFamily="34" charset="0"/>
              </a:rPr>
            </a:br>
            <a:r>
              <a:rPr lang="en-US" altLang="en-US" sz="2800">
                <a:latin typeface="Open Sans" panose="020B0606030504020204" pitchFamily="34" charset="0"/>
              </a:rPr>
              <a:t>Drug-Treatment Example</a:t>
            </a:r>
            <a:r>
              <a:rPr lang="en-US" altLang="en-US" sz="2400">
                <a:latin typeface="Open Sans" panose="020B0606030504020204" pitchFamily="34" charset="0"/>
              </a:rPr>
              <a:t> (cont.)</a:t>
            </a:r>
            <a:endParaRPr lang="en-US" altLang="en-US" sz="2800">
              <a:latin typeface="Open Sans" panose="020B0606030504020204" pitchFamily="34" charset="0"/>
            </a:endParaRPr>
          </a:p>
        </p:txBody>
      </p:sp>
      <p:sp>
        <p:nvSpPr>
          <p:cNvPr id="56323" name="Slide Number Placeholder 3">
            <a:extLst>
              <a:ext uri="{FF2B5EF4-FFF2-40B4-BE49-F238E27FC236}">
                <a16:creationId xmlns:a16="http://schemas.microsoft.com/office/drawing/2014/main" id="{47B9871E-B3CE-8F7B-5A2D-095F9280BD8C}"/>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6F18ADA5-951D-4CC7-AC6D-194B8A219BE6}" type="slidenum">
              <a:rPr lang="en-US" altLang="en-US" sz="1200" smtClean="0">
                <a:solidFill>
                  <a:srgbClr val="898989"/>
                </a:solidFill>
              </a:rPr>
              <a:pPr>
                <a:spcBef>
                  <a:spcPct val="0"/>
                </a:spcBef>
                <a:buFontTx/>
                <a:buNone/>
              </a:pPr>
              <a:t>48</a:t>
            </a:fld>
            <a:endParaRPr lang="en-US" altLang="en-US" sz="1200">
              <a:solidFill>
                <a:srgbClr val="898989"/>
              </a:solidFill>
            </a:endParaRPr>
          </a:p>
        </p:txBody>
      </p:sp>
      <p:sp>
        <p:nvSpPr>
          <p:cNvPr id="56324" name="Content Placeholder 1">
            <a:extLst>
              <a:ext uri="{FF2B5EF4-FFF2-40B4-BE49-F238E27FC236}">
                <a16:creationId xmlns:a16="http://schemas.microsoft.com/office/drawing/2014/main" id="{0BD57220-E915-057D-BDCB-D5B7358238ED}"/>
              </a:ext>
            </a:extLst>
          </p:cNvPr>
          <p:cNvSpPr>
            <a:spLocks noGrp="1"/>
          </p:cNvSpPr>
          <p:nvPr>
            <p:ph idx="1"/>
          </p:nvPr>
        </p:nvSpPr>
        <p:spPr>
          <a:xfrm>
            <a:off x="838200" y="1755775"/>
            <a:ext cx="8229600" cy="4953000"/>
          </a:xfrm>
        </p:spPr>
        <p:txBody>
          <a:bodyPr/>
          <a:lstStyle/>
          <a:p>
            <a:r>
              <a:rPr lang="en-US" altLang="en-US">
                <a:latin typeface="Open Sans" panose="020B0606030504020204" pitchFamily="34" charset="0"/>
              </a:rPr>
              <a:t>Entropy for “BP”</a:t>
            </a:r>
          </a:p>
        </p:txBody>
      </p:sp>
      <p:grpSp>
        <p:nvGrpSpPr>
          <p:cNvPr id="56325" name="Group 4">
            <a:extLst>
              <a:ext uri="{FF2B5EF4-FFF2-40B4-BE49-F238E27FC236}">
                <a16:creationId xmlns:a16="http://schemas.microsoft.com/office/drawing/2014/main" id="{26AB5579-120B-3613-44E3-B788AFD7DC62}"/>
              </a:ext>
            </a:extLst>
          </p:cNvPr>
          <p:cNvGrpSpPr>
            <a:grpSpLocks/>
          </p:cNvGrpSpPr>
          <p:nvPr/>
        </p:nvGrpSpPr>
        <p:grpSpPr bwMode="auto">
          <a:xfrm>
            <a:off x="609600" y="2449513"/>
            <a:ext cx="5824538" cy="3417887"/>
            <a:chOff x="-2971800" y="149225"/>
            <a:chExt cx="6096000" cy="3508375"/>
          </a:xfrm>
        </p:grpSpPr>
        <p:pic>
          <p:nvPicPr>
            <p:cNvPr id="56335" name="Content Placeholder 9">
              <a:extLst>
                <a:ext uri="{FF2B5EF4-FFF2-40B4-BE49-F238E27FC236}">
                  <a16:creationId xmlns:a16="http://schemas.microsoft.com/office/drawing/2014/main" id="{41D20B05-2296-A7DA-3D9C-CF6B71AEB680}"/>
                </a:ext>
              </a:extLst>
            </p:cNvPr>
            <p:cNvPicPr>
              <a:picLocks noChangeAspect="1"/>
            </p:cNvPicPr>
            <p:nvPr/>
          </p:nvPicPr>
          <p:blipFill>
            <a:blip r:embed="rId3">
              <a:extLst>
                <a:ext uri="{28A0092B-C50C-407E-A947-70E740481C1C}">
                  <a14:useLocalDpi xmlns:a14="http://schemas.microsoft.com/office/drawing/2010/main" val="0"/>
                </a:ext>
              </a:extLst>
            </a:blip>
            <a:srcRect b="6969"/>
            <a:stretch>
              <a:fillRect/>
            </a:stretch>
          </p:blipFill>
          <p:spPr bwMode="auto">
            <a:xfrm>
              <a:off x="-2971800" y="149225"/>
              <a:ext cx="6096000" cy="3508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Rectangle 2">
              <a:extLst>
                <a:ext uri="{FF2B5EF4-FFF2-40B4-BE49-F238E27FC236}">
                  <a16:creationId xmlns:a16="http://schemas.microsoft.com/office/drawing/2014/main" id="{D9FF1164-8765-969E-D7A9-7E12EBDAE584}"/>
                </a:ext>
              </a:extLst>
            </p:cNvPr>
            <p:cNvSpPr/>
            <p:nvPr/>
          </p:nvSpPr>
          <p:spPr>
            <a:xfrm>
              <a:off x="304654" y="380618"/>
              <a:ext cx="2819546" cy="726770"/>
            </a:xfrm>
            <a:prstGeom prst="rect">
              <a:avLst/>
            </a:prstGeom>
            <a:solidFill>
              <a:srgbClr val="F2F89E">
                <a:alpha val="47843"/>
              </a:srgbClr>
            </a:solidFill>
            <a:ln>
              <a:solidFill>
                <a:srgbClr val="F2F89E"/>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8" name="Rectangle 7">
              <a:extLst>
                <a:ext uri="{FF2B5EF4-FFF2-40B4-BE49-F238E27FC236}">
                  <a16:creationId xmlns:a16="http://schemas.microsoft.com/office/drawing/2014/main" id="{71FE1361-4972-EE21-D4B3-7B6C0B5B3644}"/>
                </a:ext>
              </a:extLst>
            </p:cNvPr>
            <p:cNvSpPr/>
            <p:nvPr/>
          </p:nvSpPr>
          <p:spPr>
            <a:xfrm>
              <a:off x="304654" y="3178519"/>
              <a:ext cx="2819546" cy="250947"/>
            </a:xfrm>
            <a:prstGeom prst="rect">
              <a:avLst/>
            </a:prstGeom>
            <a:solidFill>
              <a:srgbClr val="F2F89E">
                <a:alpha val="47843"/>
              </a:srgbClr>
            </a:solidFill>
            <a:ln>
              <a:solidFill>
                <a:srgbClr val="F2F89E"/>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9" name="Rectangle 8">
              <a:extLst>
                <a:ext uri="{FF2B5EF4-FFF2-40B4-BE49-F238E27FC236}">
                  <a16:creationId xmlns:a16="http://schemas.microsoft.com/office/drawing/2014/main" id="{EF98AC4E-4570-9F96-5478-42636B46EFCC}"/>
                </a:ext>
              </a:extLst>
            </p:cNvPr>
            <p:cNvSpPr/>
            <p:nvPr/>
          </p:nvSpPr>
          <p:spPr>
            <a:xfrm>
              <a:off x="304654" y="1107388"/>
              <a:ext cx="2819546" cy="218357"/>
            </a:xfrm>
            <a:prstGeom prst="rect">
              <a:avLst/>
            </a:prstGeom>
            <a:solidFill>
              <a:srgbClr val="92D050">
                <a:alpha val="47843"/>
              </a:srgbClr>
            </a:solidFill>
            <a:ln>
              <a:solidFill>
                <a:srgbClr val="F2F89E"/>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10" name="Rectangle 9">
              <a:extLst>
                <a:ext uri="{FF2B5EF4-FFF2-40B4-BE49-F238E27FC236}">
                  <a16:creationId xmlns:a16="http://schemas.microsoft.com/office/drawing/2014/main" id="{4ACE47DB-162C-E227-7D80-1ECEE503207F}"/>
                </a:ext>
              </a:extLst>
            </p:cNvPr>
            <p:cNvSpPr/>
            <p:nvPr/>
          </p:nvSpPr>
          <p:spPr>
            <a:xfrm>
              <a:off x="304654" y="2032960"/>
              <a:ext cx="2819546" cy="218357"/>
            </a:xfrm>
            <a:prstGeom prst="rect">
              <a:avLst/>
            </a:prstGeom>
            <a:solidFill>
              <a:srgbClr val="92D050">
                <a:alpha val="47843"/>
              </a:srgbClr>
            </a:solidFill>
            <a:ln>
              <a:solidFill>
                <a:srgbClr val="F2F89E"/>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11" name="Rectangle 10">
              <a:extLst>
                <a:ext uri="{FF2B5EF4-FFF2-40B4-BE49-F238E27FC236}">
                  <a16:creationId xmlns:a16="http://schemas.microsoft.com/office/drawing/2014/main" id="{C0DA915D-50C0-348D-BF0C-C07F1D547D0F}"/>
                </a:ext>
              </a:extLst>
            </p:cNvPr>
            <p:cNvSpPr/>
            <p:nvPr/>
          </p:nvSpPr>
          <p:spPr>
            <a:xfrm>
              <a:off x="304654" y="3411542"/>
              <a:ext cx="2819546" cy="218357"/>
            </a:xfrm>
            <a:prstGeom prst="rect">
              <a:avLst/>
            </a:prstGeom>
            <a:solidFill>
              <a:srgbClr val="92D050">
                <a:alpha val="47843"/>
              </a:srgbClr>
            </a:solidFill>
            <a:ln>
              <a:solidFill>
                <a:srgbClr val="F2F89E"/>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12" name="Rectangle 11">
              <a:extLst>
                <a:ext uri="{FF2B5EF4-FFF2-40B4-BE49-F238E27FC236}">
                  <a16:creationId xmlns:a16="http://schemas.microsoft.com/office/drawing/2014/main" id="{49A052B9-0F84-B86B-05D4-EACF0AE68743}"/>
                </a:ext>
              </a:extLst>
            </p:cNvPr>
            <p:cNvSpPr/>
            <p:nvPr/>
          </p:nvSpPr>
          <p:spPr>
            <a:xfrm>
              <a:off x="304654" y="2494116"/>
              <a:ext cx="2819546" cy="668107"/>
            </a:xfrm>
            <a:prstGeom prst="rect">
              <a:avLst/>
            </a:prstGeom>
            <a:solidFill>
              <a:srgbClr val="92D050">
                <a:alpha val="47843"/>
              </a:srgbClr>
            </a:solidFill>
            <a:ln>
              <a:solidFill>
                <a:srgbClr val="F2F89E"/>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grpSp>
      <p:pic>
        <p:nvPicPr>
          <p:cNvPr id="56326" name="Picture 12">
            <a:extLst>
              <a:ext uri="{FF2B5EF4-FFF2-40B4-BE49-F238E27FC236}">
                <a16:creationId xmlns:a16="http://schemas.microsoft.com/office/drawing/2014/main" id="{266EAD99-7AC4-DCCD-C330-E7C128FE345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605588" y="2466975"/>
            <a:ext cx="2505075" cy="293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5" name="Straight Connector 14">
            <a:extLst>
              <a:ext uri="{FF2B5EF4-FFF2-40B4-BE49-F238E27FC236}">
                <a16:creationId xmlns:a16="http://schemas.microsoft.com/office/drawing/2014/main" id="{3EC23A2D-D305-DFE9-4BFC-7E6D240F6214}"/>
              </a:ext>
            </a:extLst>
          </p:cNvPr>
          <p:cNvCxnSpPr/>
          <p:nvPr/>
        </p:nvCxnSpPr>
        <p:spPr>
          <a:xfrm>
            <a:off x="7924800" y="4016375"/>
            <a:ext cx="0" cy="91440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56328" name="TextBox 15">
            <a:extLst>
              <a:ext uri="{FF2B5EF4-FFF2-40B4-BE49-F238E27FC236}">
                <a16:creationId xmlns:a16="http://schemas.microsoft.com/office/drawing/2014/main" id="{D2236CBC-C7A7-EBCF-B6E0-64F4191FCBF9}"/>
              </a:ext>
            </a:extLst>
          </p:cNvPr>
          <p:cNvSpPr txBox="1">
            <a:spLocks noChangeArrowheads="1"/>
          </p:cNvSpPr>
          <p:nvPr/>
        </p:nvSpPr>
        <p:spPr bwMode="auto">
          <a:xfrm>
            <a:off x="6999288" y="4025900"/>
            <a:ext cx="508000"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sz="1200">
                <a:latin typeface="Open Sans" panose="020B0606030504020204" pitchFamily="34" charset="0"/>
              </a:rPr>
              <a:t>High</a:t>
            </a:r>
          </a:p>
        </p:txBody>
      </p:sp>
      <p:sp>
        <p:nvSpPr>
          <p:cNvPr id="56329" name="TextBox 18">
            <a:extLst>
              <a:ext uri="{FF2B5EF4-FFF2-40B4-BE49-F238E27FC236}">
                <a16:creationId xmlns:a16="http://schemas.microsoft.com/office/drawing/2014/main" id="{EAE2B01C-5961-09A0-6DB5-5BCD85411361}"/>
              </a:ext>
            </a:extLst>
          </p:cNvPr>
          <p:cNvSpPr txBox="1">
            <a:spLocks noChangeArrowheads="1"/>
          </p:cNvSpPr>
          <p:nvPr/>
        </p:nvSpPr>
        <p:spPr bwMode="auto">
          <a:xfrm>
            <a:off x="7578725" y="4171950"/>
            <a:ext cx="692150" cy="277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sz="1200">
                <a:latin typeface="Open Sans" panose="020B0606030504020204" pitchFamily="34" charset="0"/>
              </a:rPr>
              <a:t>Normal</a:t>
            </a:r>
          </a:p>
        </p:txBody>
      </p:sp>
      <p:sp>
        <p:nvSpPr>
          <p:cNvPr id="56330" name="TextBox 19">
            <a:extLst>
              <a:ext uri="{FF2B5EF4-FFF2-40B4-BE49-F238E27FC236}">
                <a16:creationId xmlns:a16="http://schemas.microsoft.com/office/drawing/2014/main" id="{674E4F25-C69B-D8AD-36A4-6308435E0F15}"/>
              </a:ext>
            </a:extLst>
          </p:cNvPr>
          <p:cNvSpPr txBox="1">
            <a:spLocks noChangeArrowheads="1"/>
          </p:cNvSpPr>
          <p:nvPr/>
        </p:nvSpPr>
        <p:spPr bwMode="auto">
          <a:xfrm>
            <a:off x="8305800" y="4027488"/>
            <a:ext cx="457200" cy="277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sz="1200">
                <a:latin typeface="Open Sans" panose="020B0606030504020204" pitchFamily="34" charset="0"/>
              </a:rPr>
              <a:t>Low</a:t>
            </a:r>
          </a:p>
        </p:txBody>
      </p:sp>
      <p:sp>
        <p:nvSpPr>
          <p:cNvPr id="56331" name="TextBox 16">
            <a:extLst>
              <a:ext uri="{FF2B5EF4-FFF2-40B4-BE49-F238E27FC236}">
                <a16:creationId xmlns:a16="http://schemas.microsoft.com/office/drawing/2014/main" id="{763151B1-5533-4B28-8673-F50A1E1E04D7}"/>
              </a:ext>
            </a:extLst>
          </p:cNvPr>
          <p:cNvSpPr txBox="1">
            <a:spLocks noChangeArrowheads="1"/>
          </p:cNvSpPr>
          <p:nvPr/>
        </p:nvSpPr>
        <p:spPr bwMode="auto">
          <a:xfrm>
            <a:off x="6664325" y="4648200"/>
            <a:ext cx="104298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sz="1200" b="1"/>
              <a:t>S: [2 </a:t>
            </a:r>
            <a:r>
              <a:rPr lang="en-US" altLang="en-US" sz="1200" b="1">
                <a:solidFill>
                  <a:srgbClr val="00B050"/>
                </a:solidFill>
              </a:rPr>
              <a:t>B</a:t>
            </a:r>
            <a:r>
              <a:rPr lang="en-US" altLang="en-US" sz="1200" b="1"/>
              <a:t>, 2 </a:t>
            </a:r>
            <a:r>
              <a:rPr lang="en-US" altLang="en-US" sz="1200" b="1">
                <a:solidFill>
                  <a:srgbClr val="FF0000"/>
                </a:solidFill>
              </a:rPr>
              <a:t>A</a:t>
            </a:r>
            <a:r>
              <a:rPr lang="en-US" altLang="en-US" sz="1200" b="1"/>
              <a:t>]</a:t>
            </a:r>
          </a:p>
          <a:p>
            <a:r>
              <a:rPr lang="en-US" altLang="en-US" sz="1200" b="1"/>
              <a:t>E = 1.00</a:t>
            </a:r>
          </a:p>
        </p:txBody>
      </p:sp>
      <p:sp>
        <p:nvSpPr>
          <p:cNvPr id="56332" name="TextBox 21">
            <a:extLst>
              <a:ext uri="{FF2B5EF4-FFF2-40B4-BE49-F238E27FC236}">
                <a16:creationId xmlns:a16="http://schemas.microsoft.com/office/drawing/2014/main" id="{9C030CED-97EF-2A9C-0905-F7902489F3EE}"/>
              </a:ext>
            </a:extLst>
          </p:cNvPr>
          <p:cNvSpPr txBox="1">
            <a:spLocks noChangeArrowheads="1"/>
          </p:cNvSpPr>
          <p:nvPr/>
        </p:nvSpPr>
        <p:spPr bwMode="auto">
          <a:xfrm>
            <a:off x="7415213" y="5218113"/>
            <a:ext cx="1042987"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sz="1200" b="1"/>
              <a:t>S: [4 </a:t>
            </a:r>
            <a:r>
              <a:rPr lang="en-US" altLang="en-US" sz="1200" b="1">
                <a:solidFill>
                  <a:srgbClr val="00B050"/>
                </a:solidFill>
              </a:rPr>
              <a:t>B</a:t>
            </a:r>
            <a:r>
              <a:rPr lang="en-US" altLang="en-US" sz="1200" b="1"/>
              <a:t>, 2 </a:t>
            </a:r>
            <a:r>
              <a:rPr lang="en-US" altLang="en-US" sz="1200" b="1">
                <a:solidFill>
                  <a:srgbClr val="FF0000"/>
                </a:solidFill>
              </a:rPr>
              <a:t>A</a:t>
            </a:r>
            <a:r>
              <a:rPr lang="en-US" altLang="en-US" sz="1200" b="1"/>
              <a:t>]</a:t>
            </a:r>
          </a:p>
          <a:p>
            <a:r>
              <a:rPr lang="en-US" altLang="en-US" sz="1200" b="1"/>
              <a:t>E = 0.918</a:t>
            </a:r>
          </a:p>
        </p:txBody>
      </p:sp>
      <p:sp>
        <p:nvSpPr>
          <p:cNvPr id="56333" name="TextBox 22">
            <a:extLst>
              <a:ext uri="{FF2B5EF4-FFF2-40B4-BE49-F238E27FC236}">
                <a16:creationId xmlns:a16="http://schemas.microsoft.com/office/drawing/2014/main" id="{93514E67-482B-E55D-CBA4-4513235A5EC5}"/>
              </a:ext>
            </a:extLst>
          </p:cNvPr>
          <p:cNvSpPr txBox="1">
            <a:spLocks noChangeArrowheads="1"/>
          </p:cNvSpPr>
          <p:nvPr/>
        </p:nvSpPr>
        <p:spPr bwMode="auto">
          <a:xfrm>
            <a:off x="8158163" y="4662488"/>
            <a:ext cx="1042987"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sz="1200" b="1"/>
              <a:t>S: [3 </a:t>
            </a:r>
            <a:r>
              <a:rPr lang="en-US" altLang="en-US" sz="1200" b="1">
                <a:solidFill>
                  <a:srgbClr val="00B050"/>
                </a:solidFill>
              </a:rPr>
              <a:t>B</a:t>
            </a:r>
            <a:r>
              <a:rPr lang="en-US" altLang="en-US" sz="1200" b="1"/>
              <a:t>, 1 </a:t>
            </a:r>
            <a:r>
              <a:rPr lang="en-US" altLang="en-US" sz="1200" b="1">
                <a:solidFill>
                  <a:srgbClr val="FF0000"/>
                </a:solidFill>
              </a:rPr>
              <a:t>A</a:t>
            </a:r>
            <a:r>
              <a:rPr lang="en-US" altLang="en-US" sz="1200" b="1"/>
              <a:t>]</a:t>
            </a:r>
          </a:p>
          <a:p>
            <a:r>
              <a:rPr lang="en-US" altLang="en-US" sz="1200" b="1"/>
              <a:t>E = 0.811</a:t>
            </a:r>
          </a:p>
        </p:txBody>
      </p:sp>
      <p:sp>
        <p:nvSpPr>
          <p:cNvPr id="24" name="TextBox 23">
            <a:extLst>
              <a:ext uri="{FF2B5EF4-FFF2-40B4-BE49-F238E27FC236}">
                <a16:creationId xmlns:a16="http://schemas.microsoft.com/office/drawing/2014/main" id="{1BC27B5B-D537-14CB-D01C-85833A44A70F}"/>
              </a:ext>
            </a:extLst>
          </p:cNvPr>
          <p:cNvSpPr txBox="1">
            <a:spLocks noRot="1" noChangeAspect="1" noMove="1" noResize="1" noEditPoints="1" noAdjustHandles="1" noChangeArrowheads="1" noChangeShapeType="1" noTextEdit="1"/>
          </p:cNvSpPr>
          <p:nvPr/>
        </p:nvSpPr>
        <p:spPr>
          <a:xfrm>
            <a:off x="79472" y="6007888"/>
            <a:ext cx="9002913" cy="714683"/>
          </a:xfrm>
          <a:prstGeom prst="rect">
            <a:avLst/>
          </a:prstGeom>
          <a:blipFill>
            <a:blip r:embed="rId5"/>
            <a:stretch>
              <a:fillRect/>
            </a:stretch>
          </a:blipFill>
        </p:spPr>
        <p:txBody>
          <a:bodyPr/>
          <a:lstStyle/>
          <a:p>
            <a:r>
              <a:rPr lang="en-US">
                <a:noFill/>
              </a:rPr>
              <a:t> </a:t>
            </a:r>
          </a:p>
        </p:txBody>
      </p:sp>
    </p:spTree>
  </p:cSld>
  <p:clrMapOvr>
    <a:masterClrMapping/>
  </p:clrMapOvr>
  <p:transition spd="slow">
    <p:split orient="vert"/>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Title 1">
            <a:extLst>
              <a:ext uri="{FF2B5EF4-FFF2-40B4-BE49-F238E27FC236}">
                <a16:creationId xmlns:a16="http://schemas.microsoft.com/office/drawing/2014/main" id="{4C4BD883-38B6-7D73-F172-C053C580B970}"/>
              </a:ext>
            </a:extLst>
          </p:cNvPr>
          <p:cNvSpPr>
            <a:spLocks noGrp="1"/>
          </p:cNvSpPr>
          <p:nvPr>
            <p:ph type="title"/>
          </p:nvPr>
        </p:nvSpPr>
        <p:spPr/>
        <p:txBody>
          <a:bodyPr/>
          <a:lstStyle/>
          <a:p>
            <a:r>
              <a:rPr lang="en-US" altLang="en-US" sz="2800">
                <a:latin typeface="Open Sans" panose="020B0606030504020204" pitchFamily="34" charset="0"/>
              </a:rPr>
              <a:t>Constructing Decision Tree:</a:t>
            </a:r>
            <a:br>
              <a:rPr lang="en-US" altLang="en-US" sz="2800">
                <a:latin typeface="Open Sans" panose="020B0606030504020204" pitchFamily="34" charset="0"/>
              </a:rPr>
            </a:br>
            <a:r>
              <a:rPr lang="en-US" altLang="en-US" sz="2800">
                <a:latin typeface="Open Sans" panose="020B0606030504020204" pitchFamily="34" charset="0"/>
              </a:rPr>
              <a:t>Drug-Treatment Example</a:t>
            </a:r>
            <a:r>
              <a:rPr lang="en-US" altLang="en-US" sz="2400">
                <a:latin typeface="Open Sans" panose="020B0606030504020204" pitchFamily="34" charset="0"/>
              </a:rPr>
              <a:t> (cont.)</a:t>
            </a:r>
            <a:endParaRPr lang="en-US" altLang="en-US" sz="2800">
              <a:latin typeface="Open Sans" panose="020B0606030504020204" pitchFamily="34" charset="0"/>
            </a:endParaRPr>
          </a:p>
        </p:txBody>
      </p:sp>
      <p:sp>
        <p:nvSpPr>
          <p:cNvPr id="58371" name="Slide Number Placeholder 3">
            <a:extLst>
              <a:ext uri="{FF2B5EF4-FFF2-40B4-BE49-F238E27FC236}">
                <a16:creationId xmlns:a16="http://schemas.microsoft.com/office/drawing/2014/main" id="{89EBA256-7B82-04E5-6958-DB6618462FEF}"/>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94BE6B53-05DF-4EBD-8E60-777367A07F60}" type="slidenum">
              <a:rPr lang="en-US" altLang="en-US" sz="1200" smtClean="0">
                <a:solidFill>
                  <a:srgbClr val="898989"/>
                </a:solidFill>
              </a:rPr>
              <a:pPr>
                <a:spcBef>
                  <a:spcPct val="0"/>
                </a:spcBef>
                <a:buFontTx/>
                <a:buNone/>
              </a:pPr>
              <a:t>49</a:t>
            </a:fld>
            <a:endParaRPr lang="en-US" altLang="en-US" sz="1200">
              <a:solidFill>
                <a:srgbClr val="898989"/>
              </a:solidFill>
            </a:endParaRPr>
          </a:p>
        </p:txBody>
      </p:sp>
      <p:sp>
        <p:nvSpPr>
          <p:cNvPr id="58372" name="Content Placeholder 1">
            <a:extLst>
              <a:ext uri="{FF2B5EF4-FFF2-40B4-BE49-F238E27FC236}">
                <a16:creationId xmlns:a16="http://schemas.microsoft.com/office/drawing/2014/main" id="{26722420-FDE3-C187-B120-89775FAF671C}"/>
              </a:ext>
            </a:extLst>
          </p:cNvPr>
          <p:cNvSpPr>
            <a:spLocks noGrp="1"/>
          </p:cNvSpPr>
          <p:nvPr>
            <p:ph idx="1"/>
          </p:nvPr>
        </p:nvSpPr>
        <p:spPr>
          <a:xfrm>
            <a:off x="838200" y="1755775"/>
            <a:ext cx="8229600" cy="4953000"/>
          </a:xfrm>
        </p:spPr>
        <p:txBody>
          <a:bodyPr/>
          <a:lstStyle/>
          <a:p>
            <a:r>
              <a:rPr lang="en-US" altLang="en-US">
                <a:latin typeface="Open Sans" panose="020B0606030504020204" pitchFamily="34" charset="0"/>
              </a:rPr>
              <a:t>Entropy for “Cholesterol”</a:t>
            </a:r>
          </a:p>
        </p:txBody>
      </p:sp>
      <p:pic>
        <p:nvPicPr>
          <p:cNvPr id="58373" name="Content Placeholder 14">
            <a:extLst>
              <a:ext uri="{FF2B5EF4-FFF2-40B4-BE49-F238E27FC236}">
                <a16:creationId xmlns:a16="http://schemas.microsoft.com/office/drawing/2014/main" id="{DA8BD1C7-E98F-D27C-E910-1CAFDA14E18F}"/>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566738" y="2503488"/>
            <a:ext cx="8534400" cy="3527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TextBox 9">
            <a:extLst>
              <a:ext uri="{FF2B5EF4-FFF2-40B4-BE49-F238E27FC236}">
                <a16:creationId xmlns:a16="http://schemas.microsoft.com/office/drawing/2014/main" id="{554B16B5-91B4-7758-CD12-BE5020546685}"/>
              </a:ext>
            </a:extLst>
          </p:cNvPr>
          <p:cNvSpPr txBox="1">
            <a:spLocks noRot="1" noChangeAspect="1" noMove="1" noResize="1" noEditPoints="1" noAdjustHandles="1" noChangeArrowheads="1" noChangeShapeType="1" noTextEdit="1"/>
          </p:cNvSpPr>
          <p:nvPr/>
        </p:nvSpPr>
        <p:spPr>
          <a:xfrm>
            <a:off x="623433" y="5960833"/>
            <a:ext cx="8578951" cy="714683"/>
          </a:xfrm>
          <a:prstGeom prst="rect">
            <a:avLst/>
          </a:prstGeom>
          <a:blipFill>
            <a:blip r:embed="rId3"/>
            <a:stretch>
              <a:fillRect/>
            </a:stretch>
          </a:blipFill>
        </p:spPr>
        <p:txBody>
          <a:bodyPr/>
          <a:lstStyle/>
          <a:p>
            <a:r>
              <a:rPr lang="en-US">
                <a:noFill/>
              </a:rPr>
              <a:t> </a:t>
            </a:r>
          </a:p>
        </p:txBody>
      </p:sp>
    </p:spTree>
  </p:cSld>
  <p:clrMapOvr>
    <a:masterClrMapping/>
  </p:clrMapOvr>
  <p:transition spd="slow">
    <p:split orient="vert"/>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BF316E-77DD-961B-203B-FE60DD6AD070}"/>
              </a:ext>
            </a:extLst>
          </p:cNvPr>
          <p:cNvSpPr>
            <a:spLocks noGrp="1"/>
          </p:cNvSpPr>
          <p:nvPr>
            <p:ph type="title"/>
          </p:nvPr>
        </p:nvSpPr>
        <p:spPr/>
        <p:txBody>
          <a:bodyPr>
            <a:normAutofit fontScale="90000"/>
          </a:bodyPr>
          <a:lstStyle/>
          <a:p>
            <a:pPr>
              <a:defRPr/>
            </a:pPr>
            <a:r>
              <a:rPr lang="en-US" altLang="en-US" dirty="0">
                <a:latin typeface="Open Sans" pitchFamily="34" charset="0"/>
              </a:rPr>
              <a:t>Constructing Decision Tree:</a:t>
            </a:r>
            <a:br>
              <a:rPr lang="en-US" altLang="en-US" dirty="0">
                <a:latin typeface="Open Sans" pitchFamily="34" charset="0"/>
              </a:rPr>
            </a:br>
            <a:r>
              <a:rPr lang="en-US" altLang="en-US" dirty="0">
                <a:latin typeface="Open Sans" pitchFamily="34" charset="0"/>
              </a:rPr>
              <a:t>Drug-Treatment Example</a:t>
            </a:r>
            <a:r>
              <a:rPr lang="en-US" altLang="en-US" sz="3200" dirty="0">
                <a:latin typeface="Open Sans" pitchFamily="34" charset="0"/>
              </a:rPr>
              <a:t> (cont.)</a:t>
            </a:r>
            <a:endParaRPr lang="en-US" dirty="0"/>
          </a:p>
        </p:txBody>
      </p:sp>
      <p:sp>
        <p:nvSpPr>
          <p:cNvPr id="59395" name="Content Placeholder 2">
            <a:extLst>
              <a:ext uri="{FF2B5EF4-FFF2-40B4-BE49-F238E27FC236}">
                <a16:creationId xmlns:a16="http://schemas.microsoft.com/office/drawing/2014/main" id="{D68078ED-168D-753D-7CA8-A7FB917A149F}"/>
              </a:ext>
            </a:extLst>
          </p:cNvPr>
          <p:cNvSpPr>
            <a:spLocks noGrp="1"/>
          </p:cNvSpPr>
          <p:nvPr>
            <p:ph idx="1"/>
          </p:nvPr>
        </p:nvSpPr>
        <p:spPr>
          <a:xfrm>
            <a:off x="685800" y="2003425"/>
            <a:ext cx="8229600" cy="2667000"/>
          </a:xfrm>
        </p:spPr>
        <p:txBody>
          <a:bodyPr/>
          <a:lstStyle/>
          <a:p>
            <a:r>
              <a:rPr lang="en-US" altLang="en-US">
                <a:latin typeface="Open Sans" panose="020B0606030504020204" pitchFamily="34" charset="0"/>
              </a:rPr>
              <a:t>Summary</a:t>
            </a:r>
          </a:p>
        </p:txBody>
      </p:sp>
      <p:sp>
        <p:nvSpPr>
          <p:cNvPr id="59396" name="Slide Number Placeholder 3">
            <a:extLst>
              <a:ext uri="{FF2B5EF4-FFF2-40B4-BE49-F238E27FC236}">
                <a16:creationId xmlns:a16="http://schemas.microsoft.com/office/drawing/2014/main" id="{0AFDBAFE-0775-9A3F-3664-3E1C27F3354F}"/>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0837547A-B31E-407A-981F-EBC821C090F6}" type="slidenum">
              <a:rPr lang="en-US" altLang="en-US" smtClean="0">
                <a:solidFill>
                  <a:srgbClr val="898989"/>
                </a:solidFill>
                <a:latin typeface="Calibri" panose="020F0502020204030204" pitchFamily="34" charset="0"/>
              </a:rPr>
              <a:pPr/>
              <a:t>50</a:t>
            </a:fld>
            <a:endParaRPr lang="en-US" altLang="en-US">
              <a:solidFill>
                <a:srgbClr val="898989"/>
              </a:solidFill>
              <a:latin typeface="Calibri" panose="020F0502020204030204" pitchFamily="34" charset="0"/>
            </a:endParaRPr>
          </a:p>
        </p:txBody>
      </p:sp>
      <p:graphicFrame>
        <p:nvGraphicFramePr>
          <p:cNvPr id="5" name="Table 5">
            <a:extLst>
              <a:ext uri="{FF2B5EF4-FFF2-40B4-BE49-F238E27FC236}">
                <a16:creationId xmlns:a16="http://schemas.microsoft.com/office/drawing/2014/main" id="{3E4AE6B5-4174-570D-A6D2-86F8ED02F98C}"/>
              </a:ext>
            </a:extLst>
          </p:cNvPr>
          <p:cNvGraphicFramePr>
            <a:graphicFrameLocks noGrp="1"/>
          </p:cNvGraphicFramePr>
          <p:nvPr/>
        </p:nvGraphicFramePr>
        <p:xfrm>
          <a:off x="1023938" y="2613025"/>
          <a:ext cx="4005262" cy="1981200"/>
        </p:xfrm>
        <a:graphic>
          <a:graphicData uri="http://schemas.openxmlformats.org/drawingml/2006/table">
            <a:tbl>
              <a:tblPr firstRow="1" bandRow="1">
                <a:tableStyleId>{5C22544A-7EE6-4342-B048-85BDC9FD1C3A}</a:tableStyleId>
              </a:tblPr>
              <a:tblGrid>
                <a:gridCol w="2557462">
                  <a:extLst>
                    <a:ext uri="{9D8B030D-6E8A-4147-A177-3AD203B41FA5}">
                      <a16:colId xmlns:a16="http://schemas.microsoft.com/office/drawing/2014/main" val="20000"/>
                    </a:ext>
                  </a:extLst>
                </a:gridCol>
                <a:gridCol w="1447800">
                  <a:extLst>
                    <a:ext uri="{9D8B030D-6E8A-4147-A177-3AD203B41FA5}">
                      <a16:colId xmlns:a16="http://schemas.microsoft.com/office/drawing/2014/main" val="20001"/>
                    </a:ext>
                  </a:extLst>
                </a:gridCol>
              </a:tblGrid>
              <a:tr h="343408">
                <a:tc gridSpan="2">
                  <a:txBody>
                    <a:bodyPr/>
                    <a:lstStyle/>
                    <a:p>
                      <a:pPr algn="ctr"/>
                      <a:r>
                        <a:rPr lang="en-US" sz="1700" dirty="0">
                          <a:latin typeface="Open Sans"/>
                        </a:rPr>
                        <a:t>Information Gain (IG)</a:t>
                      </a:r>
                    </a:p>
                  </a:txBody>
                  <a:tcPr marT="39624" marB="39624"/>
                </a:tc>
                <a:tc hMerge="1">
                  <a:txBody>
                    <a:bodyPr/>
                    <a:lstStyle/>
                    <a:p>
                      <a:pPr algn="ctr"/>
                      <a:r>
                        <a:rPr lang="en-US" sz="2400" dirty="0">
                          <a:latin typeface="Open Sans"/>
                        </a:rPr>
                        <a:t>Information Gain (IG)</a:t>
                      </a:r>
                    </a:p>
                  </a:txBody>
                  <a:tcPr/>
                </a:tc>
                <a:extLst>
                  <a:ext uri="{0D108BD9-81ED-4DB2-BD59-A6C34878D82A}">
                    <a16:rowId xmlns:a16="http://schemas.microsoft.com/office/drawing/2014/main" val="10000"/>
                  </a:ext>
                </a:extLst>
              </a:tr>
              <a:tr h="343408">
                <a:tc>
                  <a:txBody>
                    <a:bodyPr/>
                    <a:lstStyle/>
                    <a:p>
                      <a:r>
                        <a:rPr lang="en-US" sz="1700" dirty="0">
                          <a:latin typeface="Open Sans"/>
                        </a:rPr>
                        <a:t>IG(class, Age)</a:t>
                      </a:r>
                    </a:p>
                  </a:txBody>
                  <a:tcPr marT="39624" marB="39624"/>
                </a:tc>
                <a:tc>
                  <a:txBody>
                    <a:bodyPr/>
                    <a:lstStyle/>
                    <a:p>
                      <a:pPr algn="ctr"/>
                      <a:r>
                        <a:rPr lang="en-US" sz="1700" dirty="0">
                          <a:latin typeface="Open Sans"/>
                        </a:rPr>
                        <a:t>0.246</a:t>
                      </a:r>
                    </a:p>
                  </a:txBody>
                  <a:tcPr marT="39624" marB="39624"/>
                </a:tc>
                <a:extLst>
                  <a:ext uri="{0D108BD9-81ED-4DB2-BD59-A6C34878D82A}">
                    <a16:rowId xmlns:a16="http://schemas.microsoft.com/office/drawing/2014/main" val="10001"/>
                  </a:ext>
                </a:extLst>
              </a:tr>
              <a:tr h="34340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700" dirty="0">
                          <a:latin typeface="Open Sans"/>
                        </a:rPr>
                        <a:t>IG(class, Sex)</a:t>
                      </a:r>
                    </a:p>
                  </a:txBody>
                  <a:tcPr marT="39624" marB="39624"/>
                </a:tc>
                <a:tc>
                  <a:txBody>
                    <a:bodyPr/>
                    <a:lstStyle/>
                    <a:p>
                      <a:pPr algn="ctr"/>
                      <a:r>
                        <a:rPr lang="en-US" sz="1700" dirty="0">
                          <a:latin typeface="Open Sans"/>
                        </a:rPr>
                        <a:t>0.152</a:t>
                      </a:r>
                    </a:p>
                  </a:txBody>
                  <a:tcPr marT="39624" marB="39624"/>
                </a:tc>
                <a:extLst>
                  <a:ext uri="{0D108BD9-81ED-4DB2-BD59-A6C34878D82A}">
                    <a16:rowId xmlns:a16="http://schemas.microsoft.com/office/drawing/2014/main" val="10002"/>
                  </a:ext>
                </a:extLst>
              </a:tr>
              <a:tr h="34340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700" dirty="0">
                          <a:latin typeface="Open Sans"/>
                        </a:rPr>
                        <a:t>IG(class, BP)</a:t>
                      </a:r>
                    </a:p>
                  </a:txBody>
                  <a:tcPr marT="39624" marB="39624"/>
                </a:tc>
                <a:tc>
                  <a:txBody>
                    <a:bodyPr/>
                    <a:lstStyle/>
                    <a:p>
                      <a:pPr algn="ctr"/>
                      <a:r>
                        <a:rPr lang="en-US" sz="1700" dirty="0">
                          <a:latin typeface="Open Sans"/>
                        </a:rPr>
                        <a:t>0.029</a:t>
                      </a:r>
                    </a:p>
                  </a:txBody>
                  <a:tcPr marT="39624" marB="39624"/>
                </a:tc>
                <a:extLst>
                  <a:ext uri="{0D108BD9-81ED-4DB2-BD59-A6C34878D82A}">
                    <a16:rowId xmlns:a16="http://schemas.microsoft.com/office/drawing/2014/main" val="10003"/>
                  </a:ext>
                </a:extLst>
              </a:tr>
              <a:tr h="60756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700" dirty="0">
                          <a:latin typeface="Open Sans"/>
                        </a:rPr>
                        <a:t>IG(class, Cholesterol)</a:t>
                      </a:r>
                    </a:p>
                  </a:txBody>
                  <a:tcPr marT="39624" marB="39624"/>
                </a:tc>
                <a:tc>
                  <a:txBody>
                    <a:bodyPr/>
                    <a:lstStyle/>
                    <a:p>
                      <a:pPr algn="ctr"/>
                      <a:r>
                        <a:rPr lang="en-US" sz="1700" dirty="0">
                          <a:latin typeface="Open Sans"/>
                        </a:rPr>
                        <a:t>0.048</a:t>
                      </a:r>
                    </a:p>
                  </a:txBody>
                  <a:tcPr marT="39624" marB="39624"/>
                </a:tc>
                <a:extLst>
                  <a:ext uri="{0D108BD9-81ED-4DB2-BD59-A6C34878D82A}">
                    <a16:rowId xmlns:a16="http://schemas.microsoft.com/office/drawing/2014/main" val="10004"/>
                  </a:ext>
                </a:extLst>
              </a:tr>
            </a:tbl>
          </a:graphicData>
        </a:graphic>
      </p:graphicFrame>
      <p:sp>
        <p:nvSpPr>
          <p:cNvPr id="6" name="Rectangle: Rounded Corners 5">
            <a:extLst>
              <a:ext uri="{FF2B5EF4-FFF2-40B4-BE49-F238E27FC236}">
                <a16:creationId xmlns:a16="http://schemas.microsoft.com/office/drawing/2014/main" id="{D97FE6A3-3926-A4C0-F861-FA9038BB0974}"/>
              </a:ext>
            </a:extLst>
          </p:cNvPr>
          <p:cNvSpPr/>
          <p:nvPr/>
        </p:nvSpPr>
        <p:spPr>
          <a:xfrm>
            <a:off x="3657600" y="2994025"/>
            <a:ext cx="1219200" cy="457200"/>
          </a:xfrm>
          <a:prstGeom prst="round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grpSp>
        <p:nvGrpSpPr>
          <p:cNvPr id="9" name="Group 8">
            <a:extLst>
              <a:ext uri="{FF2B5EF4-FFF2-40B4-BE49-F238E27FC236}">
                <a16:creationId xmlns:a16="http://schemas.microsoft.com/office/drawing/2014/main" id="{B3336732-28C8-2998-BE1E-A34657F9DA48}"/>
              </a:ext>
            </a:extLst>
          </p:cNvPr>
          <p:cNvGrpSpPr>
            <a:grpSpLocks/>
          </p:cNvGrpSpPr>
          <p:nvPr/>
        </p:nvGrpSpPr>
        <p:grpSpPr bwMode="auto">
          <a:xfrm>
            <a:off x="5219700" y="2003425"/>
            <a:ext cx="3629025" cy="2644775"/>
            <a:chOff x="5219700" y="1676400"/>
            <a:chExt cx="3629025" cy="2645229"/>
          </a:xfrm>
        </p:grpSpPr>
        <p:pic>
          <p:nvPicPr>
            <p:cNvPr id="59422" name="Picture 6">
              <a:extLst>
                <a:ext uri="{FF2B5EF4-FFF2-40B4-BE49-F238E27FC236}">
                  <a16:creationId xmlns:a16="http://schemas.microsoft.com/office/drawing/2014/main" id="{F8DDAA63-62D4-6418-1EC9-BFD1F0D8426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219700" y="2416629"/>
              <a:ext cx="3629025" cy="1905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9423" name="TextBox 7">
              <a:extLst>
                <a:ext uri="{FF2B5EF4-FFF2-40B4-BE49-F238E27FC236}">
                  <a16:creationId xmlns:a16="http://schemas.microsoft.com/office/drawing/2014/main" id="{19B07144-45EE-CC24-ADC9-EB2897CE293E}"/>
                </a:ext>
              </a:extLst>
            </p:cNvPr>
            <p:cNvSpPr txBox="1">
              <a:spLocks noChangeArrowheads="1"/>
            </p:cNvSpPr>
            <p:nvPr/>
          </p:nvSpPr>
          <p:spPr bwMode="auto">
            <a:xfrm>
              <a:off x="5219700" y="1676400"/>
              <a:ext cx="219130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sz="2400" b="1" u="sng">
                  <a:solidFill>
                    <a:srgbClr val="0070C0"/>
                  </a:solidFill>
                  <a:latin typeface="Open Sans" panose="020B0606030504020204" pitchFamily="34" charset="0"/>
                </a:rPr>
                <a:t>Decision Tree:</a:t>
              </a:r>
            </a:p>
          </p:txBody>
        </p:sp>
      </p:grpSp>
      <p:sp>
        <p:nvSpPr>
          <p:cNvPr id="10" name="Content Placeholder 2">
            <a:extLst>
              <a:ext uri="{FF2B5EF4-FFF2-40B4-BE49-F238E27FC236}">
                <a16:creationId xmlns:a16="http://schemas.microsoft.com/office/drawing/2014/main" id="{D3506DE8-D53E-8711-12CB-BE77C19C1068}"/>
              </a:ext>
            </a:extLst>
          </p:cNvPr>
          <p:cNvSpPr txBox="1">
            <a:spLocks/>
          </p:cNvSpPr>
          <p:nvPr/>
        </p:nvSpPr>
        <p:spPr bwMode="auto">
          <a:xfrm>
            <a:off x="685800" y="5148263"/>
            <a:ext cx="8229600" cy="1143000"/>
          </a:xfrm>
          <a:prstGeom prst="rect">
            <a:avLst/>
          </a:prstGeom>
          <a:noFill/>
          <a:ln>
            <a:noFill/>
          </a:ln>
        </p:spPr>
        <p:txBody>
          <a:bodyPr>
            <a:normAutofit fontScale="92500"/>
          </a:bodyPr>
          <a:lstStyle>
            <a:lvl1pPr marL="342900" indent="-342900" algn="l" rtl="0" eaLnBrk="0" fontAlgn="base" hangingPunct="0">
              <a:spcBef>
                <a:spcPct val="20000"/>
              </a:spcBef>
              <a:spcAft>
                <a:spcPct val="0"/>
              </a:spcAft>
              <a:buFont typeface="Arial" panose="020B0604020202020204" pitchFamily="34" charset="0"/>
              <a:buChar char="•"/>
              <a:defRPr sz="2800" kern="1200">
                <a:solidFill>
                  <a:schemeClr val="tx1"/>
                </a:solidFill>
                <a:latin typeface="Open Sans"/>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Open Sans"/>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800" kern="1200">
                <a:solidFill>
                  <a:schemeClr val="tx1"/>
                </a:solidFill>
                <a:latin typeface="Open Sans"/>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800" kern="1200">
                <a:solidFill>
                  <a:schemeClr val="tx1"/>
                </a:solidFill>
                <a:latin typeface="Open Sans"/>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800" kern="1200">
                <a:solidFill>
                  <a:schemeClr val="tx1"/>
                </a:solidFill>
                <a:latin typeface="Open Sans"/>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defRPr/>
            </a:pPr>
            <a:r>
              <a:rPr lang="en-US" dirty="0"/>
              <a:t>Repeat the process for each </a:t>
            </a:r>
            <a:r>
              <a:rPr lang="en-US" u="sng" dirty="0"/>
              <a:t>unfinished branch</a:t>
            </a:r>
            <a:r>
              <a:rPr lang="en-US" dirty="0"/>
              <a:t>.</a:t>
            </a:r>
          </a:p>
          <a:p>
            <a:pPr>
              <a:defRPr/>
            </a:pPr>
            <a:r>
              <a:rPr lang="en-US" dirty="0"/>
              <a:t>Stop when all the leaves are </a:t>
            </a:r>
            <a:r>
              <a:rPr lang="en-US" dirty="0">
                <a:solidFill>
                  <a:srgbClr val="FF0000"/>
                </a:solidFill>
              </a:rPr>
              <a:t>class values</a:t>
            </a:r>
            <a:r>
              <a:rPr lang="en-US" dirty="0"/>
              <a:t>.</a:t>
            </a:r>
          </a:p>
          <a:p>
            <a:pPr marL="0" indent="0">
              <a:buFont typeface="Arial" panose="020B0604020202020204" pitchFamily="34" charset="0"/>
              <a:buNone/>
              <a:defRPr/>
            </a:pPr>
            <a:endParaRPr lang="en-US" dirty="0"/>
          </a:p>
        </p:txBody>
      </p:sp>
      <p:grpSp>
        <p:nvGrpSpPr>
          <p:cNvPr id="16" name="Group 15">
            <a:extLst>
              <a:ext uri="{FF2B5EF4-FFF2-40B4-BE49-F238E27FC236}">
                <a16:creationId xmlns:a16="http://schemas.microsoft.com/office/drawing/2014/main" id="{7B873D0C-263B-207C-8C39-B95CDBA4788A}"/>
              </a:ext>
            </a:extLst>
          </p:cNvPr>
          <p:cNvGrpSpPr>
            <a:grpSpLocks/>
          </p:cNvGrpSpPr>
          <p:nvPr/>
        </p:nvGrpSpPr>
        <p:grpSpPr bwMode="auto">
          <a:xfrm>
            <a:off x="6019800" y="3886200"/>
            <a:ext cx="2362200" cy="1371600"/>
            <a:chOff x="6019800" y="3886200"/>
            <a:chExt cx="2362200" cy="1371600"/>
          </a:xfrm>
        </p:grpSpPr>
        <p:cxnSp>
          <p:nvCxnSpPr>
            <p:cNvPr id="12" name="Straight Arrow Connector 11">
              <a:extLst>
                <a:ext uri="{FF2B5EF4-FFF2-40B4-BE49-F238E27FC236}">
                  <a16:creationId xmlns:a16="http://schemas.microsoft.com/office/drawing/2014/main" id="{CF4262AF-B46A-F6A1-3A19-057EBC67EB29}"/>
                </a:ext>
              </a:extLst>
            </p:cNvPr>
            <p:cNvCxnSpPr/>
            <p:nvPr/>
          </p:nvCxnSpPr>
          <p:spPr>
            <a:xfrm flipH="1" flipV="1">
              <a:off x="6019800" y="3886200"/>
              <a:ext cx="533400" cy="137160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C66B8D91-D295-A5A9-BB6B-64815D5D2011}"/>
                </a:ext>
              </a:extLst>
            </p:cNvPr>
            <p:cNvCxnSpPr>
              <a:cxnSpLocks/>
            </p:cNvCxnSpPr>
            <p:nvPr/>
          </p:nvCxnSpPr>
          <p:spPr>
            <a:xfrm flipV="1">
              <a:off x="7772400" y="3886200"/>
              <a:ext cx="609600" cy="137160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grpSp>
    </p:spTree>
  </p:cSld>
  <p:clrMapOvr>
    <a:masterClrMapping/>
  </p:clrMapOvr>
  <p:transition spd="slow">
    <p:split orient="vert"/>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42" presetClass="entr" presetSubtype="0" fill="hold" nodeType="click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fade">
                                      <p:cBhvr>
                                        <p:cTn id="11" dur="1000"/>
                                        <p:tgtEl>
                                          <p:spTgt spid="9"/>
                                        </p:tgtEl>
                                      </p:cBhvr>
                                    </p:animEffect>
                                    <p:anim calcmode="lin" valueType="num">
                                      <p:cBhvr>
                                        <p:cTn id="12" dur="1000" fill="hold"/>
                                        <p:tgtEl>
                                          <p:spTgt spid="9"/>
                                        </p:tgtEl>
                                        <p:attrNameLst>
                                          <p:attrName>ppt_x</p:attrName>
                                        </p:attrNameLst>
                                      </p:cBhvr>
                                      <p:tavLst>
                                        <p:tav tm="0">
                                          <p:val>
                                            <p:strVal val="#ppt_x"/>
                                          </p:val>
                                        </p:tav>
                                        <p:tav tm="100000">
                                          <p:val>
                                            <p:strVal val="#ppt_x"/>
                                          </p:val>
                                        </p:tav>
                                      </p:tavLst>
                                    </p:anim>
                                    <p:anim calcmode="lin" valueType="num">
                                      <p:cBhvr>
                                        <p:cTn id="13" dur="10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14" fill="hold" nodeType="clickPar">
                      <p:stCondLst>
                        <p:cond delay="indefinite"/>
                      </p:stCondLst>
                      <p:childTnLst>
                        <p:par>
                          <p:cTn id="15" fill="hold" nodeType="withGroup">
                            <p:stCondLst>
                              <p:cond delay="0"/>
                            </p:stCondLst>
                            <p:childTnLst>
                              <p:par>
                                <p:cTn id="16" presetID="1" presetClass="entr" presetSubtype="0" fill="hold" nodeType="clickEffect">
                                  <p:stCondLst>
                                    <p:cond delay="0"/>
                                  </p:stCondLst>
                                  <p:childTnLst>
                                    <p:set>
                                      <p:cBhvr>
                                        <p:cTn id="17" dur="1" fill="hold">
                                          <p:stCondLst>
                                            <p:cond delay="0"/>
                                          </p:stCondLst>
                                        </p:cTn>
                                        <p:tgtEl>
                                          <p:spTgt spid="10"/>
                                        </p:tgtEl>
                                        <p:attrNameLst>
                                          <p:attrName>style.visibility</p:attrName>
                                        </p:attrNameLst>
                                      </p:cBhvr>
                                      <p:to>
                                        <p:strVal val="visible"/>
                                      </p:to>
                                    </p:set>
                                  </p:childTnLst>
                                </p:cTn>
                              </p:par>
                            </p:childTnLst>
                          </p:cTn>
                        </p:par>
                      </p:childTnLst>
                    </p:cTn>
                  </p:par>
                  <p:par>
                    <p:cTn id="18" fill="hold" nodeType="clickPar">
                      <p:stCondLst>
                        <p:cond delay="indefinite"/>
                      </p:stCondLst>
                      <p:childTnLst>
                        <p:par>
                          <p:cTn id="19" fill="hold" nodeType="withGroup">
                            <p:stCondLst>
                              <p:cond delay="0"/>
                            </p:stCondLst>
                            <p:childTnLst>
                              <p:par>
                                <p:cTn id="20" presetID="1" presetClass="entr" presetSubtype="0" fill="hold" nodeType="clickEffect">
                                  <p:stCondLst>
                                    <p:cond delay="0"/>
                                  </p:stCondLst>
                                  <p:childTnLst>
                                    <p:set>
                                      <p:cBhvr>
                                        <p:cTn id="21"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10" grpId="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9427FD61-D47B-2691-9D84-97A35EACDE21}"/>
              </a:ext>
            </a:extLst>
          </p:cNvPr>
          <p:cNvSpPr>
            <a:spLocks noGrp="1"/>
          </p:cNvSpPr>
          <p:nvPr>
            <p:ph type="title"/>
          </p:nvPr>
        </p:nvSpPr>
        <p:spPr>
          <a:xfrm>
            <a:off x="892175" y="2514600"/>
            <a:ext cx="7772400" cy="1362075"/>
          </a:xfrm>
        </p:spPr>
        <p:txBody>
          <a:bodyPr/>
          <a:lstStyle/>
          <a:p>
            <a:pPr algn="ctr">
              <a:defRPr/>
            </a:pPr>
            <a:r>
              <a:rPr lang="en-US" altLang="en-US" sz="2800" dirty="0">
                <a:latin typeface="Open Sans" pitchFamily="34" charset="0"/>
              </a:rPr>
              <a:t>Advanced Methods in Classification</a:t>
            </a:r>
            <a:br>
              <a:rPr lang="en-US" altLang="en-US" sz="2800" dirty="0">
                <a:latin typeface="Open Sans" pitchFamily="34" charset="0"/>
              </a:rPr>
            </a:br>
            <a:r>
              <a:rPr lang="en-US" altLang="en-US" sz="2800" dirty="0">
                <a:latin typeface="Open Sans" pitchFamily="34" charset="0"/>
              </a:rPr>
              <a:t>(Introduction)</a:t>
            </a:r>
            <a:endParaRPr lang="en-US" sz="3600" dirty="0"/>
          </a:p>
        </p:txBody>
      </p:sp>
      <p:sp>
        <p:nvSpPr>
          <p:cNvPr id="60419" name="Slide Number Placeholder 3">
            <a:extLst>
              <a:ext uri="{FF2B5EF4-FFF2-40B4-BE49-F238E27FC236}">
                <a16:creationId xmlns:a16="http://schemas.microsoft.com/office/drawing/2014/main" id="{69551796-55FA-C207-D24B-2359C82E3707}"/>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00CA15AA-417B-4F27-B00B-8A00765EF2A2}" type="slidenum">
              <a:rPr lang="en-US" altLang="en-US" sz="1200" smtClean="0">
                <a:solidFill>
                  <a:srgbClr val="898989"/>
                </a:solidFill>
              </a:rPr>
              <a:pPr>
                <a:spcBef>
                  <a:spcPct val="0"/>
                </a:spcBef>
                <a:buFontTx/>
                <a:buNone/>
              </a:pPr>
              <a:t>51</a:t>
            </a:fld>
            <a:endParaRPr lang="en-US" altLang="en-US" sz="1200">
              <a:solidFill>
                <a:srgbClr val="898989"/>
              </a:solidFill>
            </a:endParaRPr>
          </a:p>
        </p:txBody>
      </p:sp>
      <p:sp>
        <p:nvSpPr>
          <p:cNvPr id="60420" name="TextBox 1">
            <a:extLst>
              <a:ext uri="{FF2B5EF4-FFF2-40B4-BE49-F238E27FC236}">
                <a16:creationId xmlns:a16="http://schemas.microsoft.com/office/drawing/2014/main" id="{CBBDB06E-FE18-0F78-C83E-86CAEBDA1847}"/>
              </a:ext>
            </a:extLst>
          </p:cNvPr>
          <p:cNvSpPr txBox="1">
            <a:spLocks noChangeArrowheads="1"/>
          </p:cNvSpPr>
          <p:nvPr/>
        </p:nvSpPr>
        <p:spPr bwMode="auto">
          <a:xfrm>
            <a:off x="2195513" y="3733800"/>
            <a:ext cx="5165725" cy="954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r>
              <a:rPr lang="en-US" altLang="en-US" sz="2800">
                <a:latin typeface="Open Sans" panose="020B0606030504020204" pitchFamily="34" charset="0"/>
              </a:rPr>
              <a:t>Artificial Neural Network (ANN)</a:t>
            </a:r>
            <a:br>
              <a:rPr lang="en-US" altLang="en-US" sz="2800">
                <a:latin typeface="Open Sans" panose="020B0606030504020204" pitchFamily="34" charset="0"/>
              </a:rPr>
            </a:br>
            <a:r>
              <a:rPr lang="en-US" altLang="en-US" sz="2800">
                <a:latin typeface="Open Sans" panose="020B0606030504020204" pitchFamily="34" charset="0"/>
              </a:rPr>
              <a:t>Support Vector Machine (SVM)</a:t>
            </a:r>
            <a:endParaRPr lang="en-US" altLang="en-US" sz="2800"/>
          </a:p>
        </p:txBody>
      </p:sp>
    </p:spTree>
  </p:cSld>
  <p:clrMapOvr>
    <a:masterClrMapping/>
  </p:clrMapOvr>
  <p:transition spd="slow">
    <p:split orient="vert"/>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A5196424-AE9B-4FEB-E2DE-9138C00E2CC3}"/>
              </a:ext>
            </a:extLst>
          </p:cNvPr>
          <p:cNvSpPr>
            <a:spLocks noGrp="1"/>
          </p:cNvSpPr>
          <p:nvPr>
            <p:ph type="title"/>
          </p:nvPr>
        </p:nvSpPr>
        <p:spPr>
          <a:xfrm>
            <a:off x="914400" y="2971800"/>
            <a:ext cx="7772400" cy="1362075"/>
          </a:xfrm>
        </p:spPr>
        <p:txBody>
          <a:bodyPr/>
          <a:lstStyle/>
          <a:p>
            <a:pPr algn="ctr">
              <a:defRPr/>
            </a:pPr>
            <a:r>
              <a:rPr lang="en-US" altLang="en-US" sz="2800" dirty="0">
                <a:latin typeface="Open Sans" pitchFamily="34" charset="0"/>
              </a:rPr>
              <a:t>1. Artificial Neural Network (ANN)</a:t>
            </a:r>
            <a:endParaRPr lang="en-US" sz="3600" dirty="0"/>
          </a:p>
        </p:txBody>
      </p:sp>
      <p:sp>
        <p:nvSpPr>
          <p:cNvPr id="61443" name="Slide Number Placeholder 3">
            <a:extLst>
              <a:ext uri="{FF2B5EF4-FFF2-40B4-BE49-F238E27FC236}">
                <a16:creationId xmlns:a16="http://schemas.microsoft.com/office/drawing/2014/main" id="{9BF09D64-B447-5AC5-7E65-6D10D5CF2A97}"/>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C3F8FA39-E748-43B5-BDD9-91005EA7E79E}" type="slidenum">
              <a:rPr lang="en-US" altLang="en-US" sz="1200" smtClean="0">
                <a:solidFill>
                  <a:srgbClr val="898989"/>
                </a:solidFill>
              </a:rPr>
              <a:pPr>
                <a:spcBef>
                  <a:spcPct val="0"/>
                </a:spcBef>
                <a:buFontTx/>
                <a:buNone/>
              </a:pPr>
              <a:t>52</a:t>
            </a:fld>
            <a:endParaRPr lang="en-US" altLang="en-US" sz="1200">
              <a:solidFill>
                <a:srgbClr val="898989"/>
              </a:solidFill>
            </a:endParaRPr>
          </a:p>
        </p:txBody>
      </p:sp>
    </p:spTree>
  </p:cSld>
  <p:clrMapOvr>
    <a:masterClrMapping/>
  </p:clrMapOvr>
  <p:transition spd="slow">
    <p:split orient="vert"/>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Title 4">
            <a:extLst>
              <a:ext uri="{FF2B5EF4-FFF2-40B4-BE49-F238E27FC236}">
                <a16:creationId xmlns:a16="http://schemas.microsoft.com/office/drawing/2014/main" id="{0A34F47C-5BB7-4BFD-C36D-76C948CACBEA}"/>
              </a:ext>
            </a:extLst>
          </p:cNvPr>
          <p:cNvSpPr>
            <a:spLocks noGrp="1"/>
          </p:cNvSpPr>
          <p:nvPr>
            <p:ph type="title"/>
          </p:nvPr>
        </p:nvSpPr>
        <p:spPr/>
        <p:txBody>
          <a:bodyPr/>
          <a:lstStyle/>
          <a:p>
            <a:r>
              <a:rPr lang="en-US" altLang="en-US">
                <a:latin typeface="Open Sans" panose="020B0606030504020204" pitchFamily="34" charset="0"/>
              </a:rPr>
              <a:t>Let’s Start with Perceptron</a:t>
            </a:r>
          </a:p>
        </p:txBody>
      </p:sp>
      <p:sp>
        <p:nvSpPr>
          <p:cNvPr id="62467" name="Slide Number Placeholder 3">
            <a:extLst>
              <a:ext uri="{FF2B5EF4-FFF2-40B4-BE49-F238E27FC236}">
                <a16:creationId xmlns:a16="http://schemas.microsoft.com/office/drawing/2014/main" id="{640502FF-835E-DB1B-C5F4-46AA215FB868}"/>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3C78C2A6-C8A4-412E-BCD7-EE70FD395D2B}" type="slidenum">
              <a:rPr lang="en-US" altLang="en-US" smtClean="0">
                <a:solidFill>
                  <a:srgbClr val="898989"/>
                </a:solidFill>
                <a:latin typeface="Calibri" panose="020F0502020204030204" pitchFamily="34" charset="0"/>
              </a:rPr>
              <a:pPr/>
              <a:t>53</a:t>
            </a:fld>
            <a:endParaRPr lang="en-US" altLang="en-US">
              <a:solidFill>
                <a:srgbClr val="898989"/>
              </a:solidFill>
              <a:latin typeface="Calibri" panose="020F0502020204030204" pitchFamily="34" charset="0"/>
            </a:endParaRPr>
          </a:p>
        </p:txBody>
      </p:sp>
      <p:sp>
        <p:nvSpPr>
          <p:cNvPr id="62468" name="Content Placeholder 41">
            <a:extLst>
              <a:ext uri="{FF2B5EF4-FFF2-40B4-BE49-F238E27FC236}">
                <a16:creationId xmlns:a16="http://schemas.microsoft.com/office/drawing/2014/main" id="{D075EC6C-F1E2-47FF-2F58-678017AB65C7}"/>
              </a:ext>
            </a:extLst>
          </p:cNvPr>
          <p:cNvSpPr>
            <a:spLocks noGrp="1"/>
          </p:cNvSpPr>
          <p:nvPr>
            <p:ph idx="1"/>
          </p:nvPr>
        </p:nvSpPr>
        <p:spPr>
          <a:xfrm>
            <a:off x="685800" y="1828800"/>
            <a:ext cx="8229600" cy="5181600"/>
          </a:xfrm>
        </p:spPr>
        <p:txBody>
          <a:bodyPr/>
          <a:lstStyle/>
          <a:p>
            <a:pPr eaLnBrk="1" hangingPunct="1">
              <a:spcBef>
                <a:spcPct val="50000"/>
              </a:spcBef>
            </a:pPr>
            <a:r>
              <a:rPr lang="en-US" altLang="en-US">
                <a:latin typeface="Open Sans" panose="020B0606030504020204" pitchFamily="34" charset="0"/>
                <a:cs typeface="Times New Roman" panose="02020603050405020304" pitchFamily="18" charset="0"/>
              </a:rPr>
              <a:t>Output Y is 1 if at least two of the three inputs are equal to 1.</a:t>
            </a:r>
          </a:p>
          <a:p>
            <a:endParaRPr lang="en-US" altLang="en-US">
              <a:latin typeface="Open Sans" panose="020B0606030504020204" pitchFamily="34" charset="0"/>
            </a:endParaRPr>
          </a:p>
        </p:txBody>
      </p:sp>
      <p:graphicFrame>
        <p:nvGraphicFramePr>
          <p:cNvPr id="62469" name="Object 1">
            <a:extLst>
              <a:ext uri="{FF2B5EF4-FFF2-40B4-BE49-F238E27FC236}">
                <a16:creationId xmlns:a16="http://schemas.microsoft.com/office/drawing/2014/main" id="{F0E62E9C-44AC-A8BC-97BA-3DF27E5A95E4}"/>
              </a:ext>
            </a:extLst>
          </p:cNvPr>
          <p:cNvGraphicFramePr>
            <a:graphicFrameLocks/>
          </p:cNvGraphicFramePr>
          <p:nvPr/>
        </p:nvGraphicFramePr>
        <p:xfrm>
          <a:off x="912813" y="2895600"/>
          <a:ext cx="8078787" cy="3503613"/>
        </p:xfrm>
        <a:graphic>
          <a:graphicData uri="http://schemas.openxmlformats.org/presentationml/2006/ole">
            <mc:AlternateContent xmlns:mc="http://schemas.openxmlformats.org/markup-compatibility/2006">
              <mc:Choice xmlns:v="urn:schemas-microsoft-com:vml" Requires="v">
                <p:oleObj r:id="rId2" imgW="9050040" imgH="4012560" progId="Visio.Drawing.11">
                  <p:embed/>
                </p:oleObj>
              </mc:Choice>
              <mc:Fallback>
                <p:oleObj r:id="rId2" imgW="9050040" imgH="4012560" progId="Visio.Drawing.11">
                  <p:embed/>
                  <p:pic>
                    <p:nvPicPr>
                      <p:cNvPr id="62469" name="Object 1">
                        <a:extLst>
                          <a:ext uri="{FF2B5EF4-FFF2-40B4-BE49-F238E27FC236}">
                            <a16:creationId xmlns:a16="http://schemas.microsoft.com/office/drawing/2014/main" id="{F0E62E9C-44AC-A8BC-97BA-3DF27E5A95E4}"/>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12813" y="2895600"/>
                        <a:ext cx="8078787" cy="3503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Tree>
  </p:cSld>
  <p:clrMapOvr>
    <a:masterClrMapping/>
  </p:clrMapOvr>
  <p:transition spd="slow">
    <p:split orient="vert"/>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Title 1">
            <a:extLst>
              <a:ext uri="{FF2B5EF4-FFF2-40B4-BE49-F238E27FC236}">
                <a16:creationId xmlns:a16="http://schemas.microsoft.com/office/drawing/2014/main" id="{4CCA1AB3-5BA6-9517-8914-9BCE8B1C4EB7}"/>
              </a:ext>
            </a:extLst>
          </p:cNvPr>
          <p:cNvSpPr>
            <a:spLocks noGrp="1"/>
          </p:cNvSpPr>
          <p:nvPr>
            <p:ph type="title"/>
          </p:nvPr>
        </p:nvSpPr>
        <p:spPr/>
        <p:txBody>
          <a:bodyPr/>
          <a:lstStyle/>
          <a:p>
            <a:r>
              <a:rPr lang="en-US" altLang="en-US">
                <a:latin typeface="Open Sans" panose="020B0606030504020204" pitchFamily="34" charset="0"/>
              </a:rPr>
              <a:t>Perceptron</a:t>
            </a:r>
          </a:p>
        </p:txBody>
      </p:sp>
      <p:sp>
        <p:nvSpPr>
          <p:cNvPr id="63491" name="Slide Number Placeholder 3">
            <a:extLst>
              <a:ext uri="{FF2B5EF4-FFF2-40B4-BE49-F238E27FC236}">
                <a16:creationId xmlns:a16="http://schemas.microsoft.com/office/drawing/2014/main" id="{5BDFC3F8-C191-E173-BE5C-A885FE98A39D}"/>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102852A2-62F3-4EF9-8728-3A659F184778}" type="slidenum">
              <a:rPr lang="en-US" altLang="en-US" smtClean="0">
                <a:solidFill>
                  <a:srgbClr val="898989"/>
                </a:solidFill>
                <a:latin typeface="Calibri" panose="020F0502020204030204" pitchFamily="34" charset="0"/>
              </a:rPr>
              <a:pPr/>
              <a:t>54</a:t>
            </a:fld>
            <a:endParaRPr lang="en-US" altLang="en-US">
              <a:solidFill>
                <a:srgbClr val="898989"/>
              </a:solidFill>
              <a:latin typeface="Calibri" panose="020F0502020204030204" pitchFamily="34" charset="0"/>
            </a:endParaRPr>
          </a:p>
        </p:txBody>
      </p:sp>
      <p:graphicFrame>
        <p:nvGraphicFramePr>
          <p:cNvPr id="63492" name="Object 2">
            <a:extLst>
              <a:ext uri="{FF2B5EF4-FFF2-40B4-BE49-F238E27FC236}">
                <a16:creationId xmlns:a16="http://schemas.microsoft.com/office/drawing/2014/main" id="{96A57C1D-31B2-175A-AA79-B2A8AA8CAB84}"/>
              </a:ext>
            </a:extLst>
          </p:cNvPr>
          <p:cNvGraphicFramePr>
            <a:graphicFrameLocks/>
          </p:cNvGraphicFramePr>
          <p:nvPr/>
        </p:nvGraphicFramePr>
        <p:xfrm>
          <a:off x="912813" y="1295400"/>
          <a:ext cx="8078787" cy="3503613"/>
        </p:xfrm>
        <a:graphic>
          <a:graphicData uri="http://schemas.openxmlformats.org/presentationml/2006/ole">
            <mc:AlternateContent xmlns:mc="http://schemas.openxmlformats.org/markup-compatibility/2006">
              <mc:Choice xmlns:v="urn:schemas-microsoft-com:vml" Requires="v">
                <p:oleObj r:id="rId2" imgW="9050040" imgH="4012560" progId="Visio.Drawing.11">
                  <p:embed/>
                </p:oleObj>
              </mc:Choice>
              <mc:Fallback>
                <p:oleObj r:id="rId2" imgW="9050040" imgH="4012560" progId="Visio.Drawing.11">
                  <p:embed/>
                  <p:pic>
                    <p:nvPicPr>
                      <p:cNvPr id="63492" name="Object 2">
                        <a:extLst>
                          <a:ext uri="{FF2B5EF4-FFF2-40B4-BE49-F238E27FC236}">
                            <a16:creationId xmlns:a16="http://schemas.microsoft.com/office/drawing/2014/main" id="{96A57C1D-31B2-175A-AA79-B2A8AA8CAB84}"/>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12813" y="1295400"/>
                        <a:ext cx="8078787" cy="3503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63493" name="Object 3">
            <a:extLst>
              <a:ext uri="{FF2B5EF4-FFF2-40B4-BE49-F238E27FC236}">
                <a16:creationId xmlns:a16="http://schemas.microsoft.com/office/drawing/2014/main" id="{AFB93888-77DA-4A83-D78F-E839F02D42A2}"/>
              </a:ext>
            </a:extLst>
          </p:cNvPr>
          <p:cNvGraphicFramePr>
            <a:graphicFrameLocks/>
          </p:cNvGraphicFramePr>
          <p:nvPr/>
        </p:nvGraphicFramePr>
        <p:xfrm>
          <a:off x="1889125" y="5140325"/>
          <a:ext cx="5432425" cy="1412875"/>
        </p:xfrm>
        <a:graphic>
          <a:graphicData uri="http://schemas.openxmlformats.org/presentationml/2006/ole">
            <mc:AlternateContent xmlns:mc="http://schemas.openxmlformats.org/markup-compatibility/2006">
              <mc:Choice xmlns:v="urn:schemas-microsoft-com:vml" Requires="v">
                <p:oleObj r:id="rId4" imgW="2399259" imgH="710891" progId="Equation.3">
                  <p:embed/>
                </p:oleObj>
              </mc:Choice>
              <mc:Fallback>
                <p:oleObj r:id="rId4" imgW="2399259" imgH="710891" progId="Equation.3">
                  <p:embed/>
                  <p:pic>
                    <p:nvPicPr>
                      <p:cNvPr id="63493" name="Object 3">
                        <a:extLst>
                          <a:ext uri="{FF2B5EF4-FFF2-40B4-BE49-F238E27FC236}">
                            <a16:creationId xmlns:a16="http://schemas.microsoft.com/office/drawing/2014/main" id="{AFB93888-77DA-4A83-D78F-E839F02D42A2}"/>
                          </a:ext>
                        </a:extLst>
                      </p:cNvPr>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889125" y="5140325"/>
                        <a:ext cx="5432425" cy="1412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Tree>
  </p:cSld>
  <p:clrMapOvr>
    <a:masterClrMapping/>
  </p:clrMapOvr>
  <p:transition spd="slow">
    <p:split orient="vert"/>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8E3D47-9303-3784-7E66-57BACA7C766C}"/>
              </a:ext>
            </a:extLst>
          </p:cNvPr>
          <p:cNvSpPr>
            <a:spLocks noGrp="1"/>
          </p:cNvSpPr>
          <p:nvPr>
            <p:ph type="title"/>
          </p:nvPr>
        </p:nvSpPr>
        <p:spPr/>
        <p:txBody>
          <a:bodyPr>
            <a:normAutofit fontScale="90000"/>
          </a:bodyPr>
          <a:lstStyle/>
          <a:p>
            <a:pPr>
              <a:defRPr/>
            </a:pPr>
            <a:r>
              <a:rPr lang="en-US" dirty="0"/>
              <a:t>General Structure of Perceptron</a:t>
            </a:r>
          </a:p>
        </p:txBody>
      </p:sp>
      <p:sp>
        <p:nvSpPr>
          <p:cNvPr id="64515" name="Slide Number Placeholder 3">
            <a:extLst>
              <a:ext uri="{FF2B5EF4-FFF2-40B4-BE49-F238E27FC236}">
                <a16:creationId xmlns:a16="http://schemas.microsoft.com/office/drawing/2014/main" id="{88DE8A36-F22B-FD67-2E77-07BC142BA552}"/>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77388D27-CE9C-462E-9886-457B1B28FAC6}" type="slidenum">
              <a:rPr lang="en-US" altLang="en-US" smtClean="0">
                <a:solidFill>
                  <a:srgbClr val="898989"/>
                </a:solidFill>
                <a:latin typeface="Calibri" panose="020F0502020204030204" pitchFamily="34" charset="0"/>
              </a:rPr>
              <a:pPr/>
              <a:t>55</a:t>
            </a:fld>
            <a:endParaRPr lang="en-US" altLang="en-US">
              <a:solidFill>
                <a:srgbClr val="898989"/>
              </a:solidFill>
              <a:latin typeface="Calibri" panose="020F0502020204030204" pitchFamily="34" charset="0"/>
            </a:endParaRPr>
          </a:p>
        </p:txBody>
      </p:sp>
      <p:grpSp>
        <p:nvGrpSpPr>
          <p:cNvPr id="5" name="Group 4">
            <a:extLst>
              <a:ext uri="{FF2B5EF4-FFF2-40B4-BE49-F238E27FC236}">
                <a16:creationId xmlns:a16="http://schemas.microsoft.com/office/drawing/2014/main" id="{3F59A08A-0F99-D345-72F1-AF92D461149B}"/>
              </a:ext>
            </a:extLst>
          </p:cNvPr>
          <p:cNvGrpSpPr>
            <a:grpSpLocks/>
          </p:cNvGrpSpPr>
          <p:nvPr/>
        </p:nvGrpSpPr>
        <p:grpSpPr bwMode="auto">
          <a:xfrm>
            <a:off x="889000" y="2876550"/>
            <a:ext cx="777875" cy="777875"/>
            <a:chOff x="726382" y="2740536"/>
            <a:chExt cx="778737" cy="778737"/>
          </a:xfrm>
        </p:grpSpPr>
        <p:sp>
          <p:nvSpPr>
            <p:cNvPr id="6" name="Oval 5">
              <a:extLst>
                <a:ext uri="{FF2B5EF4-FFF2-40B4-BE49-F238E27FC236}">
                  <a16:creationId xmlns:a16="http://schemas.microsoft.com/office/drawing/2014/main" id="{F7E81E1B-9617-2025-25C8-F94D1AE4412C}"/>
                </a:ext>
              </a:extLst>
            </p:cNvPr>
            <p:cNvSpPr/>
            <p:nvPr/>
          </p:nvSpPr>
          <p:spPr>
            <a:xfrm>
              <a:off x="726382" y="2740536"/>
              <a:ext cx="778737" cy="778737"/>
            </a:xfrm>
            <a:prstGeom prst="ellipse">
              <a:avLst/>
            </a:prstGeom>
            <a:solidFill>
              <a:schemeClr val="bg1"/>
            </a:solidFill>
            <a:ln w="76200">
              <a:solidFill>
                <a:srgbClr val="BE69CE"/>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id-ID" sz="1600" dirty="0">
                <a:solidFill>
                  <a:schemeClr val="bg1">
                    <a:lumMod val="50000"/>
                  </a:schemeClr>
                </a:solidFill>
                <a:latin typeface="Product Sans" panose="020B0403030502040203" pitchFamily="34" charset="0"/>
              </a:endParaRPr>
            </a:p>
          </p:txBody>
        </p:sp>
        <p:sp>
          <p:nvSpPr>
            <p:cNvPr id="7" name="Rectangle 6">
              <a:extLst>
                <a:ext uri="{FF2B5EF4-FFF2-40B4-BE49-F238E27FC236}">
                  <a16:creationId xmlns:a16="http://schemas.microsoft.com/office/drawing/2014/main" id="{0939943C-08B8-A59E-A6C8-6BE4DF16AB01}"/>
                </a:ext>
              </a:extLst>
            </p:cNvPr>
            <p:cNvSpPr>
              <a:spLocks noRot="1" noChangeAspect="1" noMove="1" noResize="1" noEditPoints="1" noAdjustHandles="1" noChangeArrowheads="1" noChangeShapeType="1" noTextEdit="1"/>
            </p:cNvSpPr>
            <p:nvPr/>
          </p:nvSpPr>
          <p:spPr>
            <a:xfrm>
              <a:off x="841763" y="2843173"/>
              <a:ext cx="555088" cy="461665"/>
            </a:xfrm>
            <a:prstGeom prst="rect">
              <a:avLst/>
            </a:prstGeom>
            <a:blipFill>
              <a:blip r:embed="rId2"/>
              <a:stretch>
                <a:fillRect b="-4000"/>
              </a:stretch>
            </a:blipFill>
          </p:spPr>
          <p:txBody>
            <a:bodyPr/>
            <a:lstStyle/>
            <a:p>
              <a:r>
                <a:rPr lang="en-US">
                  <a:noFill/>
                </a:rPr>
                <a:t> </a:t>
              </a:r>
            </a:p>
          </p:txBody>
        </p:sp>
      </p:grpSp>
      <p:grpSp>
        <p:nvGrpSpPr>
          <p:cNvPr id="8" name="Group 7">
            <a:extLst>
              <a:ext uri="{FF2B5EF4-FFF2-40B4-BE49-F238E27FC236}">
                <a16:creationId xmlns:a16="http://schemas.microsoft.com/office/drawing/2014/main" id="{C455166E-F090-B9EC-62ED-726E4F55DB21}"/>
              </a:ext>
            </a:extLst>
          </p:cNvPr>
          <p:cNvGrpSpPr>
            <a:grpSpLocks/>
          </p:cNvGrpSpPr>
          <p:nvPr/>
        </p:nvGrpSpPr>
        <p:grpSpPr bwMode="auto">
          <a:xfrm>
            <a:off x="889000" y="4295775"/>
            <a:ext cx="777875" cy="779463"/>
            <a:chOff x="726382" y="4160279"/>
            <a:chExt cx="778737" cy="778737"/>
          </a:xfrm>
        </p:grpSpPr>
        <p:sp>
          <p:nvSpPr>
            <p:cNvPr id="9" name="Oval 8">
              <a:extLst>
                <a:ext uri="{FF2B5EF4-FFF2-40B4-BE49-F238E27FC236}">
                  <a16:creationId xmlns:a16="http://schemas.microsoft.com/office/drawing/2014/main" id="{44848F15-2ED0-D507-5B9C-2E0C072F8151}"/>
                </a:ext>
              </a:extLst>
            </p:cNvPr>
            <p:cNvSpPr/>
            <p:nvPr/>
          </p:nvSpPr>
          <p:spPr>
            <a:xfrm>
              <a:off x="726382" y="4160279"/>
              <a:ext cx="778737" cy="778737"/>
            </a:xfrm>
            <a:prstGeom prst="ellipse">
              <a:avLst/>
            </a:prstGeom>
            <a:solidFill>
              <a:schemeClr val="bg1"/>
            </a:solidFill>
            <a:ln w="76200">
              <a:solidFill>
                <a:srgbClr val="BE69CE"/>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id-ID" sz="1600" dirty="0">
                <a:solidFill>
                  <a:schemeClr val="bg1">
                    <a:lumMod val="50000"/>
                  </a:schemeClr>
                </a:solidFill>
                <a:latin typeface="Product Sans" panose="020B0403030502040203" pitchFamily="34" charset="0"/>
              </a:endParaRPr>
            </a:p>
          </p:txBody>
        </p:sp>
        <p:sp>
          <p:nvSpPr>
            <p:cNvPr id="10" name="Rectangle 9">
              <a:extLst>
                <a:ext uri="{FF2B5EF4-FFF2-40B4-BE49-F238E27FC236}">
                  <a16:creationId xmlns:a16="http://schemas.microsoft.com/office/drawing/2014/main" id="{F4F5338E-55CD-1EE4-DCAD-3DBF80B03CD7}"/>
                </a:ext>
              </a:extLst>
            </p:cNvPr>
            <p:cNvSpPr>
              <a:spLocks noRot="1" noChangeAspect="1" noMove="1" noResize="1" noEditPoints="1" noAdjustHandles="1" noChangeArrowheads="1" noChangeShapeType="1" noTextEdit="1"/>
            </p:cNvSpPr>
            <p:nvPr/>
          </p:nvSpPr>
          <p:spPr>
            <a:xfrm>
              <a:off x="841763" y="4257980"/>
              <a:ext cx="574965" cy="461665"/>
            </a:xfrm>
            <a:prstGeom prst="rect">
              <a:avLst/>
            </a:prstGeom>
            <a:blipFill>
              <a:blip r:embed="rId3"/>
              <a:stretch>
                <a:fillRect/>
              </a:stretch>
            </a:blipFill>
          </p:spPr>
          <p:txBody>
            <a:bodyPr/>
            <a:lstStyle/>
            <a:p>
              <a:r>
                <a:rPr lang="en-US">
                  <a:noFill/>
                </a:rPr>
                <a:t> </a:t>
              </a:r>
            </a:p>
          </p:txBody>
        </p:sp>
      </p:grpSp>
      <p:sp>
        <p:nvSpPr>
          <p:cNvPr id="11" name="Rectangle 10">
            <a:extLst>
              <a:ext uri="{FF2B5EF4-FFF2-40B4-BE49-F238E27FC236}">
                <a16:creationId xmlns:a16="http://schemas.microsoft.com/office/drawing/2014/main" id="{80ECF57D-E9F0-4545-06F4-51B5355D3955}"/>
              </a:ext>
            </a:extLst>
          </p:cNvPr>
          <p:cNvSpPr>
            <a:spLocks noRot="1" noChangeAspect="1" noMove="1" noResize="1" noEditPoints="1" noAdjustHandles="1" noChangeArrowheads="1" noChangeShapeType="1" noTextEdit="1"/>
          </p:cNvSpPr>
          <p:nvPr/>
        </p:nvSpPr>
        <p:spPr>
          <a:xfrm>
            <a:off x="1104070" y="3753227"/>
            <a:ext cx="348172" cy="461665"/>
          </a:xfrm>
          <a:prstGeom prst="rect">
            <a:avLst/>
          </a:prstGeom>
          <a:blipFill>
            <a:blip r:embed="rId4"/>
            <a:stretch>
              <a:fillRect/>
            </a:stretch>
          </a:blipFill>
        </p:spPr>
        <p:txBody>
          <a:bodyPr/>
          <a:lstStyle/>
          <a:p>
            <a:r>
              <a:rPr lang="en-US">
                <a:noFill/>
              </a:rPr>
              <a:t> </a:t>
            </a:r>
          </a:p>
        </p:txBody>
      </p:sp>
      <p:grpSp>
        <p:nvGrpSpPr>
          <p:cNvPr id="12" name="Group 11">
            <a:extLst>
              <a:ext uri="{FF2B5EF4-FFF2-40B4-BE49-F238E27FC236}">
                <a16:creationId xmlns:a16="http://schemas.microsoft.com/office/drawing/2014/main" id="{494005F0-A877-93E8-BD3D-4F0B75C1B8AD}"/>
              </a:ext>
            </a:extLst>
          </p:cNvPr>
          <p:cNvGrpSpPr>
            <a:grpSpLocks/>
          </p:cNvGrpSpPr>
          <p:nvPr/>
        </p:nvGrpSpPr>
        <p:grpSpPr bwMode="auto">
          <a:xfrm>
            <a:off x="889000" y="5392738"/>
            <a:ext cx="777875" cy="779462"/>
            <a:chOff x="726381" y="5257640"/>
            <a:chExt cx="778737" cy="778737"/>
          </a:xfrm>
        </p:grpSpPr>
        <p:sp>
          <p:nvSpPr>
            <p:cNvPr id="13" name="Oval 12">
              <a:extLst>
                <a:ext uri="{FF2B5EF4-FFF2-40B4-BE49-F238E27FC236}">
                  <a16:creationId xmlns:a16="http://schemas.microsoft.com/office/drawing/2014/main" id="{06FC1E87-6946-5A98-250D-C3ED3E878467}"/>
                </a:ext>
              </a:extLst>
            </p:cNvPr>
            <p:cNvSpPr/>
            <p:nvPr/>
          </p:nvSpPr>
          <p:spPr>
            <a:xfrm>
              <a:off x="726381" y="5257640"/>
              <a:ext cx="778737" cy="778737"/>
            </a:xfrm>
            <a:prstGeom prst="ellipse">
              <a:avLst/>
            </a:prstGeom>
            <a:solidFill>
              <a:schemeClr val="bg1"/>
            </a:solidFill>
            <a:ln w="76200">
              <a:solidFill>
                <a:srgbClr val="BE69CE"/>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id-ID" sz="1600" dirty="0">
                <a:solidFill>
                  <a:schemeClr val="bg1">
                    <a:lumMod val="50000"/>
                  </a:schemeClr>
                </a:solidFill>
                <a:latin typeface="Product Sans" panose="020B0403030502040203" pitchFamily="34" charset="0"/>
              </a:endParaRPr>
            </a:p>
          </p:txBody>
        </p:sp>
        <p:sp>
          <p:nvSpPr>
            <p:cNvPr id="14" name="Rectangle 13">
              <a:extLst>
                <a:ext uri="{FF2B5EF4-FFF2-40B4-BE49-F238E27FC236}">
                  <a16:creationId xmlns:a16="http://schemas.microsoft.com/office/drawing/2014/main" id="{6EB5E6CC-534F-E542-2F52-7DC532FC50C9}"/>
                </a:ext>
              </a:extLst>
            </p:cNvPr>
            <p:cNvSpPr>
              <a:spLocks noRot="1" noChangeAspect="1" noMove="1" noResize="1" noEditPoints="1" noAdjustHandles="1" noChangeArrowheads="1" noChangeShapeType="1" noTextEdit="1"/>
            </p:cNvSpPr>
            <p:nvPr/>
          </p:nvSpPr>
          <p:spPr>
            <a:xfrm>
              <a:off x="904087" y="5416175"/>
              <a:ext cx="421910" cy="461665"/>
            </a:xfrm>
            <a:prstGeom prst="rect">
              <a:avLst/>
            </a:prstGeom>
            <a:blipFill>
              <a:blip r:embed="rId5"/>
              <a:stretch>
                <a:fillRect/>
              </a:stretch>
            </a:blipFill>
          </p:spPr>
          <p:txBody>
            <a:bodyPr/>
            <a:lstStyle/>
            <a:p>
              <a:r>
                <a:rPr lang="en-US">
                  <a:noFill/>
                </a:rPr>
                <a:t> </a:t>
              </a:r>
            </a:p>
          </p:txBody>
        </p:sp>
      </p:grpSp>
      <p:grpSp>
        <p:nvGrpSpPr>
          <p:cNvPr id="15" name="Group 14">
            <a:extLst>
              <a:ext uri="{FF2B5EF4-FFF2-40B4-BE49-F238E27FC236}">
                <a16:creationId xmlns:a16="http://schemas.microsoft.com/office/drawing/2014/main" id="{7FCF5B90-15A5-B9AA-F608-7AD752A93FF0}"/>
              </a:ext>
            </a:extLst>
          </p:cNvPr>
          <p:cNvGrpSpPr>
            <a:grpSpLocks/>
          </p:cNvGrpSpPr>
          <p:nvPr/>
        </p:nvGrpSpPr>
        <p:grpSpPr bwMode="auto">
          <a:xfrm>
            <a:off x="1765300" y="2233613"/>
            <a:ext cx="1314450" cy="1190625"/>
            <a:chOff x="1602790" y="2098026"/>
            <a:chExt cx="1313934" cy="1190478"/>
          </a:xfrm>
        </p:grpSpPr>
        <p:cxnSp>
          <p:nvCxnSpPr>
            <p:cNvPr id="16" name="Straight Arrow Connector 15">
              <a:extLst>
                <a:ext uri="{FF2B5EF4-FFF2-40B4-BE49-F238E27FC236}">
                  <a16:creationId xmlns:a16="http://schemas.microsoft.com/office/drawing/2014/main" id="{B0F6ADBF-4ED2-97A5-297B-A11FC54BC4C8}"/>
                </a:ext>
              </a:extLst>
            </p:cNvPr>
            <p:cNvCxnSpPr>
              <a:endCxn id="35" idx="1"/>
            </p:cNvCxnSpPr>
            <p:nvPr/>
          </p:nvCxnSpPr>
          <p:spPr>
            <a:xfrm>
              <a:off x="1602790" y="2304376"/>
              <a:ext cx="1313934" cy="984128"/>
            </a:xfrm>
            <a:prstGeom prst="straightConnector1">
              <a:avLst/>
            </a:prstGeom>
            <a:ln w="76200">
              <a:solidFill>
                <a:srgbClr val="BE69CE"/>
              </a:solidFill>
              <a:tailEnd type="triangle"/>
            </a:ln>
          </p:spPr>
          <p:style>
            <a:lnRef idx="1">
              <a:schemeClr val="accent1"/>
            </a:lnRef>
            <a:fillRef idx="0">
              <a:schemeClr val="accent1"/>
            </a:fillRef>
            <a:effectRef idx="0">
              <a:schemeClr val="accent1"/>
            </a:effectRef>
            <a:fontRef idx="minor">
              <a:schemeClr val="tx1"/>
            </a:fontRef>
          </p:style>
        </p:cxnSp>
        <p:sp>
          <p:nvSpPr>
            <p:cNvPr id="17" name="Rectangle 16">
              <a:extLst>
                <a:ext uri="{FF2B5EF4-FFF2-40B4-BE49-F238E27FC236}">
                  <a16:creationId xmlns:a16="http://schemas.microsoft.com/office/drawing/2014/main" id="{5008B257-7B17-8061-AF70-FA4105B0A58E}"/>
                </a:ext>
              </a:extLst>
            </p:cNvPr>
            <p:cNvSpPr>
              <a:spLocks noRot="1" noChangeAspect="1" noMove="1" noResize="1" noEditPoints="1" noAdjustHandles="1" noChangeArrowheads="1" noChangeShapeType="1" noTextEdit="1"/>
            </p:cNvSpPr>
            <p:nvPr/>
          </p:nvSpPr>
          <p:spPr>
            <a:xfrm>
              <a:off x="1864505" y="2098026"/>
              <a:ext cx="604909" cy="461665"/>
            </a:xfrm>
            <a:prstGeom prst="rect">
              <a:avLst/>
            </a:prstGeom>
            <a:blipFill>
              <a:blip r:embed="rId6"/>
              <a:stretch>
                <a:fillRect b="-3947"/>
              </a:stretch>
            </a:blipFill>
          </p:spPr>
          <p:txBody>
            <a:bodyPr/>
            <a:lstStyle/>
            <a:p>
              <a:r>
                <a:rPr lang="en-US">
                  <a:noFill/>
                </a:rPr>
                <a:t> </a:t>
              </a:r>
            </a:p>
          </p:txBody>
        </p:sp>
      </p:grpSp>
      <p:grpSp>
        <p:nvGrpSpPr>
          <p:cNvPr id="18" name="Group 17">
            <a:extLst>
              <a:ext uri="{FF2B5EF4-FFF2-40B4-BE49-F238E27FC236}">
                <a16:creationId xmlns:a16="http://schemas.microsoft.com/office/drawing/2014/main" id="{7DB317F7-2D01-05DC-1518-F558E4977C4B}"/>
              </a:ext>
            </a:extLst>
          </p:cNvPr>
          <p:cNvGrpSpPr>
            <a:grpSpLocks/>
          </p:cNvGrpSpPr>
          <p:nvPr/>
        </p:nvGrpSpPr>
        <p:grpSpPr bwMode="auto">
          <a:xfrm>
            <a:off x="1666875" y="2978150"/>
            <a:ext cx="1028700" cy="676275"/>
            <a:chOff x="1505118" y="2841655"/>
            <a:chExt cx="1027689" cy="677618"/>
          </a:xfrm>
        </p:grpSpPr>
        <p:cxnSp>
          <p:nvCxnSpPr>
            <p:cNvPr id="19" name="Straight Arrow Connector 18">
              <a:extLst>
                <a:ext uri="{FF2B5EF4-FFF2-40B4-BE49-F238E27FC236}">
                  <a16:creationId xmlns:a16="http://schemas.microsoft.com/office/drawing/2014/main" id="{2D0CEF63-24CE-E577-4038-A58448E9F61F}"/>
                </a:ext>
              </a:extLst>
            </p:cNvPr>
            <p:cNvCxnSpPr/>
            <p:nvPr/>
          </p:nvCxnSpPr>
          <p:spPr>
            <a:xfrm>
              <a:off x="1505118" y="3245681"/>
              <a:ext cx="1027689" cy="273592"/>
            </a:xfrm>
            <a:prstGeom prst="straightConnector1">
              <a:avLst/>
            </a:prstGeom>
            <a:ln w="76200">
              <a:solidFill>
                <a:srgbClr val="BE69CE"/>
              </a:solidFill>
              <a:tailEnd type="triangle"/>
            </a:ln>
          </p:spPr>
          <p:style>
            <a:lnRef idx="1">
              <a:schemeClr val="accent1"/>
            </a:lnRef>
            <a:fillRef idx="0">
              <a:schemeClr val="accent1"/>
            </a:fillRef>
            <a:effectRef idx="0">
              <a:schemeClr val="accent1"/>
            </a:effectRef>
            <a:fontRef idx="minor">
              <a:schemeClr val="tx1"/>
            </a:fontRef>
          </p:style>
        </p:cxnSp>
        <p:sp>
          <p:nvSpPr>
            <p:cNvPr id="20" name="Rectangle 19">
              <a:extLst>
                <a:ext uri="{FF2B5EF4-FFF2-40B4-BE49-F238E27FC236}">
                  <a16:creationId xmlns:a16="http://schemas.microsoft.com/office/drawing/2014/main" id="{8BAC9D8A-6070-07FD-8FC8-840F4BAE9938}"/>
                </a:ext>
              </a:extLst>
            </p:cNvPr>
            <p:cNvSpPr>
              <a:spLocks noRot="1" noChangeAspect="1" noMove="1" noResize="1" noEditPoints="1" noAdjustHandles="1" noChangeArrowheads="1" noChangeShapeType="1" noTextEdit="1"/>
            </p:cNvSpPr>
            <p:nvPr/>
          </p:nvSpPr>
          <p:spPr>
            <a:xfrm>
              <a:off x="1656752" y="2841655"/>
              <a:ext cx="612026" cy="461665"/>
            </a:xfrm>
            <a:prstGeom prst="rect">
              <a:avLst/>
            </a:prstGeom>
            <a:blipFill>
              <a:blip r:embed="rId7"/>
              <a:stretch>
                <a:fillRect b="-3947"/>
              </a:stretch>
            </a:blipFill>
          </p:spPr>
          <p:txBody>
            <a:bodyPr/>
            <a:lstStyle/>
            <a:p>
              <a:r>
                <a:rPr lang="en-US">
                  <a:noFill/>
                </a:rPr>
                <a:t> </a:t>
              </a:r>
            </a:p>
          </p:txBody>
        </p:sp>
      </p:grpSp>
      <p:grpSp>
        <p:nvGrpSpPr>
          <p:cNvPr id="21" name="Group 20">
            <a:extLst>
              <a:ext uri="{FF2B5EF4-FFF2-40B4-BE49-F238E27FC236}">
                <a16:creationId xmlns:a16="http://schemas.microsoft.com/office/drawing/2014/main" id="{2844B940-DE8F-7F94-BC50-B580466A0C88}"/>
              </a:ext>
            </a:extLst>
          </p:cNvPr>
          <p:cNvGrpSpPr>
            <a:grpSpLocks/>
          </p:cNvGrpSpPr>
          <p:nvPr/>
        </p:nvGrpSpPr>
        <p:grpSpPr bwMode="auto">
          <a:xfrm>
            <a:off x="1666875" y="4189413"/>
            <a:ext cx="966788" cy="685800"/>
            <a:chOff x="1505118" y="4054111"/>
            <a:chExt cx="965373" cy="684953"/>
          </a:xfrm>
        </p:grpSpPr>
        <p:cxnSp>
          <p:nvCxnSpPr>
            <p:cNvPr id="22" name="Straight Arrow Connector 21">
              <a:extLst>
                <a:ext uri="{FF2B5EF4-FFF2-40B4-BE49-F238E27FC236}">
                  <a16:creationId xmlns:a16="http://schemas.microsoft.com/office/drawing/2014/main" id="{897AD216-15A5-F4C3-6538-0AE450087E5E}"/>
                </a:ext>
              </a:extLst>
            </p:cNvPr>
            <p:cNvCxnSpPr/>
            <p:nvPr/>
          </p:nvCxnSpPr>
          <p:spPr>
            <a:xfrm flipV="1">
              <a:off x="1505118" y="4054111"/>
              <a:ext cx="965373" cy="372601"/>
            </a:xfrm>
            <a:prstGeom prst="straightConnector1">
              <a:avLst/>
            </a:prstGeom>
            <a:ln w="76200">
              <a:solidFill>
                <a:srgbClr val="BE69CE"/>
              </a:solidFill>
              <a:tailEnd type="triangle"/>
            </a:ln>
          </p:spPr>
          <p:style>
            <a:lnRef idx="1">
              <a:schemeClr val="accent1"/>
            </a:lnRef>
            <a:fillRef idx="0">
              <a:schemeClr val="accent1"/>
            </a:fillRef>
            <a:effectRef idx="0">
              <a:schemeClr val="accent1"/>
            </a:effectRef>
            <a:fontRef idx="minor">
              <a:schemeClr val="tx1"/>
            </a:fontRef>
          </p:style>
        </p:cxnSp>
        <p:sp>
          <p:nvSpPr>
            <p:cNvPr id="23" name="Rectangle 22">
              <a:extLst>
                <a:ext uri="{FF2B5EF4-FFF2-40B4-BE49-F238E27FC236}">
                  <a16:creationId xmlns:a16="http://schemas.microsoft.com/office/drawing/2014/main" id="{AE5D2B61-0BC4-EFA9-43E7-FD702DE4D8AE}"/>
                </a:ext>
              </a:extLst>
            </p:cNvPr>
            <p:cNvSpPr>
              <a:spLocks noRot="1" noChangeAspect="1" noMove="1" noResize="1" noEditPoints="1" noAdjustHandles="1" noChangeArrowheads="1" noChangeShapeType="1" noTextEdit="1"/>
            </p:cNvSpPr>
            <p:nvPr/>
          </p:nvSpPr>
          <p:spPr>
            <a:xfrm>
              <a:off x="1652338" y="4277399"/>
              <a:ext cx="612026" cy="461665"/>
            </a:xfrm>
            <a:prstGeom prst="rect">
              <a:avLst/>
            </a:prstGeom>
            <a:blipFill>
              <a:blip r:embed="rId8"/>
              <a:stretch>
                <a:fillRect b="-2632"/>
              </a:stretch>
            </a:blipFill>
          </p:spPr>
          <p:txBody>
            <a:bodyPr/>
            <a:lstStyle/>
            <a:p>
              <a:r>
                <a:rPr lang="en-US">
                  <a:noFill/>
                </a:rPr>
                <a:t> </a:t>
              </a:r>
            </a:p>
          </p:txBody>
        </p:sp>
      </p:grpSp>
      <p:grpSp>
        <p:nvGrpSpPr>
          <p:cNvPr id="24" name="Group 23">
            <a:extLst>
              <a:ext uri="{FF2B5EF4-FFF2-40B4-BE49-F238E27FC236}">
                <a16:creationId xmlns:a16="http://schemas.microsoft.com/office/drawing/2014/main" id="{EFEDBD57-DB20-5C15-A030-F32A1CCC3139}"/>
              </a:ext>
            </a:extLst>
          </p:cNvPr>
          <p:cNvGrpSpPr>
            <a:grpSpLocks/>
          </p:cNvGrpSpPr>
          <p:nvPr/>
        </p:nvGrpSpPr>
        <p:grpSpPr bwMode="auto">
          <a:xfrm>
            <a:off x="1765300" y="4794250"/>
            <a:ext cx="1314450" cy="1055688"/>
            <a:chOff x="1602790" y="4658933"/>
            <a:chExt cx="1313934" cy="1055660"/>
          </a:xfrm>
        </p:grpSpPr>
        <p:cxnSp>
          <p:nvCxnSpPr>
            <p:cNvPr id="25" name="Straight Arrow Connector 24">
              <a:extLst>
                <a:ext uri="{FF2B5EF4-FFF2-40B4-BE49-F238E27FC236}">
                  <a16:creationId xmlns:a16="http://schemas.microsoft.com/office/drawing/2014/main" id="{64C10BC6-CEFD-A32F-C784-B7BF9129140B}"/>
                </a:ext>
              </a:extLst>
            </p:cNvPr>
            <p:cNvCxnSpPr>
              <a:endCxn id="35" idx="3"/>
            </p:cNvCxnSpPr>
            <p:nvPr/>
          </p:nvCxnSpPr>
          <p:spPr>
            <a:xfrm flipV="1">
              <a:off x="1602790" y="4658933"/>
              <a:ext cx="1313934" cy="939775"/>
            </a:xfrm>
            <a:prstGeom prst="straightConnector1">
              <a:avLst/>
            </a:prstGeom>
            <a:ln w="76200">
              <a:solidFill>
                <a:srgbClr val="BE69CE"/>
              </a:solidFill>
              <a:tailEnd type="triangle"/>
            </a:ln>
          </p:spPr>
          <p:style>
            <a:lnRef idx="1">
              <a:schemeClr val="accent1"/>
            </a:lnRef>
            <a:fillRef idx="0">
              <a:schemeClr val="accent1"/>
            </a:fillRef>
            <a:effectRef idx="0">
              <a:schemeClr val="accent1"/>
            </a:effectRef>
            <a:fontRef idx="minor">
              <a:schemeClr val="tx1"/>
            </a:fontRef>
          </p:style>
        </p:cxnSp>
        <p:sp>
          <p:nvSpPr>
            <p:cNvPr id="26" name="Rectangle 25">
              <a:extLst>
                <a:ext uri="{FF2B5EF4-FFF2-40B4-BE49-F238E27FC236}">
                  <a16:creationId xmlns:a16="http://schemas.microsoft.com/office/drawing/2014/main" id="{93AD873C-0165-B63F-626C-29C49CCB07CE}"/>
                </a:ext>
              </a:extLst>
            </p:cNvPr>
            <p:cNvSpPr>
              <a:spLocks noRot="1" noChangeAspect="1" noMove="1" noResize="1" noEditPoints="1" noAdjustHandles="1" noChangeArrowheads="1" noChangeShapeType="1" noTextEdit="1"/>
            </p:cNvSpPr>
            <p:nvPr/>
          </p:nvSpPr>
          <p:spPr>
            <a:xfrm>
              <a:off x="1864505" y="5252928"/>
              <a:ext cx="596116" cy="461665"/>
            </a:xfrm>
            <a:prstGeom prst="rect">
              <a:avLst/>
            </a:prstGeom>
            <a:blipFill>
              <a:blip r:embed="rId9"/>
              <a:stretch>
                <a:fillRect/>
              </a:stretch>
            </a:blipFill>
          </p:spPr>
          <p:txBody>
            <a:bodyPr/>
            <a:lstStyle/>
            <a:p>
              <a:r>
                <a:rPr lang="en-US">
                  <a:noFill/>
                </a:rPr>
                <a:t> </a:t>
              </a:r>
            </a:p>
          </p:txBody>
        </p:sp>
      </p:grpSp>
      <p:cxnSp>
        <p:nvCxnSpPr>
          <p:cNvPr id="27" name="Straight Arrow Connector 26">
            <a:extLst>
              <a:ext uri="{FF2B5EF4-FFF2-40B4-BE49-F238E27FC236}">
                <a16:creationId xmlns:a16="http://schemas.microsoft.com/office/drawing/2014/main" id="{FDC3CCA3-ADF5-8A38-8D8B-451891BE867C}"/>
              </a:ext>
            </a:extLst>
          </p:cNvPr>
          <p:cNvCxnSpPr>
            <a:stCxn id="35" idx="6"/>
            <a:endCxn id="46" idx="2"/>
          </p:cNvCxnSpPr>
          <p:nvPr/>
        </p:nvCxnSpPr>
        <p:spPr>
          <a:xfrm>
            <a:off x="4570413" y="3973513"/>
            <a:ext cx="709612" cy="0"/>
          </a:xfrm>
          <a:prstGeom prst="straightConnector1">
            <a:avLst/>
          </a:prstGeom>
          <a:ln w="76200">
            <a:solidFill>
              <a:srgbClr val="BE69CE"/>
            </a:solidFill>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55D18465-70CE-5D7D-6030-4C8766EEB616}"/>
              </a:ext>
            </a:extLst>
          </p:cNvPr>
          <p:cNvCxnSpPr>
            <a:stCxn id="46" idx="6"/>
            <a:endCxn id="30" idx="2"/>
          </p:cNvCxnSpPr>
          <p:nvPr/>
        </p:nvCxnSpPr>
        <p:spPr>
          <a:xfrm flipV="1">
            <a:off x="7216775" y="3973513"/>
            <a:ext cx="728663" cy="0"/>
          </a:xfrm>
          <a:prstGeom prst="straightConnector1">
            <a:avLst/>
          </a:prstGeom>
          <a:ln w="76200">
            <a:solidFill>
              <a:srgbClr val="BE69CE"/>
            </a:solidFill>
            <a:tailEnd type="triangle"/>
          </a:ln>
        </p:spPr>
        <p:style>
          <a:lnRef idx="1">
            <a:schemeClr val="accent1"/>
          </a:lnRef>
          <a:fillRef idx="0">
            <a:schemeClr val="accent1"/>
          </a:fillRef>
          <a:effectRef idx="0">
            <a:schemeClr val="accent1"/>
          </a:effectRef>
          <a:fontRef idx="minor">
            <a:schemeClr val="tx1"/>
          </a:fontRef>
        </p:style>
      </p:cxnSp>
      <p:grpSp>
        <p:nvGrpSpPr>
          <p:cNvPr id="29" name="Group 28">
            <a:extLst>
              <a:ext uri="{FF2B5EF4-FFF2-40B4-BE49-F238E27FC236}">
                <a16:creationId xmlns:a16="http://schemas.microsoft.com/office/drawing/2014/main" id="{4AC80AA9-0464-EB67-7074-29803140CBFE}"/>
              </a:ext>
            </a:extLst>
          </p:cNvPr>
          <p:cNvGrpSpPr>
            <a:grpSpLocks/>
          </p:cNvGrpSpPr>
          <p:nvPr/>
        </p:nvGrpSpPr>
        <p:grpSpPr bwMode="auto">
          <a:xfrm>
            <a:off x="7945438" y="3489325"/>
            <a:ext cx="969962" cy="968375"/>
            <a:chOff x="7783452" y="3353125"/>
            <a:chExt cx="969540" cy="969540"/>
          </a:xfrm>
        </p:grpSpPr>
        <p:sp>
          <p:nvSpPr>
            <p:cNvPr id="30" name="Oval 29">
              <a:extLst>
                <a:ext uri="{FF2B5EF4-FFF2-40B4-BE49-F238E27FC236}">
                  <a16:creationId xmlns:a16="http://schemas.microsoft.com/office/drawing/2014/main" id="{10847924-5B70-2D14-8927-0245F5C5FC32}"/>
                </a:ext>
              </a:extLst>
            </p:cNvPr>
            <p:cNvSpPr/>
            <p:nvPr/>
          </p:nvSpPr>
          <p:spPr>
            <a:xfrm>
              <a:off x="7783452" y="3353125"/>
              <a:ext cx="969540" cy="969540"/>
            </a:xfrm>
            <a:prstGeom prst="ellipse">
              <a:avLst/>
            </a:prstGeom>
            <a:solidFill>
              <a:schemeClr val="bg1"/>
            </a:solidFill>
            <a:ln w="76200">
              <a:solidFill>
                <a:srgbClr val="BE69CE"/>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id-ID" sz="1600" dirty="0">
                <a:solidFill>
                  <a:schemeClr val="bg1">
                    <a:lumMod val="50000"/>
                  </a:schemeClr>
                </a:solidFill>
                <a:latin typeface="Product Sans" panose="020B0403030502040203" pitchFamily="34" charset="0"/>
              </a:endParaRPr>
            </a:p>
          </p:txBody>
        </p:sp>
        <p:sp>
          <p:nvSpPr>
            <p:cNvPr id="64554" name="TextBox 30">
              <a:extLst>
                <a:ext uri="{FF2B5EF4-FFF2-40B4-BE49-F238E27FC236}">
                  <a16:creationId xmlns:a16="http://schemas.microsoft.com/office/drawing/2014/main" id="{215A6422-14CE-2935-3780-2EC4806EC531}"/>
                </a:ext>
              </a:extLst>
            </p:cNvPr>
            <p:cNvSpPr txBox="1">
              <a:spLocks noChangeArrowheads="1"/>
            </p:cNvSpPr>
            <p:nvPr/>
          </p:nvSpPr>
          <p:spPr bwMode="auto">
            <a:xfrm>
              <a:off x="7815819" y="3491440"/>
              <a:ext cx="895149" cy="6617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spcAft>
                  <a:spcPts val="600"/>
                </a:spcAft>
              </a:pPr>
              <a:r>
                <a:rPr lang="en-US" altLang="en-US" sz="1600">
                  <a:solidFill>
                    <a:srgbClr val="00B0F0"/>
                  </a:solidFill>
                </a:rPr>
                <a:t>Yes</a:t>
              </a:r>
              <a:endParaRPr lang="id-ID" altLang="en-US" sz="1600">
                <a:solidFill>
                  <a:srgbClr val="00B0F0"/>
                </a:solidFill>
              </a:endParaRPr>
            </a:p>
            <a:p>
              <a:pPr algn="ctr"/>
              <a:r>
                <a:rPr lang="en-US" altLang="en-US" sz="1600">
                  <a:solidFill>
                    <a:srgbClr val="FF0000"/>
                  </a:solidFill>
                </a:rPr>
                <a:t>No</a:t>
              </a:r>
              <a:endParaRPr lang="id-ID" altLang="en-US" sz="1600">
                <a:solidFill>
                  <a:srgbClr val="FF0000"/>
                </a:solidFill>
              </a:endParaRPr>
            </a:p>
          </p:txBody>
        </p:sp>
      </p:grpSp>
      <p:sp>
        <p:nvSpPr>
          <p:cNvPr id="32" name="TextBox 31">
            <a:extLst>
              <a:ext uri="{FF2B5EF4-FFF2-40B4-BE49-F238E27FC236}">
                <a16:creationId xmlns:a16="http://schemas.microsoft.com/office/drawing/2014/main" id="{7E7035F8-0206-9915-E37F-63EDC6777F57}"/>
              </a:ext>
            </a:extLst>
          </p:cNvPr>
          <p:cNvSpPr txBox="1">
            <a:spLocks noChangeArrowheads="1"/>
          </p:cNvSpPr>
          <p:nvPr/>
        </p:nvSpPr>
        <p:spPr bwMode="auto">
          <a:xfrm>
            <a:off x="2720975" y="5183188"/>
            <a:ext cx="176212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r>
              <a:rPr lang="id-ID" altLang="en-US"/>
              <a:t>Linear Function</a:t>
            </a:r>
          </a:p>
        </p:txBody>
      </p:sp>
      <p:sp>
        <p:nvSpPr>
          <p:cNvPr id="33" name="TextBox 32">
            <a:extLst>
              <a:ext uri="{FF2B5EF4-FFF2-40B4-BE49-F238E27FC236}">
                <a16:creationId xmlns:a16="http://schemas.microsoft.com/office/drawing/2014/main" id="{F495C1D4-ECD7-B352-E175-A9FE5EDA87DE}"/>
              </a:ext>
            </a:extLst>
          </p:cNvPr>
          <p:cNvSpPr txBox="1">
            <a:spLocks noChangeArrowheads="1"/>
          </p:cNvSpPr>
          <p:nvPr/>
        </p:nvSpPr>
        <p:spPr bwMode="auto">
          <a:xfrm>
            <a:off x="5551488" y="5122863"/>
            <a:ext cx="176212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r>
              <a:rPr lang="id-ID" altLang="en-US"/>
              <a:t>Step Function</a:t>
            </a:r>
          </a:p>
        </p:txBody>
      </p:sp>
      <p:grpSp>
        <p:nvGrpSpPr>
          <p:cNvPr id="34" name="Group 33">
            <a:extLst>
              <a:ext uri="{FF2B5EF4-FFF2-40B4-BE49-F238E27FC236}">
                <a16:creationId xmlns:a16="http://schemas.microsoft.com/office/drawing/2014/main" id="{A5223CFC-0047-C422-EA98-4B85867123C3}"/>
              </a:ext>
            </a:extLst>
          </p:cNvPr>
          <p:cNvGrpSpPr>
            <a:grpSpLocks/>
          </p:cNvGrpSpPr>
          <p:nvPr/>
        </p:nvGrpSpPr>
        <p:grpSpPr bwMode="auto">
          <a:xfrm>
            <a:off x="2633663" y="3005138"/>
            <a:ext cx="1936750" cy="1938337"/>
            <a:chOff x="2470491" y="2868856"/>
            <a:chExt cx="1938079" cy="1938079"/>
          </a:xfrm>
        </p:grpSpPr>
        <p:sp>
          <p:nvSpPr>
            <p:cNvPr id="35" name="Oval 34">
              <a:extLst>
                <a:ext uri="{FF2B5EF4-FFF2-40B4-BE49-F238E27FC236}">
                  <a16:creationId xmlns:a16="http://schemas.microsoft.com/office/drawing/2014/main" id="{07C63AD8-FE60-063B-7839-BF704362C5A5}"/>
                </a:ext>
              </a:extLst>
            </p:cNvPr>
            <p:cNvSpPr/>
            <p:nvPr/>
          </p:nvSpPr>
          <p:spPr>
            <a:xfrm>
              <a:off x="2470491" y="2868856"/>
              <a:ext cx="1938079" cy="1938079"/>
            </a:xfrm>
            <a:prstGeom prst="ellipse">
              <a:avLst/>
            </a:prstGeom>
            <a:solidFill>
              <a:schemeClr val="bg1"/>
            </a:solidFill>
            <a:ln w="76200">
              <a:solidFill>
                <a:srgbClr val="BE69CE"/>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id-ID" sz="1600" dirty="0">
                <a:solidFill>
                  <a:schemeClr val="bg1">
                    <a:lumMod val="50000"/>
                  </a:schemeClr>
                </a:solidFill>
                <a:latin typeface="Product Sans" panose="020B0403030502040203" pitchFamily="34" charset="0"/>
              </a:endParaRPr>
            </a:p>
          </p:txBody>
        </p:sp>
        <p:grpSp>
          <p:nvGrpSpPr>
            <p:cNvPr id="64547" name="Group 35">
              <a:extLst>
                <a:ext uri="{FF2B5EF4-FFF2-40B4-BE49-F238E27FC236}">
                  <a16:creationId xmlns:a16="http://schemas.microsoft.com/office/drawing/2014/main" id="{FD651FE0-EED6-BE27-56E4-BF2793E64E9F}"/>
                </a:ext>
              </a:extLst>
            </p:cNvPr>
            <p:cNvGrpSpPr>
              <a:grpSpLocks/>
            </p:cNvGrpSpPr>
            <p:nvPr/>
          </p:nvGrpSpPr>
          <p:grpSpPr bwMode="auto">
            <a:xfrm>
              <a:off x="2804305" y="3288109"/>
              <a:ext cx="1302817" cy="1058287"/>
              <a:chOff x="2804305" y="3288109"/>
              <a:chExt cx="1302817" cy="1058287"/>
            </a:xfrm>
          </p:grpSpPr>
          <p:grpSp>
            <p:nvGrpSpPr>
              <p:cNvPr id="64548" name="Group 36">
                <a:extLst>
                  <a:ext uri="{FF2B5EF4-FFF2-40B4-BE49-F238E27FC236}">
                    <a16:creationId xmlns:a16="http://schemas.microsoft.com/office/drawing/2014/main" id="{DFE08647-C011-F768-F048-3732C0580A85}"/>
                  </a:ext>
                </a:extLst>
              </p:cNvPr>
              <p:cNvGrpSpPr>
                <a:grpSpLocks/>
              </p:cNvGrpSpPr>
              <p:nvPr/>
            </p:nvGrpSpPr>
            <p:grpSpPr bwMode="auto">
              <a:xfrm>
                <a:off x="2804305" y="3288109"/>
                <a:ext cx="1302817" cy="1058287"/>
                <a:chOff x="2788121" y="3304293"/>
                <a:chExt cx="1302817" cy="1058287"/>
              </a:xfrm>
            </p:grpSpPr>
            <p:cxnSp>
              <p:nvCxnSpPr>
                <p:cNvPr id="40" name="Straight Connector 39">
                  <a:extLst>
                    <a:ext uri="{FF2B5EF4-FFF2-40B4-BE49-F238E27FC236}">
                      <a16:creationId xmlns:a16="http://schemas.microsoft.com/office/drawing/2014/main" id="{570E01AF-E2E9-55E2-CD24-BFF725C4433B}"/>
                    </a:ext>
                  </a:extLst>
                </p:cNvPr>
                <p:cNvCxnSpPr/>
                <p:nvPr/>
              </p:nvCxnSpPr>
              <p:spPr>
                <a:xfrm>
                  <a:off x="2978542" y="3304084"/>
                  <a:ext cx="0" cy="1058721"/>
                </a:xfrm>
                <a:prstGeom prst="line">
                  <a:avLst/>
                </a:prstGeom>
                <a:ln w="28575">
                  <a:solidFill>
                    <a:schemeClr val="bg1">
                      <a:lumMod val="65000"/>
                    </a:schemeClr>
                  </a:solidFill>
                  <a:headEnd type="arrow"/>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8593C1F4-5A7B-4BF0-2E84-C3CD246962ED}"/>
                    </a:ext>
                  </a:extLst>
                </p:cNvPr>
                <p:cNvCxnSpPr/>
                <p:nvPr/>
              </p:nvCxnSpPr>
              <p:spPr>
                <a:xfrm flipH="1">
                  <a:off x="2787911" y="4161220"/>
                  <a:ext cx="1302643" cy="0"/>
                </a:xfrm>
                <a:prstGeom prst="line">
                  <a:avLst/>
                </a:prstGeom>
                <a:ln w="28575">
                  <a:solidFill>
                    <a:schemeClr val="bg1">
                      <a:lumMod val="65000"/>
                    </a:schemeClr>
                  </a:solidFill>
                  <a:headEnd type="arrow"/>
                </a:ln>
              </p:spPr>
              <p:style>
                <a:lnRef idx="1">
                  <a:schemeClr val="accent1"/>
                </a:lnRef>
                <a:fillRef idx="0">
                  <a:schemeClr val="accent1"/>
                </a:fillRef>
                <a:effectRef idx="0">
                  <a:schemeClr val="accent1"/>
                </a:effectRef>
                <a:fontRef idx="minor">
                  <a:schemeClr val="tx1"/>
                </a:fontRef>
              </p:style>
            </p:cxnSp>
          </p:grpSp>
          <p:cxnSp>
            <p:nvCxnSpPr>
              <p:cNvPr id="38" name="Straight Connector 37">
                <a:extLst>
                  <a:ext uri="{FF2B5EF4-FFF2-40B4-BE49-F238E27FC236}">
                    <a16:creationId xmlns:a16="http://schemas.microsoft.com/office/drawing/2014/main" id="{CCB057A6-70EB-6409-2D95-31F5A5F7B710}"/>
                  </a:ext>
                </a:extLst>
              </p:cNvPr>
              <p:cNvCxnSpPr/>
              <p:nvPr/>
            </p:nvCxnSpPr>
            <p:spPr>
              <a:xfrm>
                <a:off x="2864461" y="3502183"/>
                <a:ext cx="994457" cy="758724"/>
              </a:xfrm>
              <a:prstGeom prst="line">
                <a:avLst/>
              </a:prstGeom>
              <a:ln w="28575">
                <a:solidFill>
                  <a:srgbClr val="BE69CE"/>
                </a:solidFill>
              </a:ln>
            </p:spPr>
            <p:style>
              <a:lnRef idx="1">
                <a:schemeClr val="accent1"/>
              </a:lnRef>
              <a:fillRef idx="0">
                <a:schemeClr val="accent1"/>
              </a:fillRef>
              <a:effectRef idx="0">
                <a:schemeClr val="accent1"/>
              </a:effectRef>
              <a:fontRef idx="minor">
                <a:schemeClr val="tx1"/>
              </a:fontRef>
            </p:style>
          </p:cxnSp>
          <p:sp>
            <p:nvSpPr>
              <p:cNvPr id="39" name="Rectangle 38">
                <a:extLst>
                  <a:ext uri="{FF2B5EF4-FFF2-40B4-BE49-F238E27FC236}">
                    <a16:creationId xmlns:a16="http://schemas.microsoft.com/office/drawing/2014/main" id="{56CA41CC-5CA4-C50C-2F4E-51CD1840FDC4}"/>
                  </a:ext>
                </a:extLst>
              </p:cNvPr>
              <p:cNvSpPr>
                <a:spLocks noRot="1" noChangeAspect="1" noMove="1" noResize="1" noEditPoints="1" noAdjustHandles="1" noChangeArrowheads="1" noChangeShapeType="1" noTextEdit="1"/>
              </p:cNvSpPr>
              <p:nvPr/>
            </p:nvSpPr>
            <p:spPr>
              <a:xfrm rot="2204496">
                <a:off x="2985646" y="3508507"/>
                <a:ext cx="1002454" cy="369332"/>
              </a:xfrm>
              <a:prstGeom prst="rect">
                <a:avLst/>
              </a:prstGeom>
              <a:blipFill>
                <a:blip r:embed="rId10"/>
                <a:stretch>
                  <a:fillRect/>
                </a:stretch>
              </a:blipFill>
            </p:spPr>
            <p:txBody>
              <a:bodyPr/>
              <a:lstStyle/>
              <a:p>
                <a:r>
                  <a:rPr lang="en-US">
                    <a:noFill/>
                  </a:rPr>
                  <a:t> </a:t>
                </a:r>
              </a:p>
            </p:txBody>
          </p:sp>
        </p:grpSp>
      </p:grpSp>
      <p:grpSp>
        <p:nvGrpSpPr>
          <p:cNvPr id="42" name="Group 41">
            <a:extLst>
              <a:ext uri="{FF2B5EF4-FFF2-40B4-BE49-F238E27FC236}">
                <a16:creationId xmlns:a16="http://schemas.microsoft.com/office/drawing/2014/main" id="{71923E47-7BF9-0373-49D5-781834254494}"/>
              </a:ext>
            </a:extLst>
          </p:cNvPr>
          <p:cNvGrpSpPr>
            <a:grpSpLocks/>
          </p:cNvGrpSpPr>
          <p:nvPr/>
        </p:nvGrpSpPr>
        <p:grpSpPr bwMode="auto">
          <a:xfrm>
            <a:off x="889000" y="1774825"/>
            <a:ext cx="777875" cy="779463"/>
            <a:chOff x="726382" y="1639415"/>
            <a:chExt cx="778737" cy="778737"/>
          </a:xfrm>
        </p:grpSpPr>
        <p:sp>
          <p:nvSpPr>
            <p:cNvPr id="43" name="Oval 42">
              <a:extLst>
                <a:ext uri="{FF2B5EF4-FFF2-40B4-BE49-F238E27FC236}">
                  <a16:creationId xmlns:a16="http://schemas.microsoft.com/office/drawing/2014/main" id="{49859B4C-0A82-E227-96BC-F69A5B3BDCA3}"/>
                </a:ext>
              </a:extLst>
            </p:cNvPr>
            <p:cNvSpPr/>
            <p:nvPr/>
          </p:nvSpPr>
          <p:spPr>
            <a:xfrm>
              <a:off x="726382" y="1639415"/>
              <a:ext cx="778737" cy="778737"/>
            </a:xfrm>
            <a:prstGeom prst="ellipse">
              <a:avLst/>
            </a:prstGeom>
            <a:solidFill>
              <a:schemeClr val="bg1"/>
            </a:solidFill>
            <a:ln w="76200">
              <a:solidFill>
                <a:srgbClr val="BE69CE"/>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id-ID" sz="1600" dirty="0">
                <a:solidFill>
                  <a:schemeClr val="bg1">
                    <a:lumMod val="50000"/>
                  </a:schemeClr>
                </a:solidFill>
                <a:latin typeface="Product Sans" panose="020B0403030502040203" pitchFamily="34" charset="0"/>
              </a:endParaRPr>
            </a:p>
          </p:txBody>
        </p:sp>
        <p:sp>
          <p:nvSpPr>
            <p:cNvPr id="44" name="Rectangle 43">
              <a:extLst>
                <a:ext uri="{FF2B5EF4-FFF2-40B4-BE49-F238E27FC236}">
                  <a16:creationId xmlns:a16="http://schemas.microsoft.com/office/drawing/2014/main" id="{9DE84097-3997-E251-A008-949447AC8525}"/>
                </a:ext>
              </a:extLst>
            </p:cNvPr>
            <p:cNvSpPr>
              <a:spLocks noRot="1" noChangeAspect="1" noMove="1" noResize="1" noEditPoints="1" noAdjustHandles="1" noChangeArrowheads="1" noChangeShapeType="1" noTextEdit="1"/>
            </p:cNvSpPr>
            <p:nvPr/>
          </p:nvSpPr>
          <p:spPr>
            <a:xfrm>
              <a:off x="841763" y="1748261"/>
              <a:ext cx="547971" cy="461665"/>
            </a:xfrm>
            <a:prstGeom prst="rect">
              <a:avLst/>
            </a:prstGeom>
            <a:blipFill>
              <a:blip r:embed="rId11"/>
              <a:stretch>
                <a:fillRect b="-3947"/>
              </a:stretch>
            </a:blipFill>
          </p:spPr>
          <p:txBody>
            <a:bodyPr/>
            <a:lstStyle/>
            <a:p>
              <a:r>
                <a:rPr lang="en-US">
                  <a:noFill/>
                </a:rPr>
                <a:t> </a:t>
              </a:r>
            </a:p>
          </p:txBody>
        </p:sp>
      </p:grpSp>
      <p:grpSp>
        <p:nvGrpSpPr>
          <p:cNvPr id="45" name="Group 44">
            <a:extLst>
              <a:ext uri="{FF2B5EF4-FFF2-40B4-BE49-F238E27FC236}">
                <a16:creationId xmlns:a16="http://schemas.microsoft.com/office/drawing/2014/main" id="{07A9F0D5-DB1E-ADC6-E7E5-7B544A992B4D}"/>
              </a:ext>
            </a:extLst>
          </p:cNvPr>
          <p:cNvGrpSpPr>
            <a:grpSpLocks/>
          </p:cNvGrpSpPr>
          <p:nvPr/>
        </p:nvGrpSpPr>
        <p:grpSpPr bwMode="auto">
          <a:xfrm>
            <a:off x="5280025" y="3005138"/>
            <a:ext cx="1936750" cy="1938337"/>
            <a:chOff x="5117002" y="2868856"/>
            <a:chExt cx="1938079" cy="1938079"/>
          </a:xfrm>
        </p:grpSpPr>
        <p:sp>
          <p:nvSpPr>
            <p:cNvPr id="46" name="Oval 45">
              <a:extLst>
                <a:ext uri="{FF2B5EF4-FFF2-40B4-BE49-F238E27FC236}">
                  <a16:creationId xmlns:a16="http://schemas.microsoft.com/office/drawing/2014/main" id="{C0BE607C-B81B-1865-5D6B-58C5FFE89886}"/>
                </a:ext>
              </a:extLst>
            </p:cNvPr>
            <p:cNvSpPr/>
            <p:nvPr/>
          </p:nvSpPr>
          <p:spPr>
            <a:xfrm>
              <a:off x="5117002" y="2868856"/>
              <a:ext cx="1938079" cy="1938079"/>
            </a:xfrm>
            <a:prstGeom prst="ellipse">
              <a:avLst/>
            </a:prstGeom>
            <a:solidFill>
              <a:schemeClr val="bg1"/>
            </a:solidFill>
            <a:ln w="76200">
              <a:solidFill>
                <a:srgbClr val="BE69CE"/>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id-ID" sz="1600" dirty="0">
                <a:solidFill>
                  <a:schemeClr val="bg1">
                    <a:lumMod val="50000"/>
                  </a:schemeClr>
                </a:solidFill>
                <a:latin typeface="Product Sans" panose="020B0403030502040203" pitchFamily="34" charset="0"/>
              </a:endParaRPr>
            </a:p>
          </p:txBody>
        </p:sp>
        <p:grpSp>
          <p:nvGrpSpPr>
            <p:cNvPr id="64533" name="Group 46">
              <a:extLst>
                <a:ext uri="{FF2B5EF4-FFF2-40B4-BE49-F238E27FC236}">
                  <a16:creationId xmlns:a16="http://schemas.microsoft.com/office/drawing/2014/main" id="{2667BE6D-4EB9-E17B-1024-50D5EF3529F3}"/>
                </a:ext>
              </a:extLst>
            </p:cNvPr>
            <p:cNvGrpSpPr>
              <a:grpSpLocks/>
            </p:cNvGrpSpPr>
            <p:nvPr/>
          </p:nvGrpSpPr>
          <p:grpSpPr bwMode="auto">
            <a:xfrm>
              <a:off x="5299086" y="3288109"/>
              <a:ext cx="1607469" cy="1058287"/>
              <a:chOff x="5299086" y="3288109"/>
              <a:chExt cx="1607469" cy="1058287"/>
            </a:xfrm>
          </p:grpSpPr>
          <p:grpSp>
            <p:nvGrpSpPr>
              <p:cNvPr id="64534" name="Group 47">
                <a:extLst>
                  <a:ext uri="{FF2B5EF4-FFF2-40B4-BE49-F238E27FC236}">
                    <a16:creationId xmlns:a16="http://schemas.microsoft.com/office/drawing/2014/main" id="{5E904164-D060-942C-D6BE-BF13385A8643}"/>
                  </a:ext>
                </a:extLst>
              </p:cNvPr>
              <p:cNvGrpSpPr>
                <a:grpSpLocks/>
              </p:cNvGrpSpPr>
              <p:nvPr/>
            </p:nvGrpSpPr>
            <p:grpSpPr bwMode="auto">
              <a:xfrm>
                <a:off x="5389296" y="3288109"/>
                <a:ext cx="1497026" cy="1058287"/>
                <a:chOff x="5389296" y="3288109"/>
                <a:chExt cx="1497026" cy="1058287"/>
              </a:xfrm>
            </p:grpSpPr>
            <p:grpSp>
              <p:nvGrpSpPr>
                <p:cNvPr id="64537" name="Group 50">
                  <a:extLst>
                    <a:ext uri="{FF2B5EF4-FFF2-40B4-BE49-F238E27FC236}">
                      <a16:creationId xmlns:a16="http://schemas.microsoft.com/office/drawing/2014/main" id="{56F8BDDD-4961-889D-19AA-E976FD6DC000}"/>
                    </a:ext>
                  </a:extLst>
                </p:cNvPr>
                <p:cNvGrpSpPr>
                  <a:grpSpLocks/>
                </p:cNvGrpSpPr>
                <p:nvPr/>
              </p:nvGrpSpPr>
              <p:grpSpPr bwMode="auto">
                <a:xfrm>
                  <a:off x="5389296" y="3288109"/>
                  <a:ext cx="1497026" cy="1058287"/>
                  <a:chOff x="5389296" y="3288109"/>
                  <a:chExt cx="1497026" cy="1058287"/>
                </a:xfrm>
              </p:grpSpPr>
              <p:cxnSp>
                <p:nvCxnSpPr>
                  <p:cNvPr id="56" name="Straight Connector 55">
                    <a:extLst>
                      <a:ext uri="{FF2B5EF4-FFF2-40B4-BE49-F238E27FC236}">
                        <a16:creationId xmlns:a16="http://schemas.microsoft.com/office/drawing/2014/main" id="{2B5A4EC6-324C-B47C-4143-832F90572ADE}"/>
                      </a:ext>
                    </a:extLst>
                  </p:cNvPr>
                  <p:cNvCxnSpPr/>
                  <p:nvPr/>
                </p:nvCxnSpPr>
                <p:spPr>
                  <a:xfrm>
                    <a:off x="6117813" y="3287900"/>
                    <a:ext cx="0" cy="1058721"/>
                  </a:xfrm>
                  <a:prstGeom prst="line">
                    <a:avLst/>
                  </a:prstGeom>
                  <a:ln w="28575">
                    <a:solidFill>
                      <a:schemeClr val="bg1">
                        <a:lumMod val="65000"/>
                      </a:schemeClr>
                    </a:solidFill>
                    <a:headEnd type="arrow"/>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9E59F2DD-AAAD-4C9E-CE0A-53D0415D9092}"/>
                      </a:ext>
                    </a:extLst>
                  </p:cNvPr>
                  <p:cNvCxnSpPr/>
                  <p:nvPr/>
                </p:nvCxnSpPr>
                <p:spPr>
                  <a:xfrm flipH="1">
                    <a:off x="5390240" y="4145036"/>
                    <a:ext cx="1496451" cy="0"/>
                  </a:xfrm>
                  <a:prstGeom prst="line">
                    <a:avLst/>
                  </a:prstGeom>
                  <a:ln w="28575">
                    <a:solidFill>
                      <a:schemeClr val="bg1">
                        <a:lumMod val="65000"/>
                      </a:schemeClr>
                    </a:solidFill>
                    <a:headEnd type="arrow"/>
                  </a:ln>
                </p:spPr>
                <p:style>
                  <a:lnRef idx="1">
                    <a:schemeClr val="accent1"/>
                  </a:lnRef>
                  <a:fillRef idx="0">
                    <a:schemeClr val="accent1"/>
                  </a:fillRef>
                  <a:effectRef idx="0">
                    <a:schemeClr val="accent1"/>
                  </a:effectRef>
                  <a:fontRef idx="minor">
                    <a:schemeClr val="tx1"/>
                  </a:fontRef>
                </p:style>
              </p:cxnSp>
            </p:grpSp>
            <p:grpSp>
              <p:nvGrpSpPr>
                <p:cNvPr id="64538" name="Group 51">
                  <a:extLst>
                    <a:ext uri="{FF2B5EF4-FFF2-40B4-BE49-F238E27FC236}">
                      <a16:creationId xmlns:a16="http://schemas.microsoft.com/office/drawing/2014/main" id="{E957EDF7-B82B-90E1-1B68-3BD1F05440A1}"/>
                    </a:ext>
                  </a:extLst>
                </p:cNvPr>
                <p:cNvGrpSpPr>
                  <a:grpSpLocks/>
                </p:cNvGrpSpPr>
                <p:nvPr/>
              </p:nvGrpSpPr>
              <p:grpSpPr bwMode="auto">
                <a:xfrm>
                  <a:off x="5389296" y="3777880"/>
                  <a:ext cx="1441300" cy="374307"/>
                  <a:chOff x="5389296" y="3777880"/>
                  <a:chExt cx="1441300" cy="374307"/>
                </a:xfrm>
              </p:grpSpPr>
              <p:cxnSp>
                <p:nvCxnSpPr>
                  <p:cNvPr id="53" name="Straight Connector 52">
                    <a:extLst>
                      <a:ext uri="{FF2B5EF4-FFF2-40B4-BE49-F238E27FC236}">
                        <a16:creationId xmlns:a16="http://schemas.microsoft.com/office/drawing/2014/main" id="{CC93B61D-2C58-6D06-ACE2-91599CE4D691}"/>
                      </a:ext>
                    </a:extLst>
                  </p:cNvPr>
                  <p:cNvCxnSpPr/>
                  <p:nvPr/>
                </p:nvCxnSpPr>
                <p:spPr>
                  <a:xfrm>
                    <a:off x="5390240" y="4137099"/>
                    <a:ext cx="727574" cy="0"/>
                  </a:xfrm>
                  <a:prstGeom prst="line">
                    <a:avLst/>
                  </a:prstGeom>
                  <a:ln w="38100">
                    <a:solidFill>
                      <a:srgbClr val="BE69CE"/>
                    </a:solidFill>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576A5D00-17AC-689E-11AD-78339B898785}"/>
                      </a:ext>
                    </a:extLst>
                  </p:cNvPr>
                  <p:cNvCxnSpPr/>
                  <p:nvPr/>
                </p:nvCxnSpPr>
                <p:spPr>
                  <a:xfrm flipV="1">
                    <a:off x="6117813" y="3778372"/>
                    <a:ext cx="0" cy="374600"/>
                  </a:xfrm>
                  <a:prstGeom prst="line">
                    <a:avLst/>
                  </a:prstGeom>
                  <a:ln w="38100">
                    <a:solidFill>
                      <a:srgbClr val="BE69CE"/>
                    </a:solidFill>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FDDE881B-9328-0CCB-5564-DEF04BD4EC26}"/>
                      </a:ext>
                    </a:extLst>
                  </p:cNvPr>
                  <p:cNvCxnSpPr/>
                  <p:nvPr/>
                </p:nvCxnSpPr>
                <p:spPr>
                  <a:xfrm>
                    <a:off x="6103517" y="3786309"/>
                    <a:ext cx="727574" cy="0"/>
                  </a:xfrm>
                  <a:prstGeom prst="line">
                    <a:avLst/>
                  </a:prstGeom>
                  <a:ln w="38100">
                    <a:solidFill>
                      <a:srgbClr val="BE69CE"/>
                    </a:solidFill>
                  </a:ln>
                </p:spPr>
                <p:style>
                  <a:lnRef idx="1">
                    <a:schemeClr val="accent1"/>
                  </a:lnRef>
                  <a:fillRef idx="0">
                    <a:schemeClr val="accent1"/>
                  </a:fillRef>
                  <a:effectRef idx="0">
                    <a:schemeClr val="accent1"/>
                  </a:effectRef>
                  <a:fontRef idx="minor">
                    <a:schemeClr val="tx1"/>
                  </a:fontRef>
                </p:style>
              </p:cxnSp>
            </p:grpSp>
          </p:grpSp>
          <p:sp>
            <p:nvSpPr>
              <p:cNvPr id="49" name="Rectangle 48">
                <a:extLst>
                  <a:ext uri="{FF2B5EF4-FFF2-40B4-BE49-F238E27FC236}">
                    <a16:creationId xmlns:a16="http://schemas.microsoft.com/office/drawing/2014/main" id="{B7B954F3-59C3-D8E9-1C84-07288D29F4EB}"/>
                  </a:ext>
                </a:extLst>
              </p:cNvPr>
              <p:cNvSpPr>
                <a:spLocks noRot="1" noChangeAspect="1" noMove="1" noResize="1" noEditPoints="1" noAdjustHandles="1" noChangeArrowheads="1" noChangeShapeType="1" noTextEdit="1"/>
              </p:cNvSpPr>
              <p:nvPr/>
            </p:nvSpPr>
            <p:spPr>
              <a:xfrm>
                <a:off x="5299086" y="3777880"/>
                <a:ext cx="364202" cy="369332"/>
              </a:xfrm>
              <a:prstGeom prst="rect">
                <a:avLst/>
              </a:prstGeom>
              <a:blipFill>
                <a:blip r:embed="rId12"/>
                <a:stretch>
                  <a:fillRect/>
                </a:stretch>
              </a:blipFill>
            </p:spPr>
            <p:txBody>
              <a:bodyPr/>
              <a:lstStyle/>
              <a:p>
                <a:r>
                  <a:rPr lang="en-US">
                    <a:noFill/>
                  </a:rPr>
                  <a:t> </a:t>
                </a:r>
              </a:p>
            </p:txBody>
          </p:sp>
          <p:sp>
            <p:nvSpPr>
              <p:cNvPr id="50" name="Rectangle 49">
                <a:extLst>
                  <a:ext uri="{FF2B5EF4-FFF2-40B4-BE49-F238E27FC236}">
                    <a16:creationId xmlns:a16="http://schemas.microsoft.com/office/drawing/2014/main" id="{88D34517-13BE-410B-6BEB-6ED62E42674E}"/>
                  </a:ext>
                </a:extLst>
              </p:cNvPr>
              <p:cNvSpPr>
                <a:spLocks noRot="1" noChangeAspect="1" noMove="1" noResize="1" noEditPoints="1" noAdjustHandles="1" noChangeArrowheads="1" noChangeShapeType="1" noTextEdit="1"/>
              </p:cNvSpPr>
              <p:nvPr/>
            </p:nvSpPr>
            <p:spPr>
              <a:xfrm>
                <a:off x="6542353" y="3432448"/>
                <a:ext cx="364202" cy="369332"/>
              </a:xfrm>
              <a:prstGeom prst="rect">
                <a:avLst/>
              </a:prstGeom>
              <a:blipFill>
                <a:blip r:embed="rId13"/>
                <a:stretch>
                  <a:fillRect/>
                </a:stretch>
              </a:blipFill>
            </p:spPr>
            <p:txBody>
              <a:bodyPr/>
              <a:lstStyle/>
              <a:p>
                <a:r>
                  <a:rPr lang="en-US">
                    <a:noFill/>
                  </a:rPr>
                  <a:t> </a:t>
                </a:r>
              </a:p>
            </p:txBody>
          </p:sp>
        </p:grpSp>
      </p:grpSp>
    </p:spTree>
  </p:cSld>
  <p:clrMapOvr>
    <a:masterClrMapping/>
  </p:clrMapOvr>
  <p:transition spd="slow">
    <p:split orient="vert"/>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3" presetClass="entr" presetSubtype="16" fill="hold" nodeType="clickEffect">
                                  <p:stCondLst>
                                    <p:cond delay="0"/>
                                  </p:stCondLst>
                                  <p:childTnLst>
                                    <p:set>
                                      <p:cBhvr>
                                        <p:cTn id="6" dur="1" fill="hold">
                                          <p:stCondLst>
                                            <p:cond delay="0"/>
                                          </p:stCondLst>
                                        </p:cTn>
                                        <p:tgtEl>
                                          <p:spTgt spid="42"/>
                                        </p:tgtEl>
                                        <p:attrNameLst>
                                          <p:attrName>style.visibility</p:attrName>
                                        </p:attrNameLst>
                                      </p:cBhvr>
                                      <p:to>
                                        <p:strVal val="visible"/>
                                      </p:to>
                                    </p:set>
                                    <p:anim calcmode="lin" valueType="num">
                                      <p:cBhvr>
                                        <p:cTn id="7" dur="500" fill="hold"/>
                                        <p:tgtEl>
                                          <p:spTgt spid="42"/>
                                        </p:tgtEl>
                                        <p:attrNameLst>
                                          <p:attrName>ppt_w</p:attrName>
                                        </p:attrNameLst>
                                      </p:cBhvr>
                                      <p:tavLst>
                                        <p:tav tm="0">
                                          <p:val>
                                            <p:fltVal val="0"/>
                                          </p:val>
                                        </p:tav>
                                        <p:tav tm="100000">
                                          <p:val>
                                            <p:strVal val="#ppt_w"/>
                                          </p:val>
                                        </p:tav>
                                      </p:tavLst>
                                    </p:anim>
                                    <p:anim calcmode="lin" valueType="num">
                                      <p:cBhvr>
                                        <p:cTn id="8" dur="500" fill="hold"/>
                                        <p:tgtEl>
                                          <p:spTgt spid="42"/>
                                        </p:tgtEl>
                                        <p:attrNameLst>
                                          <p:attrName>ppt_h</p:attrName>
                                        </p:attrNameLst>
                                      </p:cBhvr>
                                      <p:tavLst>
                                        <p:tav tm="0">
                                          <p:val>
                                            <p:fltVal val="0"/>
                                          </p:val>
                                        </p:tav>
                                        <p:tav tm="100000">
                                          <p:val>
                                            <p:strVal val="#ppt_h"/>
                                          </p:val>
                                        </p:tav>
                                      </p:tavLst>
                                    </p:anim>
                                    <p:animEffect transition="in" filter="fade">
                                      <p:cBhvr>
                                        <p:cTn id="9" dur="500"/>
                                        <p:tgtEl>
                                          <p:spTgt spid="42"/>
                                        </p:tgtEl>
                                      </p:cBhvr>
                                    </p:animEffect>
                                  </p:childTnLst>
                                </p:cTn>
                              </p:par>
                              <p:par>
                                <p:cTn id="10" presetID="53" presetClass="entr" presetSubtype="16" fill="hold" nodeType="withEffect">
                                  <p:stCondLst>
                                    <p:cond delay="250"/>
                                  </p:stCondLst>
                                  <p:childTnLst>
                                    <p:set>
                                      <p:cBhvr>
                                        <p:cTn id="11" dur="1" fill="hold">
                                          <p:stCondLst>
                                            <p:cond delay="0"/>
                                          </p:stCondLst>
                                        </p:cTn>
                                        <p:tgtEl>
                                          <p:spTgt spid="5"/>
                                        </p:tgtEl>
                                        <p:attrNameLst>
                                          <p:attrName>style.visibility</p:attrName>
                                        </p:attrNameLst>
                                      </p:cBhvr>
                                      <p:to>
                                        <p:strVal val="visible"/>
                                      </p:to>
                                    </p:set>
                                    <p:anim calcmode="lin" valueType="num">
                                      <p:cBhvr>
                                        <p:cTn id="12" dur="500" fill="hold"/>
                                        <p:tgtEl>
                                          <p:spTgt spid="5"/>
                                        </p:tgtEl>
                                        <p:attrNameLst>
                                          <p:attrName>ppt_w</p:attrName>
                                        </p:attrNameLst>
                                      </p:cBhvr>
                                      <p:tavLst>
                                        <p:tav tm="0">
                                          <p:val>
                                            <p:fltVal val="0"/>
                                          </p:val>
                                        </p:tav>
                                        <p:tav tm="100000">
                                          <p:val>
                                            <p:strVal val="#ppt_w"/>
                                          </p:val>
                                        </p:tav>
                                      </p:tavLst>
                                    </p:anim>
                                    <p:anim calcmode="lin" valueType="num">
                                      <p:cBhvr>
                                        <p:cTn id="13" dur="500" fill="hold"/>
                                        <p:tgtEl>
                                          <p:spTgt spid="5"/>
                                        </p:tgtEl>
                                        <p:attrNameLst>
                                          <p:attrName>ppt_h</p:attrName>
                                        </p:attrNameLst>
                                      </p:cBhvr>
                                      <p:tavLst>
                                        <p:tav tm="0">
                                          <p:val>
                                            <p:fltVal val="0"/>
                                          </p:val>
                                        </p:tav>
                                        <p:tav tm="100000">
                                          <p:val>
                                            <p:strVal val="#ppt_h"/>
                                          </p:val>
                                        </p:tav>
                                      </p:tavLst>
                                    </p:anim>
                                    <p:animEffect transition="in" filter="fade">
                                      <p:cBhvr>
                                        <p:cTn id="14" dur="500"/>
                                        <p:tgtEl>
                                          <p:spTgt spid="5"/>
                                        </p:tgtEl>
                                      </p:cBhvr>
                                    </p:animEffect>
                                  </p:childTnLst>
                                </p:cTn>
                              </p:par>
                              <p:par>
                                <p:cTn id="15" presetID="53" presetClass="entr" presetSubtype="16" fill="hold" nodeType="withEffect">
                                  <p:stCondLst>
                                    <p:cond delay="500"/>
                                  </p:stCondLst>
                                  <p:childTnLst>
                                    <p:set>
                                      <p:cBhvr>
                                        <p:cTn id="16" dur="1" fill="hold">
                                          <p:stCondLst>
                                            <p:cond delay="0"/>
                                          </p:stCondLst>
                                        </p:cTn>
                                        <p:tgtEl>
                                          <p:spTgt spid="11"/>
                                        </p:tgtEl>
                                        <p:attrNameLst>
                                          <p:attrName>style.visibility</p:attrName>
                                        </p:attrNameLst>
                                      </p:cBhvr>
                                      <p:to>
                                        <p:strVal val="visible"/>
                                      </p:to>
                                    </p:set>
                                    <p:anim calcmode="lin" valueType="num">
                                      <p:cBhvr>
                                        <p:cTn id="17" dur="500" fill="hold"/>
                                        <p:tgtEl>
                                          <p:spTgt spid="11"/>
                                        </p:tgtEl>
                                        <p:attrNameLst>
                                          <p:attrName>ppt_w</p:attrName>
                                        </p:attrNameLst>
                                      </p:cBhvr>
                                      <p:tavLst>
                                        <p:tav tm="0">
                                          <p:val>
                                            <p:fltVal val="0"/>
                                          </p:val>
                                        </p:tav>
                                        <p:tav tm="100000">
                                          <p:val>
                                            <p:strVal val="#ppt_w"/>
                                          </p:val>
                                        </p:tav>
                                      </p:tavLst>
                                    </p:anim>
                                    <p:anim calcmode="lin" valueType="num">
                                      <p:cBhvr>
                                        <p:cTn id="18" dur="500" fill="hold"/>
                                        <p:tgtEl>
                                          <p:spTgt spid="11"/>
                                        </p:tgtEl>
                                        <p:attrNameLst>
                                          <p:attrName>ppt_h</p:attrName>
                                        </p:attrNameLst>
                                      </p:cBhvr>
                                      <p:tavLst>
                                        <p:tav tm="0">
                                          <p:val>
                                            <p:fltVal val="0"/>
                                          </p:val>
                                        </p:tav>
                                        <p:tav tm="100000">
                                          <p:val>
                                            <p:strVal val="#ppt_h"/>
                                          </p:val>
                                        </p:tav>
                                      </p:tavLst>
                                    </p:anim>
                                    <p:animEffect transition="in" filter="fade">
                                      <p:cBhvr>
                                        <p:cTn id="19" dur="500"/>
                                        <p:tgtEl>
                                          <p:spTgt spid="11"/>
                                        </p:tgtEl>
                                      </p:cBhvr>
                                    </p:animEffect>
                                  </p:childTnLst>
                                </p:cTn>
                              </p:par>
                              <p:par>
                                <p:cTn id="20" presetID="53" presetClass="entr" presetSubtype="16" fill="hold" nodeType="withEffect">
                                  <p:stCondLst>
                                    <p:cond delay="750"/>
                                  </p:stCondLst>
                                  <p:childTnLst>
                                    <p:set>
                                      <p:cBhvr>
                                        <p:cTn id="21" dur="1" fill="hold">
                                          <p:stCondLst>
                                            <p:cond delay="0"/>
                                          </p:stCondLst>
                                        </p:cTn>
                                        <p:tgtEl>
                                          <p:spTgt spid="8"/>
                                        </p:tgtEl>
                                        <p:attrNameLst>
                                          <p:attrName>style.visibility</p:attrName>
                                        </p:attrNameLst>
                                      </p:cBhvr>
                                      <p:to>
                                        <p:strVal val="visible"/>
                                      </p:to>
                                    </p:set>
                                    <p:anim calcmode="lin" valueType="num">
                                      <p:cBhvr>
                                        <p:cTn id="22" dur="500" fill="hold"/>
                                        <p:tgtEl>
                                          <p:spTgt spid="8"/>
                                        </p:tgtEl>
                                        <p:attrNameLst>
                                          <p:attrName>ppt_w</p:attrName>
                                        </p:attrNameLst>
                                      </p:cBhvr>
                                      <p:tavLst>
                                        <p:tav tm="0">
                                          <p:val>
                                            <p:fltVal val="0"/>
                                          </p:val>
                                        </p:tav>
                                        <p:tav tm="100000">
                                          <p:val>
                                            <p:strVal val="#ppt_w"/>
                                          </p:val>
                                        </p:tav>
                                      </p:tavLst>
                                    </p:anim>
                                    <p:anim calcmode="lin" valueType="num">
                                      <p:cBhvr>
                                        <p:cTn id="23" dur="500" fill="hold"/>
                                        <p:tgtEl>
                                          <p:spTgt spid="8"/>
                                        </p:tgtEl>
                                        <p:attrNameLst>
                                          <p:attrName>ppt_h</p:attrName>
                                        </p:attrNameLst>
                                      </p:cBhvr>
                                      <p:tavLst>
                                        <p:tav tm="0">
                                          <p:val>
                                            <p:fltVal val="0"/>
                                          </p:val>
                                        </p:tav>
                                        <p:tav tm="100000">
                                          <p:val>
                                            <p:strVal val="#ppt_h"/>
                                          </p:val>
                                        </p:tav>
                                      </p:tavLst>
                                    </p:anim>
                                    <p:animEffect transition="in" filter="fade">
                                      <p:cBhvr>
                                        <p:cTn id="24" dur="500"/>
                                        <p:tgtEl>
                                          <p:spTgt spid="8"/>
                                        </p:tgtEl>
                                      </p:cBhvr>
                                    </p:animEffect>
                                  </p:childTnLst>
                                </p:cTn>
                              </p:par>
                              <p:par>
                                <p:cTn id="25" presetID="53" presetClass="entr" presetSubtype="16" fill="hold" nodeType="withEffect">
                                  <p:stCondLst>
                                    <p:cond delay="1000"/>
                                  </p:stCondLst>
                                  <p:childTnLst>
                                    <p:set>
                                      <p:cBhvr>
                                        <p:cTn id="26" dur="1" fill="hold">
                                          <p:stCondLst>
                                            <p:cond delay="0"/>
                                          </p:stCondLst>
                                        </p:cTn>
                                        <p:tgtEl>
                                          <p:spTgt spid="12"/>
                                        </p:tgtEl>
                                        <p:attrNameLst>
                                          <p:attrName>style.visibility</p:attrName>
                                        </p:attrNameLst>
                                      </p:cBhvr>
                                      <p:to>
                                        <p:strVal val="visible"/>
                                      </p:to>
                                    </p:set>
                                    <p:anim calcmode="lin" valueType="num">
                                      <p:cBhvr>
                                        <p:cTn id="27" dur="500" fill="hold"/>
                                        <p:tgtEl>
                                          <p:spTgt spid="12"/>
                                        </p:tgtEl>
                                        <p:attrNameLst>
                                          <p:attrName>ppt_w</p:attrName>
                                        </p:attrNameLst>
                                      </p:cBhvr>
                                      <p:tavLst>
                                        <p:tav tm="0">
                                          <p:val>
                                            <p:fltVal val="0"/>
                                          </p:val>
                                        </p:tav>
                                        <p:tav tm="100000">
                                          <p:val>
                                            <p:strVal val="#ppt_w"/>
                                          </p:val>
                                        </p:tav>
                                      </p:tavLst>
                                    </p:anim>
                                    <p:anim calcmode="lin" valueType="num">
                                      <p:cBhvr>
                                        <p:cTn id="28" dur="500" fill="hold"/>
                                        <p:tgtEl>
                                          <p:spTgt spid="12"/>
                                        </p:tgtEl>
                                        <p:attrNameLst>
                                          <p:attrName>ppt_h</p:attrName>
                                        </p:attrNameLst>
                                      </p:cBhvr>
                                      <p:tavLst>
                                        <p:tav tm="0">
                                          <p:val>
                                            <p:fltVal val="0"/>
                                          </p:val>
                                        </p:tav>
                                        <p:tav tm="100000">
                                          <p:val>
                                            <p:strVal val="#ppt_h"/>
                                          </p:val>
                                        </p:tav>
                                      </p:tavLst>
                                    </p:anim>
                                    <p:animEffect transition="in" filter="fade">
                                      <p:cBhvr>
                                        <p:cTn id="29" dur="500"/>
                                        <p:tgtEl>
                                          <p:spTgt spid="12"/>
                                        </p:tgtEl>
                                      </p:cBhvr>
                                    </p:animEffect>
                                  </p:childTnLst>
                                </p:cTn>
                              </p:par>
                            </p:childTnLst>
                          </p:cTn>
                        </p:par>
                      </p:childTnLst>
                    </p:cTn>
                  </p:par>
                  <p:par>
                    <p:cTn id="30" fill="hold" nodeType="clickPar">
                      <p:stCondLst>
                        <p:cond delay="indefinite"/>
                      </p:stCondLst>
                      <p:childTnLst>
                        <p:par>
                          <p:cTn id="31" fill="hold" nodeType="withGroup">
                            <p:stCondLst>
                              <p:cond delay="0"/>
                            </p:stCondLst>
                            <p:childTnLst>
                              <p:par>
                                <p:cTn id="32" presetID="22" presetClass="entr" presetSubtype="8" fill="hold" nodeType="clickEffect">
                                  <p:stCondLst>
                                    <p:cond delay="0"/>
                                  </p:stCondLst>
                                  <p:childTnLst>
                                    <p:set>
                                      <p:cBhvr>
                                        <p:cTn id="33" dur="1" fill="hold">
                                          <p:stCondLst>
                                            <p:cond delay="0"/>
                                          </p:stCondLst>
                                        </p:cTn>
                                        <p:tgtEl>
                                          <p:spTgt spid="15"/>
                                        </p:tgtEl>
                                        <p:attrNameLst>
                                          <p:attrName>style.visibility</p:attrName>
                                        </p:attrNameLst>
                                      </p:cBhvr>
                                      <p:to>
                                        <p:strVal val="visible"/>
                                      </p:to>
                                    </p:set>
                                    <p:animEffect transition="in" filter="wipe(left)">
                                      <p:cBhvr>
                                        <p:cTn id="34" dur="500"/>
                                        <p:tgtEl>
                                          <p:spTgt spid="15"/>
                                        </p:tgtEl>
                                      </p:cBhvr>
                                    </p:animEffect>
                                  </p:childTnLst>
                                </p:cTn>
                              </p:par>
                              <p:par>
                                <p:cTn id="35" presetID="22" presetClass="entr" presetSubtype="8" fill="hold" nodeType="withEffect">
                                  <p:stCondLst>
                                    <p:cond delay="250"/>
                                  </p:stCondLst>
                                  <p:childTnLst>
                                    <p:set>
                                      <p:cBhvr>
                                        <p:cTn id="36" dur="1" fill="hold">
                                          <p:stCondLst>
                                            <p:cond delay="0"/>
                                          </p:stCondLst>
                                        </p:cTn>
                                        <p:tgtEl>
                                          <p:spTgt spid="18"/>
                                        </p:tgtEl>
                                        <p:attrNameLst>
                                          <p:attrName>style.visibility</p:attrName>
                                        </p:attrNameLst>
                                      </p:cBhvr>
                                      <p:to>
                                        <p:strVal val="visible"/>
                                      </p:to>
                                    </p:set>
                                    <p:animEffect transition="in" filter="wipe(left)">
                                      <p:cBhvr>
                                        <p:cTn id="37" dur="500"/>
                                        <p:tgtEl>
                                          <p:spTgt spid="18"/>
                                        </p:tgtEl>
                                      </p:cBhvr>
                                    </p:animEffect>
                                  </p:childTnLst>
                                </p:cTn>
                              </p:par>
                              <p:par>
                                <p:cTn id="38" presetID="22" presetClass="entr" presetSubtype="8" fill="hold" nodeType="withEffect">
                                  <p:stCondLst>
                                    <p:cond delay="500"/>
                                  </p:stCondLst>
                                  <p:childTnLst>
                                    <p:set>
                                      <p:cBhvr>
                                        <p:cTn id="39" dur="1" fill="hold">
                                          <p:stCondLst>
                                            <p:cond delay="0"/>
                                          </p:stCondLst>
                                        </p:cTn>
                                        <p:tgtEl>
                                          <p:spTgt spid="21"/>
                                        </p:tgtEl>
                                        <p:attrNameLst>
                                          <p:attrName>style.visibility</p:attrName>
                                        </p:attrNameLst>
                                      </p:cBhvr>
                                      <p:to>
                                        <p:strVal val="visible"/>
                                      </p:to>
                                    </p:set>
                                    <p:animEffect transition="in" filter="wipe(left)">
                                      <p:cBhvr>
                                        <p:cTn id="40" dur="500"/>
                                        <p:tgtEl>
                                          <p:spTgt spid="21"/>
                                        </p:tgtEl>
                                      </p:cBhvr>
                                    </p:animEffect>
                                  </p:childTnLst>
                                </p:cTn>
                              </p:par>
                              <p:par>
                                <p:cTn id="41" presetID="22" presetClass="entr" presetSubtype="8" fill="hold" nodeType="withEffect">
                                  <p:stCondLst>
                                    <p:cond delay="750"/>
                                  </p:stCondLst>
                                  <p:childTnLst>
                                    <p:set>
                                      <p:cBhvr>
                                        <p:cTn id="42" dur="1" fill="hold">
                                          <p:stCondLst>
                                            <p:cond delay="0"/>
                                          </p:stCondLst>
                                        </p:cTn>
                                        <p:tgtEl>
                                          <p:spTgt spid="24"/>
                                        </p:tgtEl>
                                        <p:attrNameLst>
                                          <p:attrName>style.visibility</p:attrName>
                                        </p:attrNameLst>
                                      </p:cBhvr>
                                      <p:to>
                                        <p:strVal val="visible"/>
                                      </p:to>
                                    </p:set>
                                    <p:animEffect transition="in" filter="wipe(left)">
                                      <p:cBhvr>
                                        <p:cTn id="43" dur="500"/>
                                        <p:tgtEl>
                                          <p:spTgt spid="24"/>
                                        </p:tgtEl>
                                      </p:cBhvr>
                                    </p:animEffect>
                                  </p:childTnLst>
                                </p:cTn>
                              </p:par>
                            </p:childTnLst>
                          </p:cTn>
                        </p:par>
                      </p:childTnLst>
                    </p:cTn>
                  </p:par>
                  <p:par>
                    <p:cTn id="44" fill="hold" nodeType="clickPar">
                      <p:stCondLst>
                        <p:cond delay="indefinite"/>
                      </p:stCondLst>
                      <p:childTnLst>
                        <p:par>
                          <p:cTn id="45" fill="hold" nodeType="withGroup">
                            <p:stCondLst>
                              <p:cond delay="0"/>
                            </p:stCondLst>
                            <p:childTnLst>
                              <p:par>
                                <p:cTn id="46" presetID="23" presetClass="entr" presetSubtype="16" fill="hold" nodeType="clickEffect">
                                  <p:stCondLst>
                                    <p:cond delay="0"/>
                                  </p:stCondLst>
                                  <p:childTnLst>
                                    <p:set>
                                      <p:cBhvr>
                                        <p:cTn id="47" dur="1" fill="hold">
                                          <p:stCondLst>
                                            <p:cond delay="0"/>
                                          </p:stCondLst>
                                        </p:cTn>
                                        <p:tgtEl>
                                          <p:spTgt spid="34"/>
                                        </p:tgtEl>
                                        <p:attrNameLst>
                                          <p:attrName>style.visibility</p:attrName>
                                        </p:attrNameLst>
                                      </p:cBhvr>
                                      <p:to>
                                        <p:strVal val="visible"/>
                                      </p:to>
                                    </p:set>
                                    <p:anim calcmode="lin" valueType="num">
                                      <p:cBhvr>
                                        <p:cTn id="48" dur="500" fill="hold"/>
                                        <p:tgtEl>
                                          <p:spTgt spid="34"/>
                                        </p:tgtEl>
                                        <p:attrNameLst>
                                          <p:attrName>ppt_w</p:attrName>
                                        </p:attrNameLst>
                                      </p:cBhvr>
                                      <p:tavLst>
                                        <p:tav tm="0">
                                          <p:val>
                                            <p:fltVal val="0"/>
                                          </p:val>
                                        </p:tav>
                                        <p:tav tm="100000">
                                          <p:val>
                                            <p:strVal val="#ppt_w"/>
                                          </p:val>
                                        </p:tav>
                                      </p:tavLst>
                                    </p:anim>
                                    <p:anim calcmode="lin" valueType="num">
                                      <p:cBhvr>
                                        <p:cTn id="49" dur="500" fill="hold"/>
                                        <p:tgtEl>
                                          <p:spTgt spid="34"/>
                                        </p:tgtEl>
                                        <p:attrNameLst>
                                          <p:attrName>ppt_h</p:attrName>
                                        </p:attrNameLst>
                                      </p:cBhvr>
                                      <p:tavLst>
                                        <p:tav tm="0">
                                          <p:val>
                                            <p:fltVal val="0"/>
                                          </p:val>
                                        </p:tav>
                                        <p:tav tm="100000">
                                          <p:val>
                                            <p:strVal val="#ppt_h"/>
                                          </p:val>
                                        </p:tav>
                                      </p:tavLst>
                                    </p:anim>
                                  </p:childTnLst>
                                </p:cTn>
                              </p:par>
                            </p:childTnLst>
                          </p:cTn>
                        </p:par>
                        <p:par>
                          <p:cTn id="50" fill="hold" nodeType="afterGroup">
                            <p:stCondLst>
                              <p:cond delay="500"/>
                            </p:stCondLst>
                            <p:childTnLst>
                              <p:par>
                                <p:cTn id="51" presetID="10" presetClass="entr" presetSubtype="0" fill="hold" nodeType="afterEffect">
                                  <p:stCondLst>
                                    <p:cond delay="0"/>
                                  </p:stCondLst>
                                  <p:childTnLst>
                                    <p:set>
                                      <p:cBhvr>
                                        <p:cTn id="52" dur="1" fill="hold">
                                          <p:stCondLst>
                                            <p:cond delay="0"/>
                                          </p:stCondLst>
                                        </p:cTn>
                                        <p:tgtEl>
                                          <p:spTgt spid="32"/>
                                        </p:tgtEl>
                                        <p:attrNameLst>
                                          <p:attrName>style.visibility</p:attrName>
                                        </p:attrNameLst>
                                      </p:cBhvr>
                                      <p:to>
                                        <p:strVal val="visible"/>
                                      </p:to>
                                    </p:set>
                                    <p:animEffect transition="in" filter="fade">
                                      <p:cBhvr>
                                        <p:cTn id="53" dur="250"/>
                                        <p:tgtEl>
                                          <p:spTgt spid="32"/>
                                        </p:tgtEl>
                                      </p:cBhvr>
                                    </p:animEffect>
                                  </p:childTnLst>
                                </p:cTn>
                              </p:par>
                            </p:childTnLst>
                          </p:cTn>
                        </p:par>
                      </p:childTnLst>
                    </p:cTn>
                  </p:par>
                  <p:par>
                    <p:cTn id="54" fill="hold" nodeType="clickPar">
                      <p:stCondLst>
                        <p:cond delay="indefinite"/>
                      </p:stCondLst>
                      <p:childTnLst>
                        <p:par>
                          <p:cTn id="55" fill="hold" nodeType="withGroup">
                            <p:stCondLst>
                              <p:cond delay="0"/>
                            </p:stCondLst>
                            <p:childTnLst>
                              <p:par>
                                <p:cTn id="56" presetID="22" presetClass="entr" presetSubtype="8" fill="hold" nodeType="clickEffect">
                                  <p:stCondLst>
                                    <p:cond delay="0"/>
                                  </p:stCondLst>
                                  <p:childTnLst>
                                    <p:set>
                                      <p:cBhvr>
                                        <p:cTn id="57" dur="1" fill="hold">
                                          <p:stCondLst>
                                            <p:cond delay="0"/>
                                          </p:stCondLst>
                                        </p:cTn>
                                        <p:tgtEl>
                                          <p:spTgt spid="27"/>
                                        </p:tgtEl>
                                        <p:attrNameLst>
                                          <p:attrName>style.visibility</p:attrName>
                                        </p:attrNameLst>
                                      </p:cBhvr>
                                      <p:to>
                                        <p:strVal val="visible"/>
                                      </p:to>
                                    </p:set>
                                    <p:animEffect transition="in" filter="wipe(left)">
                                      <p:cBhvr>
                                        <p:cTn id="58" dur="500"/>
                                        <p:tgtEl>
                                          <p:spTgt spid="27"/>
                                        </p:tgtEl>
                                      </p:cBhvr>
                                    </p:animEffect>
                                  </p:childTnLst>
                                </p:cTn>
                              </p:par>
                            </p:childTnLst>
                          </p:cTn>
                        </p:par>
                        <p:par>
                          <p:cTn id="59" fill="hold" nodeType="afterGroup">
                            <p:stCondLst>
                              <p:cond delay="500"/>
                            </p:stCondLst>
                            <p:childTnLst>
                              <p:par>
                                <p:cTn id="60" presetID="23" presetClass="entr" presetSubtype="16" fill="hold" nodeType="afterEffect">
                                  <p:stCondLst>
                                    <p:cond delay="0"/>
                                  </p:stCondLst>
                                  <p:childTnLst>
                                    <p:set>
                                      <p:cBhvr>
                                        <p:cTn id="61" dur="1" fill="hold">
                                          <p:stCondLst>
                                            <p:cond delay="0"/>
                                          </p:stCondLst>
                                        </p:cTn>
                                        <p:tgtEl>
                                          <p:spTgt spid="45"/>
                                        </p:tgtEl>
                                        <p:attrNameLst>
                                          <p:attrName>style.visibility</p:attrName>
                                        </p:attrNameLst>
                                      </p:cBhvr>
                                      <p:to>
                                        <p:strVal val="visible"/>
                                      </p:to>
                                    </p:set>
                                    <p:anim calcmode="lin" valueType="num">
                                      <p:cBhvr>
                                        <p:cTn id="62" dur="500" fill="hold"/>
                                        <p:tgtEl>
                                          <p:spTgt spid="45"/>
                                        </p:tgtEl>
                                        <p:attrNameLst>
                                          <p:attrName>ppt_w</p:attrName>
                                        </p:attrNameLst>
                                      </p:cBhvr>
                                      <p:tavLst>
                                        <p:tav tm="0">
                                          <p:val>
                                            <p:fltVal val="0"/>
                                          </p:val>
                                        </p:tav>
                                        <p:tav tm="100000">
                                          <p:val>
                                            <p:strVal val="#ppt_w"/>
                                          </p:val>
                                        </p:tav>
                                      </p:tavLst>
                                    </p:anim>
                                    <p:anim calcmode="lin" valueType="num">
                                      <p:cBhvr>
                                        <p:cTn id="63" dur="500" fill="hold"/>
                                        <p:tgtEl>
                                          <p:spTgt spid="45"/>
                                        </p:tgtEl>
                                        <p:attrNameLst>
                                          <p:attrName>ppt_h</p:attrName>
                                        </p:attrNameLst>
                                      </p:cBhvr>
                                      <p:tavLst>
                                        <p:tav tm="0">
                                          <p:val>
                                            <p:fltVal val="0"/>
                                          </p:val>
                                        </p:tav>
                                        <p:tav tm="100000">
                                          <p:val>
                                            <p:strVal val="#ppt_h"/>
                                          </p:val>
                                        </p:tav>
                                      </p:tavLst>
                                    </p:anim>
                                  </p:childTnLst>
                                </p:cTn>
                              </p:par>
                            </p:childTnLst>
                          </p:cTn>
                        </p:par>
                        <p:par>
                          <p:cTn id="64" fill="hold" nodeType="afterGroup">
                            <p:stCondLst>
                              <p:cond delay="1000"/>
                            </p:stCondLst>
                            <p:childTnLst>
                              <p:par>
                                <p:cTn id="65" presetID="10" presetClass="entr" presetSubtype="0" fill="hold" nodeType="afterEffect">
                                  <p:stCondLst>
                                    <p:cond delay="0"/>
                                  </p:stCondLst>
                                  <p:childTnLst>
                                    <p:set>
                                      <p:cBhvr>
                                        <p:cTn id="66" dur="1" fill="hold">
                                          <p:stCondLst>
                                            <p:cond delay="0"/>
                                          </p:stCondLst>
                                        </p:cTn>
                                        <p:tgtEl>
                                          <p:spTgt spid="33"/>
                                        </p:tgtEl>
                                        <p:attrNameLst>
                                          <p:attrName>style.visibility</p:attrName>
                                        </p:attrNameLst>
                                      </p:cBhvr>
                                      <p:to>
                                        <p:strVal val="visible"/>
                                      </p:to>
                                    </p:set>
                                    <p:animEffect transition="in" filter="fade">
                                      <p:cBhvr>
                                        <p:cTn id="67" dur="250"/>
                                        <p:tgtEl>
                                          <p:spTgt spid="33"/>
                                        </p:tgtEl>
                                      </p:cBhvr>
                                    </p:animEffect>
                                  </p:childTnLst>
                                </p:cTn>
                              </p:par>
                            </p:childTnLst>
                          </p:cTn>
                        </p:par>
                      </p:childTnLst>
                    </p:cTn>
                  </p:par>
                  <p:par>
                    <p:cTn id="68" fill="hold" nodeType="clickPar">
                      <p:stCondLst>
                        <p:cond delay="indefinite"/>
                      </p:stCondLst>
                      <p:childTnLst>
                        <p:par>
                          <p:cTn id="69" fill="hold" nodeType="withGroup">
                            <p:stCondLst>
                              <p:cond delay="0"/>
                            </p:stCondLst>
                            <p:childTnLst>
                              <p:par>
                                <p:cTn id="70" presetID="22" presetClass="entr" presetSubtype="8" fill="hold" nodeType="clickEffect">
                                  <p:stCondLst>
                                    <p:cond delay="0"/>
                                  </p:stCondLst>
                                  <p:childTnLst>
                                    <p:set>
                                      <p:cBhvr>
                                        <p:cTn id="71" dur="1" fill="hold">
                                          <p:stCondLst>
                                            <p:cond delay="0"/>
                                          </p:stCondLst>
                                        </p:cTn>
                                        <p:tgtEl>
                                          <p:spTgt spid="28"/>
                                        </p:tgtEl>
                                        <p:attrNameLst>
                                          <p:attrName>style.visibility</p:attrName>
                                        </p:attrNameLst>
                                      </p:cBhvr>
                                      <p:to>
                                        <p:strVal val="visible"/>
                                      </p:to>
                                    </p:set>
                                    <p:animEffect transition="in" filter="wipe(left)">
                                      <p:cBhvr>
                                        <p:cTn id="72" dur="500"/>
                                        <p:tgtEl>
                                          <p:spTgt spid="28"/>
                                        </p:tgtEl>
                                      </p:cBhvr>
                                    </p:animEffect>
                                  </p:childTnLst>
                                </p:cTn>
                              </p:par>
                            </p:childTnLst>
                          </p:cTn>
                        </p:par>
                        <p:par>
                          <p:cTn id="73" fill="hold" nodeType="afterGroup">
                            <p:stCondLst>
                              <p:cond delay="500"/>
                            </p:stCondLst>
                            <p:childTnLst>
                              <p:par>
                                <p:cTn id="74" presetID="23" presetClass="entr" presetSubtype="16" fill="hold" nodeType="afterEffect">
                                  <p:stCondLst>
                                    <p:cond delay="0"/>
                                  </p:stCondLst>
                                  <p:childTnLst>
                                    <p:set>
                                      <p:cBhvr>
                                        <p:cTn id="75" dur="1" fill="hold">
                                          <p:stCondLst>
                                            <p:cond delay="0"/>
                                          </p:stCondLst>
                                        </p:cTn>
                                        <p:tgtEl>
                                          <p:spTgt spid="29"/>
                                        </p:tgtEl>
                                        <p:attrNameLst>
                                          <p:attrName>style.visibility</p:attrName>
                                        </p:attrNameLst>
                                      </p:cBhvr>
                                      <p:to>
                                        <p:strVal val="visible"/>
                                      </p:to>
                                    </p:set>
                                    <p:anim calcmode="lin" valueType="num">
                                      <p:cBhvr>
                                        <p:cTn id="76" dur="500" fill="hold"/>
                                        <p:tgtEl>
                                          <p:spTgt spid="29"/>
                                        </p:tgtEl>
                                        <p:attrNameLst>
                                          <p:attrName>ppt_w</p:attrName>
                                        </p:attrNameLst>
                                      </p:cBhvr>
                                      <p:tavLst>
                                        <p:tav tm="0">
                                          <p:val>
                                            <p:fltVal val="0"/>
                                          </p:val>
                                        </p:tav>
                                        <p:tav tm="100000">
                                          <p:val>
                                            <p:strVal val="#ppt_w"/>
                                          </p:val>
                                        </p:tav>
                                      </p:tavLst>
                                    </p:anim>
                                    <p:anim calcmode="lin" valueType="num">
                                      <p:cBhvr>
                                        <p:cTn id="77" dur="500" fill="hold"/>
                                        <p:tgtEl>
                                          <p:spTgt spid="29"/>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p:bldP spid="33" grpId="0"/>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2">
            <a:extLst>
              <a:ext uri="{FF2B5EF4-FFF2-40B4-BE49-F238E27FC236}">
                <a16:creationId xmlns:a16="http://schemas.microsoft.com/office/drawing/2014/main" id="{BE4CE279-5484-5855-391A-27D627959ADA}"/>
              </a:ext>
            </a:extLst>
          </p:cNvPr>
          <p:cNvSpPr>
            <a:spLocks noGrp="1"/>
          </p:cNvSpPr>
          <p:nvPr>
            <p:ph type="title"/>
          </p:nvPr>
        </p:nvSpPr>
        <p:spPr>
          <a:xfrm>
            <a:off x="2095500" y="133350"/>
            <a:ext cx="6324600" cy="1143000"/>
          </a:xfrm>
        </p:spPr>
        <p:txBody>
          <a:bodyPr/>
          <a:lstStyle/>
          <a:p>
            <a:r>
              <a:rPr lang="en-US" altLang="en-US">
                <a:latin typeface="Open Sans" panose="020B0606030504020204" pitchFamily="34" charset="0"/>
              </a:rPr>
              <a:t>Artificial Neural Network </a:t>
            </a:r>
          </a:p>
        </p:txBody>
      </p:sp>
      <p:graphicFrame>
        <p:nvGraphicFramePr>
          <p:cNvPr id="65539" name="Object 3">
            <a:extLst>
              <a:ext uri="{FF2B5EF4-FFF2-40B4-BE49-F238E27FC236}">
                <a16:creationId xmlns:a16="http://schemas.microsoft.com/office/drawing/2014/main" id="{B6B5BF0B-8D81-58CD-6C00-4C8B27F88691}"/>
              </a:ext>
            </a:extLst>
          </p:cNvPr>
          <p:cNvGraphicFramePr>
            <a:graphicFrameLocks/>
          </p:cNvGraphicFramePr>
          <p:nvPr/>
        </p:nvGraphicFramePr>
        <p:xfrm>
          <a:off x="666750" y="1676400"/>
          <a:ext cx="3905250" cy="4724400"/>
        </p:xfrm>
        <a:graphic>
          <a:graphicData uri="http://schemas.openxmlformats.org/presentationml/2006/ole">
            <mc:AlternateContent xmlns:mc="http://schemas.openxmlformats.org/markup-compatibility/2006">
              <mc:Choice xmlns:v="urn:schemas-microsoft-com:vml" Requires="v">
                <p:oleObj r:id="rId2" imgW="5484960" imgH="6783840" progId="Visio.Drawing.11">
                  <p:embed/>
                </p:oleObj>
              </mc:Choice>
              <mc:Fallback>
                <p:oleObj r:id="rId2" imgW="5484960" imgH="6783840" progId="Visio.Drawing.11">
                  <p:embed/>
                  <p:pic>
                    <p:nvPicPr>
                      <p:cNvPr id="65539" name="Object 3">
                        <a:extLst>
                          <a:ext uri="{FF2B5EF4-FFF2-40B4-BE49-F238E27FC236}">
                            <a16:creationId xmlns:a16="http://schemas.microsoft.com/office/drawing/2014/main" id="{B6B5BF0B-8D81-58CD-6C00-4C8B27F88691}"/>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6750" y="1676400"/>
                        <a:ext cx="3905250" cy="472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65540" name="Content Placeholder 1082370">
            <a:extLst>
              <a:ext uri="{FF2B5EF4-FFF2-40B4-BE49-F238E27FC236}">
                <a16:creationId xmlns:a16="http://schemas.microsoft.com/office/drawing/2014/main" id="{B229E6F9-578E-8392-9223-C0D26E0D9C60}"/>
              </a:ext>
            </a:extLst>
          </p:cNvPr>
          <p:cNvGraphicFramePr>
            <a:graphicFrameLocks/>
          </p:cNvGraphicFramePr>
          <p:nvPr>
            <p:ph sz="half" idx="1"/>
          </p:nvPr>
        </p:nvGraphicFramePr>
        <p:xfrm>
          <a:off x="4648200" y="2492375"/>
          <a:ext cx="4419600" cy="2460625"/>
        </p:xfrm>
        <a:graphic>
          <a:graphicData uri="http://schemas.openxmlformats.org/presentationml/2006/ole">
            <mc:AlternateContent xmlns:mc="http://schemas.openxmlformats.org/markup-compatibility/2006">
              <mc:Choice xmlns:v="urn:schemas-microsoft-com:vml" Requires="v">
                <p:oleObj r:id="rId4" imgW="8061120" imgH="4587840" progId="Visio.Drawing.6">
                  <p:embed/>
                </p:oleObj>
              </mc:Choice>
              <mc:Fallback>
                <p:oleObj r:id="rId4" imgW="8061120" imgH="4587840" progId="Visio.Drawing.6">
                  <p:embed/>
                  <p:pic>
                    <p:nvPicPr>
                      <p:cNvPr id="65540" name="Content Placeholder 1082370">
                        <a:extLst>
                          <a:ext uri="{FF2B5EF4-FFF2-40B4-BE49-F238E27FC236}">
                            <a16:creationId xmlns:a16="http://schemas.microsoft.com/office/drawing/2014/main" id="{B229E6F9-578E-8392-9223-C0D26E0D9C60}"/>
                          </a:ext>
                        </a:extLst>
                      </p:cNvPr>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648200" y="2492375"/>
                        <a:ext cx="4419600" cy="2460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65541" name="Text Box 1082372">
            <a:extLst>
              <a:ext uri="{FF2B5EF4-FFF2-40B4-BE49-F238E27FC236}">
                <a16:creationId xmlns:a16="http://schemas.microsoft.com/office/drawing/2014/main" id="{B09F0CAA-744B-53AB-1545-48508548D285}"/>
              </a:ext>
            </a:extLst>
          </p:cNvPr>
          <p:cNvSpPr txBox="1">
            <a:spLocks noChangeArrowheads="1"/>
          </p:cNvSpPr>
          <p:nvPr/>
        </p:nvSpPr>
        <p:spPr bwMode="auto">
          <a:xfrm>
            <a:off x="5257800" y="5378450"/>
            <a:ext cx="350520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50000"/>
              </a:spcBef>
              <a:buFont typeface="Arial" panose="020B0604020202020204" pitchFamily="34" charset="0"/>
              <a:buNone/>
            </a:pPr>
            <a:r>
              <a:rPr lang="en-US" altLang="en-US" sz="1800">
                <a:latin typeface="Arial" panose="020B0604020202020204" pitchFamily="34" charset="0"/>
                <a:cs typeface="Times New Roman" panose="02020603050405020304" pitchFamily="18" charset="0"/>
              </a:rPr>
              <a:t>Training ANN means learning the weights of the neurons</a:t>
            </a:r>
          </a:p>
        </p:txBody>
      </p:sp>
      <p:sp>
        <p:nvSpPr>
          <p:cNvPr id="65542" name="Curved Up Arrow 1082373">
            <a:extLst>
              <a:ext uri="{FF2B5EF4-FFF2-40B4-BE49-F238E27FC236}">
                <a16:creationId xmlns:a16="http://schemas.microsoft.com/office/drawing/2014/main" id="{DDB6B68F-A038-29AA-F98B-FEA7D57EF8C5}"/>
              </a:ext>
            </a:extLst>
          </p:cNvPr>
          <p:cNvSpPr>
            <a:spLocks noChangeArrowheads="1"/>
          </p:cNvSpPr>
          <p:nvPr/>
        </p:nvSpPr>
        <p:spPr bwMode="auto">
          <a:xfrm>
            <a:off x="3581400" y="4435475"/>
            <a:ext cx="1981200" cy="365125"/>
          </a:xfrm>
          <a:prstGeom prst="curvedUpArrow">
            <a:avLst>
              <a:gd name="adj1" fmla="val 44313"/>
              <a:gd name="adj2" fmla="val 124298"/>
              <a:gd name="adj3" fmla="val 37287"/>
            </a:avLst>
          </a:prstGeom>
          <a:solidFill>
            <a:schemeClr val="accent1"/>
          </a:solidFill>
          <a:ln w="12700">
            <a:solidFill>
              <a:schemeClr val="tx1"/>
            </a:solidFill>
            <a:miter lim="800000"/>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 typeface="Arial" panose="020B0604020202020204" pitchFamily="34" charset="0"/>
              <a:buNone/>
            </a:pPr>
            <a:endParaRPr lang="en-GB" altLang="en-US" sz="1800">
              <a:latin typeface="Arial" panose="020B0604020202020204" pitchFamily="34" charset="0"/>
            </a:endParaRPr>
          </a:p>
        </p:txBody>
      </p:sp>
      <p:sp>
        <p:nvSpPr>
          <p:cNvPr id="65543" name="Slide Number Placeholder 1">
            <a:extLst>
              <a:ext uri="{FF2B5EF4-FFF2-40B4-BE49-F238E27FC236}">
                <a16:creationId xmlns:a16="http://schemas.microsoft.com/office/drawing/2014/main" id="{95A007CE-E201-DD99-03EC-3800541A412E}"/>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3855654F-B9D8-4BD4-97D6-D3FF6895705D}" type="slidenum">
              <a:rPr lang="en-US" altLang="en-US" smtClean="0">
                <a:solidFill>
                  <a:srgbClr val="898989"/>
                </a:solidFill>
                <a:latin typeface="Calibri" panose="020F0502020204030204" pitchFamily="34" charset="0"/>
              </a:rPr>
              <a:pPr/>
              <a:t>56</a:t>
            </a:fld>
            <a:endParaRPr lang="en-US" altLang="en-US">
              <a:solidFill>
                <a:srgbClr val="898989"/>
              </a:solidFill>
              <a:latin typeface="Calibri" panose="020F0502020204030204" pitchFamily="34" charset="0"/>
            </a:endParaRPr>
          </a:p>
        </p:txBody>
      </p:sp>
    </p:spTree>
  </p:cSld>
  <p:clrMapOvr>
    <a:masterClrMapping/>
  </p:clrMapOvr>
  <p:transition>
    <p:checker dir="vert"/>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lide Number Placeholder 5">
            <a:extLst>
              <a:ext uri="{FF2B5EF4-FFF2-40B4-BE49-F238E27FC236}">
                <a16:creationId xmlns:a16="http://schemas.microsoft.com/office/drawing/2014/main" id="{4F804137-96DD-E3C2-EB0F-D9127FAD2920}"/>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E37F03E5-00A6-4DB7-9B81-0A871BCD4956}" type="slidenum">
              <a:rPr lang="en-US" altLang="en-US" sz="1100" smtClean="0">
                <a:latin typeface="Tahoma" panose="020B0604030504040204" pitchFamily="34" charset="0"/>
                <a:ea typeface="MS PGothic" panose="020B0600070205080204" pitchFamily="34" charset="-128"/>
              </a:rPr>
              <a:pPr>
                <a:spcBef>
                  <a:spcPct val="0"/>
                </a:spcBef>
                <a:buFontTx/>
                <a:buNone/>
              </a:pPr>
              <a:t>57</a:t>
            </a:fld>
            <a:endParaRPr lang="en-US" altLang="en-US" sz="1100">
              <a:latin typeface="Tahoma" panose="020B0604030504040204" pitchFamily="34" charset="0"/>
              <a:ea typeface="MS PGothic" panose="020B0600070205080204" pitchFamily="34" charset="-128"/>
            </a:endParaRPr>
          </a:p>
        </p:txBody>
      </p:sp>
      <p:sp>
        <p:nvSpPr>
          <p:cNvPr id="66563" name="Rectangle 2">
            <a:extLst>
              <a:ext uri="{FF2B5EF4-FFF2-40B4-BE49-F238E27FC236}">
                <a16:creationId xmlns:a16="http://schemas.microsoft.com/office/drawing/2014/main" id="{01CD1D5E-9B2B-213D-01AD-3C385DF1378A}"/>
              </a:ext>
            </a:extLst>
          </p:cNvPr>
          <p:cNvSpPr>
            <a:spLocks noGrp="1"/>
          </p:cNvSpPr>
          <p:nvPr>
            <p:ph type="title"/>
          </p:nvPr>
        </p:nvSpPr>
        <p:spPr>
          <a:xfrm>
            <a:off x="762000" y="381000"/>
            <a:ext cx="8626475" cy="762000"/>
          </a:xfrm>
        </p:spPr>
        <p:txBody>
          <a:bodyPr lIns="89018" tIns="44510" rIns="89018" bIns="44510"/>
          <a:lstStyle/>
          <a:p>
            <a:pPr eaLnBrk="1" hangingPunct="1"/>
            <a:r>
              <a:rPr lang="en-US" altLang="en-US" sz="3100">
                <a:latin typeface="Open Sans" panose="020B0606030504020204" pitchFamily="34" charset="0"/>
              </a:rPr>
              <a:t>How a Multi-Layer ANN Works</a:t>
            </a:r>
          </a:p>
        </p:txBody>
      </p:sp>
      <p:sp>
        <p:nvSpPr>
          <p:cNvPr id="66564" name="Rectangle 3">
            <a:extLst>
              <a:ext uri="{FF2B5EF4-FFF2-40B4-BE49-F238E27FC236}">
                <a16:creationId xmlns:a16="http://schemas.microsoft.com/office/drawing/2014/main" id="{30FE3E28-BEAD-3335-3F80-999029083AE8}"/>
              </a:ext>
            </a:extLst>
          </p:cNvPr>
          <p:cNvSpPr>
            <a:spLocks noGrp="1"/>
          </p:cNvSpPr>
          <p:nvPr>
            <p:ph type="body" idx="1"/>
          </p:nvPr>
        </p:nvSpPr>
        <p:spPr>
          <a:xfrm>
            <a:off x="617538" y="1447800"/>
            <a:ext cx="8374062" cy="5029200"/>
          </a:xfrm>
        </p:spPr>
        <p:txBody>
          <a:bodyPr lIns="89018" tIns="44510" rIns="89018" bIns="44510"/>
          <a:lstStyle/>
          <a:p>
            <a:pPr eaLnBrk="1" hangingPunct="1">
              <a:lnSpc>
                <a:spcPct val="120000"/>
              </a:lnSpc>
            </a:pPr>
            <a:r>
              <a:rPr lang="en-US" altLang="en-US" sz="1900" dirty="0">
                <a:latin typeface="Open Sans" panose="020B0606030504020204" pitchFamily="34" charset="0"/>
              </a:rPr>
              <a:t>The </a:t>
            </a:r>
            <a:r>
              <a:rPr lang="en-US" altLang="en-US" sz="1900" b="1" dirty="0">
                <a:latin typeface="Open Sans" panose="020B0606030504020204" pitchFamily="34" charset="0"/>
              </a:rPr>
              <a:t>inputs</a:t>
            </a:r>
            <a:r>
              <a:rPr lang="en-US" altLang="en-US" sz="1900" dirty="0">
                <a:latin typeface="Open Sans" panose="020B0606030504020204" pitchFamily="34" charset="0"/>
              </a:rPr>
              <a:t> to the network correspond to the attributes measured for each training tuple.</a:t>
            </a:r>
          </a:p>
          <a:p>
            <a:pPr eaLnBrk="1" hangingPunct="1">
              <a:lnSpc>
                <a:spcPct val="120000"/>
              </a:lnSpc>
            </a:pPr>
            <a:r>
              <a:rPr lang="en-US" altLang="en-US" sz="1900" dirty="0">
                <a:latin typeface="Open Sans" panose="020B0606030504020204" pitchFamily="34" charset="0"/>
              </a:rPr>
              <a:t>Inputs are fed simultaneously into the units making up the </a:t>
            </a:r>
            <a:r>
              <a:rPr lang="en-US" altLang="en-US" sz="1900" b="1" dirty="0">
                <a:latin typeface="Open Sans" panose="020B0606030504020204" pitchFamily="34" charset="0"/>
              </a:rPr>
              <a:t>input layer</a:t>
            </a:r>
            <a:r>
              <a:rPr lang="en-US" altLang="en-US" sz="1900" dirty="0">
                <a:latin typeface="Open Sans" panose="020B0606030504020204" pitchFamily="34" charset="0"/>
              </a:rPr>
              <a:t>.</a:t>
            </a:r>
          </a:p>
          <a:p>
            <a:pPr eaLnBrk="1" hangingPunct="1">
              <a:lnSpc>
                <a:spcPct val="120000"/>
              </a:lnSpc>
            </a:pPr>
            <a:r>
              <a:rPr lang="en-US" altLang="en-US" sz="1900" dirty="0">
                <a:latin typeface="Open Sans" panose="020B0606030504020204" pitchFamily="34" charset="0"/>
              </a:rPr>
              <a:t>They are then weighted and fed simultaneously to a </a:t>
            </a:r>
            <a:r>
              <a:rPr lang="en-US" altLang="en-US" sz="1900" b="1" dirty="0">
                <a:latin typeface="Open Sans" panose="020B0606030504020204" pitchFamily="34" charset="0"/>
              </a:rPr>
              <a:t>hidden layer</a:t>
            </a:r>
            <a:r>
              <a:rPr lang="en-US" altLang="en-US" sz="1900" dirty="0">
                <a:latin typeface="Open Sans" panose="020B0606030504020204" pitchFamily="34" charset="0"/>
              </a:rPr>
              <a:t>.</a:t>
            </a:r>
            <a:endParaRPr lang="en-US" altLang="en-US" sz="1900" b="1" dirty="0">
              <a:latin typeface="Open Sans" panose="020B0606030504020204" pitchFamily="34" charset="0"/>
            </a:endParaRPr>
          </a:p>
          <a:p>
            <a:pPr eaLnBrk="1" hangingPunct="1">
              <a:lnSpc>
                <a:spcPct val="120000"/>
              </a:lnSpc>
            </a:pPr>
            <a:r>
              <a:rPr lang="en-US" altLang="en-US" sz="1900" dirty="0">
                <a:latin typeface="Open Sans" panose="020B0606030504020204" pitchFamily="34" charset="0"/>
              </a:rPr>
              <a:t>The number of hidden layers is arbitrary, although usually only one.</a:t>
            </a:r>
          </a:p>
          <a:p>
            <a:pPr eaLnBrk="1" hangingPunct="1">
              <a:lnSpc>
                <a:spcPct val="120000"/>
              </a:lnSpc>
            </a:pPr>
            <a:r>
              <a:rPr lang="en-US" altLang="en-US" sz="1900" dirty="0">
                <a:latin typeface="Open Sans" panose="020B0606030504020204" pitchFamily="34" charset="0"/>
              </a:rPr>
              <a:t>The weighted outputs of the last hidden layer are input to units making up the </a:t>
            </a:r>
            <a:r>
              <a:rPr lang="en-US" altLang="en-US" sz="1900" b="1" dirty="0">
                <a:latin typeface="Open Sans" panose="020B0606030504020204" pitchFamily="34" charset="0"/>
              </a:rPr>
              <a:t>output layer</a:t>
            </a:r>
            <a:r>
              <a:rPr lang="en-US" altLang="en-US" sz="1900" dirty="0">
                <a:latin typeface="Open Sans" panose="020B0606030504020204" pitchFamily="34" charset="0"/>
              </a:rPr>
              <a:t>, which emits the network's prediction.</a:t>
            </a:r>
          </a:p>
          <a:p>
            <a:pPr eaLnBrk="1" hangingPunct="1">
              <a:lnSpc>
                <a:spcPct val="120000"/>
              </a:lnSpc>
            </a:pPr>
            <a:r>
              <a:rPr lang="en-US" altLang="en-US" sz="1900" dirty="0">
                <a:latin typeface="Open Sans" panose="020B0606030504020204" pitchFamily="34" charset="0"/>
              </a:rPr>
              <a:t>The network is </a:t>
            </a:r>
            <a:r>
              <a:rPr lang="en-US" altLang="en-US" sz="1900" b="1" dirty="0">
                <a:latin typeface="Open Sans" panose="020B0606030504020204" pitchFamily="34" charset="0"/>
              </a:rPr>
              <a:t>feed-forward</a:t>
            </a:r>
            <a:r>
              <a:rPr lang="en-US" altLang="en-US" sz="1900" dirty="0">
                <a:latin typeface="Open Sans" panose="020B0606030504020204" pitchFamily="34" charset="0"/>
              </a:rPr>
              <a:t>: None of the weights cycles back to an input unit or to an output unit of a previous layer.</a:t>
            </a:r>
          </a:p>
          <a:p>
            <a:pPr eaLnBrk="1" hangingPunct="1">
              <a:lnSpc>
                <a:spcPct val="120000"/>
              </a:lnSpc>
            </a:pPr>
            <a:r>
              <a:rPr lang="en-US" altLang="en-US" sz="1900" dirty="0">
                <a:latin typeface="Open Sans" panose="020B0606030504020204" pitchFamily="34" charset="0"/>
              </a:rPr>
              <a:t>From a statistical point of view, networks perform </a:t>
            </a:r>
            <a:r>
              <a:rPr lang="en-US" altLang="en-US" sz="1900" b="1" dirty="0">
                <a:latin typeface="Open Sans" panose="020B0606030504020204" pitchFamily="34" charset="0"/>
              </a:rPr>
              <a:t>nonlinear regression</a:t>
            </a:r>
            <a:r>
              <a:rPr lang="en-US" altLang="en-US" sz="1900" dirty="0">
                <a:latin typeface="Open Sans" panose="020B0606030504020204" pitchFamily="34" charset="0"/>
              </a:rPr>
              <a:t>: Given enough hidden units and enough training samples, they can closely approximate any function.</a:t>
            </a:r>
          </a:p>
        </p:txBody>
      </p:sp>
    </p:spTree>
  </p:cSld>
  <p:clrMapOvr>
    <a:masterClrMapping/>
  </p:clrMapOvr>
  <p:transition spd="slow">
    <p:split orient="vert"/>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225DB4FE-2D59-ECBF-06A5-6037FCF91FF6}"/>
              </a:ext>
            </a:extLst>
          </p:cNvPr>
          <p:cNvSpPr>
            <a:spLocks noGrp="1"/>
          </p:cNvSpPr>
          <p:nvPr>
            <p:ph type="title"/>
          </p:nvPr>
        </p:nvSpPr>
        <p:spPr>
          <a:xfrm>
            <a:off x="914400" y="2971800"/>
            <a:ext cx="7772400" cy="1362075"/>
          </a:xfrm>
        </p:spPr>
        <p:txBody>
          <a:bodyPr/>
          <a:lstStyle/>
          <a:p>
            <a:pPr algn="ctr">
              <a:defRPr/>
            </a:pPr>
            <a:r>
              <a:rPr lang="en-US" altLang="en-US" sz="2800" dirty="0">
                <a:latin typeface="Open Sans" pitchFamily="34" charset="0"/>
              </a:rPr>
              <a:t>2. Support Vector Machine (SVM)</a:t>
            </a:r>
            <a:endParaRPr lang="en-US" sz="3600" dirty="0"/>
          </a:p>
        </p:txBody>
      </p:sp>
      <p:sp>
        <p:nvSpPr>
          <p:cNvPr id="68611" name="Slide Number Placeholder 3">
            <a:extLst>
              <a:ext uri="{FF2B5EF4-FFF2-40B4-BE49-F238E27FC236}">
                <a16:creationId xmlns:a16="http://schemas.microsoft.com/office/drawing/2014/main" id="{AF4EE858-D0DB-3664-A349-38E9476D51AC}"/>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9414BAC9-1178-489A-A78B-FE2C6F560647}" type="slidenum">
              <a:rPr lang="en-US" altLang="en-US" sz="1200" smtClean="0">
                <a:solidFill>
                  <a:srgbClr val="898989"/>
                </a:solidFill>
              </a:rPr>
              <a:pPr>
                <a:spcBef>
                  <a:spcPct val="0"/>
                </a:spcBef>
                <a:buFontTx/>
                <a:buNone/>
              </a:pPr>
              <a:t>58</a:t>
            </a:fld>
            <a:endParaRPr lang="en-US" altLang="en-US" sz="1200">
              <a:solidFill>
                <a:srgbClr val="898989"/>
              </a:solidFill>
            </a:endParaRPr>
          </a:p>
        </p:txBody>
      </p:sp>
    </p:spTree>
  </p:cSld>
  <p:clrMapOvr>
    <a:masterClrMapping/>
  </p:clrMapOvr>
  <p:transition spd="slow">
    <p:split orient="vert"/>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D1C61214-BE23-10C9-49BF-37CB34601DDF}"/>
              </a:ext>
            </a:extLst>
          </p:cNvPr>
          <p:cNvSpPr>
            <a:spLocks noGrp="1"/>
          </p:cNvSpPr>
          <p:nvPr>
            <p:ph type="title"/>
          </p:nvPr>
        </p:nvSpPr>
        <p:spPr/>
        <p:txBody>
          <a:bodyPr>
            <a:normAutofit fontScale="90000"/>
          </a:bodyPr>
          <a:lstStyle/>
          <a:p>
            <a:pPr>
              <a:defRPr/>
            </a:pPr>
            <a:r>
              <a:rPr lang="en-US" dirty="0"/>
              <a:t>Support Vector Machine (SVM)</a:t>
            </a:r>
          </a:p>
        </p:txBody>
      </p:sp>
      <p:sp>
        <p:nvSpPr>
          <p:cNvPr id="6" name="Content Placeholder 5">
            <a:extLst>
              <a:ext uri="{FF2B5EF4-FFF2-40B4-BE49-F238E27FC236}">
                <a16:creationId xmlns:a16="http://schemas.microsoft.com/office/drawing/2014/main" id="{B3E3D1F8-795C-23AC-ABD2-EAFEEC6428D5}"/>
              </a:ext>
            </a:extLst>
          </p:cNvPr>
          <p:cNvSpPr>
            <a:spLocks noGrp="1"/>
          </p:cNvSpPr>
          <p:nvPr>
            <p:ph idx="1"/>
          </p:nvPr>
        </p:nvSpPr>
        <p:spPr/>
        <p:txBody>
          <a:bodyPr>
            <a:normAutofit fontScale="85000" lnSpcReduction="20000"/>
          </a:bodyPr>
          <a:lstStyle/>
          <a:p>
            <a:pPr eaLnBrk="1" hangingPunct="1">
              <a:lnSpc>
                <a:spcPct val="110000"/>
              </a:lnSpc>
              <a:defRPr/>
            </a:pPr>
            <a:r>
              <a:rPr lang="en-US" altLang="en-US" dirty="0">
                <a:ea typeface="MS PGothic" panose="020B0600070205080204" pitchFamily="34" charset="-128"/>
              </a:rPr>
              <a:t>A relatively new classification method for both </a:t>
            </a:r>
            <a:r>
              <a:rPr lang="en-US" altLang="en-US" u="sng" dirty="0">
                <a:ea typeface="MS PGothic" panose="020B0600070205080204" pitchFamily="34" charset="-128"/>
              </a:rPr>
              <a:t>linear and nonlinear</a:t>
            </a:r>
            <a:r>
              <a:rPr lang="en-US" altLang="en-US" dirty="0">
                <a:ea typeface="MS PGothic" panose="020B0600070205080204" pitchFamily="34" charset="-128"/>
              </a:rPr>
              <a:t> data.</a:t>
            </a:r>
          </a:p>
          <a:p>
            <a:pPr eaLnBrk="1" hangingPunct="1">
              <a:lnSpc>
                <a:spcPct val="110000"/>
              </a:lnSpc>
              <a:defRPr/>
            </a:pPr>
            <a:r>
              <a:rPr lang="en-US" altLang="en-US" dirty="0">
                <a:ea typeface="MS PGothic" panose="020B0600070205080204" pitchFamily="34" charset="-128"/>
              </a:rPr>
              <a:t>It uses a </a:t>
            </a:r>
            <a:r>
              <a:rPr lang="en-US" altLang="en-US" u="sng" dirty="0">
                <a:ea typeface="MS PGothic" panose="020B0600070205080204" pitchFamily="34" charset="-128"/>
              </a:rPr>
              <a:t>nonlinear mapping</a:t>
            </a:r>
            <a:r>
              <a:rPr lang="en-US" altLang="en-US" dirty="0">
                <a:ea typeface="MS PGothic" panose="020B0600070205080204" pitchFamily="34" charset="-128"/>
              </a:rPr>
              <a:t> to transform the original training data into a higher dimension.</a:t>
            </a:r>
          </a:p>
          <a:p>
            <a:pPr eaLnBrk="1" hangingPunct="1">
              <a:lnSpc>
                <a:spcPct val="110000"/>
              </a:lnSpc>
              <a:defRPr/>
            </a:pPr>
            <a:r>
              <a:rPr lang="en-US" altLang="en-US" dirty="0">
                <a:ea typeface="MS PGothic" panose="020B0600070205080204" pitchFamily="34" charset="-128"/>
              </a:rPr>
              <a:t>With the new dimension, it searches for the linear optimal separating </a:t>
            </a:r>
            <a:r>
              <a:rPr lang="en-US" altLang="en-US" b="1" dirty="0">
                <a:ea typeface="MS PGothic" panose="020B0600070205080204" pitchFamily="34" charset="-128"/>
              </a:rPr>
              <a:t>hyperplane</a:t>
            </a:r>
            <a:r>
              <a:rPr lang="en-US" altLang="en-US" dirty="0">
                <a:ea typeface="MS PGothic" panose="020B0600070205080204" pitchFamily="34" charset="-128"/>
              </a:rPr>
              <a:t> (i.e., “decision boundary”).</a:t>
            </a:r>
          </a:p>
          <a:p>
            <a:pPr eaLnBrk="1" hangingPunct="1">
              <a:lnSpc>
                <a:spcPct val="110000"/>
              </a:lnSpc>
              <a:defRPr/>
            </a:pPr>
            <a:r>
              <a:rPr lang="en-US" altLang="en-US" dirty="0">
                <a:ea typeface="MS PGothic" panose="020B0600070205080204" pitchFamily="34" charset="-128"/>
              </a:rPr>
              <a:t>With an appropriate nonlinear mapping to a sufficiently high dimension, data from two classes can always be separated by a hyperplane.</a:t>
            </a:r>
          </a:p>
          <a:p>
            <a:pPr eaLnBrk="1" hangingPunct="1">
              <a:lnSpc>
                <a:spcPct val="110000"/>
              </a:lnSpc>
              <a:defRPr/>
            </a:pPr>
            <a:r>
              <a:rPr lang="en-US" altLang="en-US" dirty="0">
                <a:ea typeface="MS PGothic" panose="020B0600070205080204" pitchFamily="34" charset="-128"/>
              </a:rPr>
              <a:t>SVM finds this hyperplane using </a:t>
            </a:r>
            <a:r>
              <a:rPr lang="en-US" altLang="en-US" b="1" dirty="0">
                <a:ea typeface="MS PGothic" panose="020B0600070205080204" pitchFamily="34" charset="-128"/>
              </a:rPr>
              <a:t>support vectors</a:t>
            </a:r>
            <a:r>
              <a:rPr lang="en-US" altLang="en-US" dirty="0">
                <a:ea typeface="MS PGothic" panose="020B0600070205080204" pitchFamily="34" charset="-128"/>
              </a:rPr>
              <a:t> (“essential” training tuples) and </a:t>
            </a:r>
            <a:r>
              <a:rPr lang="en-US" altLang="en-US" b="1" dirty="0">
                <a:ea typeface="MS PGothic" panose="020B0600070205080204" pitchFamily="34" charset="-128"/>
              </a:rPr>
              <a:t>margins</a:t>
            </a:r>
            <a:r>
              <a:rPr lang="en-US" altLang="en-US" dirty="0">
                <a:ea typeface="MS PGothic" panose="020B0600070205080204" pitchFamily="34" charset="-128"/>
              </a:rPr>
              <a:t> (defined by the support vectors).</a:t>
            </a:r>
          </a:p>
        </p:txBody>
      </p:sp>
      <p:sp>
        <p:nvSpPr>
          <p:cNvPr id="69636" name="Slide Number Placeholder 3">
            <a:extLst>
              <a:ext uri="{FF2B5EF4-FFF2-40B4-BE49-F238E27FC236}">
                <a16:creationId xmlns:a16="http://schemas.microsoft.com/office/drawing/2014/main" id="{B91F82E1-E98F-6EBF-5C54-9FAE2A7D592F}"/>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1B7F6042-B52E-41F2-B273-EB1297151231}" type="slidenum">
              <a:rPr lang="en-US" altLang="en-US" smtClean="0">
                <a:solidFill>
                  <a:srgbClr val="898989"/>
                </a:solidFill>
                <a:latin typeface="Calibri" panose="020F0502020204030204" pitchFamily="34" charset="0"/>
              </a:rPr>
              <a:pPr/>
              <a:t>59</a:t>
            </a:fld>
            <a:endParaRPr lang="en-US" altLang="en-US">
              <a:solidFill>
                <a:srgbClr val="898989"/>
              </a:solidFill>
              <a:latin typeface="Calibri" panose="020F0502020204030204" pitchFamily="34" charset="0"/>
            </a:endParaRPr>
          </a:p>
        </p:txBody>
      </p:sp>
    </p:spTree>
  </p:cSld>
  <p:clrMapOvr>
    <a:masterClrMapping/>
  </p:clrMapOvr>
  <p:transition spd="slow">
    <p:split orient="vert"/>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Title 1">
            <a:extLst>
              <a:ext uri="{FF2B5EF4-FFF2-40B4-BE49-F238E27FC236}">
                <a16:creationId xmlns:a16="http://schemas.microsoft.com/office/drawing/2014/main" id="{285B7752-93E0-690B-EA0F-6C7617991955}"/>
              </a:ext>
            </a:extLst>
          </p:cNvPr>
          <p:cNvSpPr>
            <a:spLocks noGrp="1"/>
          </p:cNvSpPr>
          <p:nvPr>
            <p:ph type="title"/>
          </p:nvPr>
        </p:nvSpPr>
        <p:spPr/>
        <p:txBody>
          <a:bodyPr/>
          <a:lstStyle/>
          <a:p>
            <a:r>
              <a:rPr lang="en-US" altLang="en-US">
                <a:latin typeface="Open Sans" panose="020B0606030504020204" pitchFamily="34" charset="0"/>
              </a:rPr>
              <a:t>SVM: General Philosophy</a:t>
            </a:r>
          </a:p>
        </p:txBody>
      </p:sp>
      <p:sp>
        <p:nvSpPr>
          <p:cNvPr id="70659" name="Slide Number Placeholder 3">
            <a:extLst>
              <a:ext uri="{FF2B5EF4-FFF2-40B4-BE49-F238E27FC236}">
                <a16:creationId xmlns:a16="http://schemas.microsoft.com/office/drawing/2014/main" id="{D7877025-3FC8-A68F-41A6-FFE2EB793B56}"/>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8C21A8F7-E792-40E9-8140-00168EE7DC71}" type="slidenum">
              <a:rPr lang="en-US" altLang="en-US" smtClean="0">
                <a:solidFill>
                  <a:srgbClr val="898989"/>
                </a:solidFill>
                <a:latin typeface="Calibri" panose="020F0502020204030204" pitchFamily="34" charset="0"/>
              </a:rPr>
              <a:pPr/>
              <a:t>60</a:t>
            </a:fld>
            <a:endParaRPr lang="en-US" altLang="en-US">
              <a:solidFill>
                <a:srgbClr val="898989"/>
              </a:solidFill>
              <a:latin typeface="Calibri" panose="020F0502020204030204" pitchFamily="34" charset="0"/>
            </a:endParaRPr>
          </a:p>
        </p:txBody>
      </p:sp>
      <p:grpSp>
        <p:nvGrpSpPr>
          <p:cNvPr id="70660" name="Group 1027">
            <a:extLst>
              <a:ext uri="{FF2B5EF4-FFF2-40B4-BE49-F238E27FC236}">
                <a16:creationId xmlns:a16="http://schemas.microsoft.com/office/drawing/2014/main" id="{EA039715-AF6D-50AD-6F88-3D322C1937A8}"/>
              </a:ext>
            </a:extLst>
          </p:cNvPr>
          <p:cNvGrpSpPr>
            <a:grpSpLocks/>
          </p:cNvGrpSpPr>
          <p:nvPr/>
        </p:nvGrpSpPr>
        <p:grpSpPr bwMode="auto">
          <a:xfrm>
            <a:off x="925513" y="2111375"/>
            <a:ext cx="3883025" cy="2667000"/>
            <a:chOff x="337" y="1296"/>
            <a:chExt cx="2592" cy="1680"/>
          </a:xfrm>
        </p:grpSpPr>
        <p:sp>
          <p:nvSpPr>
            <p:cNvPr id="70708" name="Oval 1028">
              <a:extLst>
                <a:ext uri="{FF2B5EF4-FFF2-40B4-BE49-F238E27FC236}">
                  <a16:creationId xmlns:a16="http://schemas.microsoft.com/office/drawing/2014/main" id="{30EFCF9F-6A67-E5BC-B368-DD3E0C647BDE}"/>
                </a:ext>
              </a:extLst>
            </p:cNvPr>
            <p:cNvSpPr>
              <a:spLocks noChangeArrowheads="1"/>
            </p:cNvSpPr>
            <p:nvPr/>
          </p:nvSpPr>
          <p:spPr bwMode="auto">
            <a:xfrm>
              <a:off x="760" y="2622"/>
              <a:ext cx="53" cy="89"/>
            </a:xfrm>
            <a:prstGeom prst="ellipse">
              <a:avLst/>
            </a:prstGeom>
            <a:solidFill>
              <a:schemeClr val="accent1"/>
            </a:solidFill>
            <a:ln w="9525">
              <a:solidFill>
                <a:schemeClr val="tx1"/>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700">
                <a:latin typeface="Tahoma" panose="020B0604030504040204" pitchFamily="34" charset="0"/>
                <a:ea typeface="MS PGothic" panose="020B0600070205080204" pitchFamily="34" charset="-128"/>
              </a:endParaRPr>
            </a:p>
          </p:txBody>
        </p:sp>
        <p:sp>
          <p:nvSpPr>
            <p:cNvPr id="70709" name="Oval 1029">
              <a:extLst>
                <a:ext uri="{FF2B5EF4-FFF2-40B4-BE49-F238E27FC236}">
                  <a16:creationId xmlns:a16="http://schemas.microsoft.com/office/drawing/2014/main" id="{42F7A46F-869A-7D59-D140-8B562578CE70}"/>
                </a:ext>
              </a:extLst>
            </p:cNvPr>
            <p:cNvSpPr>
              <a:spLocks noChangeArrowheads="1"/>
            </p:cNvSpPr>
            <p:nvPr/>
          </p:nvSpPr>
          <p:spPr bwMode="auto">
            <a:xfrm>
              <a:off x="813" y="2313"/>
              <a:ext cx="53" cy="88"/>
            </a:xfrm>
            <a:prstGeom prst="ellipse">
              <a:avLst/>
            </a:prstGeom>
            <a:solidFill>
              <a:schemeClr val="accent1"/>
            </a:solidFill>
            <a:ln w="9525">
              <a:solidFill>
                <a:schemeClr val="tx1"/>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700">
                <a:latin typeface="Tahoma" panose="020B0604030504040204" pitchFamily="34" charset="0"/>
                <a:ea typeface="MS PGothic" panose="020B0600070205080204" pitchFamily="34" charset="-128"/>
              </a:endParaRPr>
            </a:p>
          </p:txBody>
        </p:sp>
        <p:sp>
          <p:nvSpPr>
            <p:cNvPr id="70710" name="Oval 1030">
              <a:extLst>
                <a:ext uri="{FF2B5EF4-FFF2-40B4-BE49-F238E27FC236}">
                  <a16:creationId xmlns:a16="http://schemas.microsoft.com/office/drawing/2014/main" id="{9D29C7C7-CBDC-A828-B33C-AF68B0A9F1DF}"/>
                </a:ext>
              </a:extLst>
            </p:cNvPr>
            <p:cNvSpPr>
              <a:spLocks noChangeArrowheads="1"/>
            </p:cNvSpPr>
            <p:nvPr/>
          </p:nvSpPr>
          <p:spPr bwMode="auto">
            <a:xfrm>
              <a:off x="522" y="2445"/>
              <a:ext cx="53" cy="89"/>
            </a:xfrm>
            <a:prstGeom prst="ellipse">
              <a:avLst/>
            </a:prstGeom>
            <a:solidFill>
              <a:schemeClr val="accent1"/>
            </a:solidFill>
            <a:ln w="9525">
              <a:solidFill>
                <a:schemeClr val="tx1"/>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700">
                <a:latin typeface="Tahoma" panose="020B0604030504040204" pitchFamily="34" charset="0"/>
                <a:ea typeface="MS PGothic" panose="020B0600070205080204" pitchFamily="34" charset="-128"/>
              </a:endParaRPr>
            </a:p>
          </p:txBody>
        </p:sp>
        <p:sp>
          <p:nvSpPr>
            <p:cNvPr id="70711" name="Oval 1031">
              <a:extLst>
                <a:ext uri="{FF2B5EF4-FFF2-40B4-BE49-F238E27FC236}">
                  <a16:creationId xmlns:a16="http://schemas.microsoft.com/office/drawing/2014/main" id="{51C853F8-675B-9491-B984-F37E15A61E72}"/>
                </a:ext>
              </a:extLst>
            </p:cNvPr>
            <p:cNvSpPr>
              <a:spLocks noChangeArrowheads="1"/>
            </p:cNvSpPr>
            <p:nvPr/>
          </p:nvSpPr>
          <p:spPr bwMode="auto">
            <a:xfrm>
              <a:off x="681" y="2224"/>
              <a:ext cx="53" cy="89"/>
            </a:xfrm>
            <a:prstGeom prst="ellipse">
              <a:avLst/>
            </a:prstGeom>
            <a:solidFill>
              <a:schemeClr val="accent1"/>
            </a:solidFill>
            <a:ln w="9525">
              <a:solidFill>
                <a:schemeClr val="tx1"/>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700">
                <a:latin typeface="Tahoma" panose="020B0604030504040204" pitchFamily="34" charset="0"/>
                <a:ea typeface="MS PGothic" panose="020B0600070205080204" pitchFamily="34" charset="-128"/>
              </a:endParaRPr>
            </a:p>
          </p:txBody>
        </p:sp>
        <p:sp>
          <p:nvSpPr>
            <p:cNvPr id="70712" name="Oval 1032">
              <a:extLst>
                <a:ext uri="{FF2B5EF4-FFF2-40B4-BE49-F238E27FC236}">
                  <a16:creationId xmlns:a16="http://schemas.microsoft.com/office/drawing/2014/main" id="{3E9AAFDC-5E42-CDEE-0EA5-0A156A336059}"/>
                </a:ext>
              </a:extLst>
            </p:cNvPr>
            <p:cNvSpPr>
              <a:spLocks noChangeArrowheads="1"/>
            </p:cNvSpPr>
            <p:nvPr/>
          </p:nvSpPr>
          <p:spPr bwMode="auto">
            <a:xfrm>
              <a:off x="945" y="2534"/>
              <a:ext cx="53" cy="92"/>
            </a:xfrm>
            <a:prstGeom prst="ellipse">
              <a:avLst/>
            </a:prstGeom>
            <a:solidFill>
              <a:schemeClr val="accent1"/>
            </a:solidFill>
            <a:ln w="9525">
              <a:solidFill>
                <a:schemeClr val="tx1"/>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700">
                <a:latin typeface="Tahoma" panose="020B0604030504040204" pitchFamily="34" charset="0"/>
                <a:ea typeface="MS PGothic" panose="020B0600070205080204" pitchFamily="34" charset="-128"/>
              </a:endParaRPr>
            </a:p>
          </p:txBody>
        </p:sp>
        <p:sp>
          <p:nvSpPr>
            <p:cNvPr id="70713" name="Oval 1033">
              <a:extLst>
                <a:ext uri="{FF2B5EF4-FFF2-40B4-BE49-F238E27FC236}">
                  <a16:creationId xmlns:a16="http://schemas.microsoft.com/office/drawing/2014/main" id="{BD226A56-4F41-BDF6-60E6-B3495D9E0F24}"/>
                </a:ext>
              </a:extLst>
            </p:cNvPr>
            <p:cNvSpPr>
              <a:spLocks noChangeArrowheads="1"/>
            </p:cNvSpPr>
            <p:nvPr/>
          </p:nvSpPr>
          <p:spPr bwMode="auto">
            <a:xfrm>
              <a:off x="840" y="2048"/>
              <a:ext cx="52" cy="92"/>
            </a:xfrm>
            <a:prstGeom prst="ellipse">
              <a:avLst/>
            </a:prstGeom>
            <a:solidFill>
              <a:schemeClr val="accent1"/>
            </a:solidFill>
            <a:ln w="9525">
              <a:solidFill>
                <a:schemeClr val="tx1"/>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700">
                <a:latin typeface="Tahoma" panose="020B0604030504040204" pitchFamily="34" charset="0"/>
                <a:ea typeface="MS PGothic" panose="020B0600070205080204" pitchFamily="34" charset="-128"/>
              </a:endParaRPr>
            </a:p>
          </p:txBody>
        </p:sp>
        <p:sp>
          <p:nvSpPr>
            <p:cNvPr id="70714" name="Oval 1034">
              <a:extLst>
                <a:ext uri="{FF2B5EF4-FFF2-40B4-BE49-F238E27FC236}">
                  <a16:creationId xmlns:a16="http://schemas.microsoft.com/office/drawing/2014/main" id="{D3664E0D-AAD9-045E-0AE7-03D49629633C}"/>
                </a:ext>
              </a:extLst>
            </p:cNvPr>
            <p:cNvSpPr>
              <a:spLocks noChangeArrowheads="1"/>
            </p:cNvSpPr>
            <p:nvPr/>
          </p:nvSpPr>
          <p:spPr bwMode="auto">
            <a:xfrm>
              <a:off x="972" y="2269"/>
              <a:ext cx="53" cy="88"/>
            </a:xfrm>
            <a:prstGeom prst="ellipse">
              <a:avLst/>
            </a:prstGeom>
            <a:solidFill>
              <a:schemeClr val="accent1"/>
            </a:solidFill>
            <a:ln w="9525">
              <a:solidFill>
                <a:schemeClr val="tx1"/>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700">
                <a:latin typeface="Tahoma" panose="020B0604030504040204" pitchFamily="34" charset="0"/>
                <a:ea typeface="MS PGothic" panose="020B0600070205080204" pitchFamily="34" charset="-128"/>
              </a:endParaRPr>
            </a:p>
          </p:txBody>
        </p:sp>
        <p:sp>
          <p:nvSpPr>
            <p:cNvPr id="70715" name="Oval 1035">
              <a:extLst>
                <a:ext uri="{FF2B5EF4-FFF2-40B4-BE49-F238E27FC236}">
                  <a16:creationId xmlns:a16="http://schemas.microsoft.com/office/drawing/2014/main" id="{71A26475-3CB2-3E83-6E17-D39AB4F4A8B7}"/>
                </a:ext>
              </a:extLst>
            </p:cNvPr>
            <p:cNvSpPr>
              <a:spLocks noChangeArrowheads="1"/>
            </p:cNvSpPr>
            <p:nvPr/>
          </p:nvSpPr>
          <p:spPr bwMode="auto">
            <a:xfrm>
              <a:off x="998" y="2003"/>
              <a:ext cx="53" cy="89"/>
            </a:xfrm>
            <a:prstGeom prst="ellipse">
              <a:avLst/>
            </a:prstGeom>
            <a:solidFill>
              <a:schemeClr val="accent1"/>
            </a:solidFill>
            <a:ln w="9525">
              <a:solidFill>
                <a:schemeClr val="tx1"/>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700">
                <a:latin typeface="Tahoma" panose="020B0604030504040204" pitchFamily="34" charset="0"/>
                <a:ea typeface="MS PGothic" panose="020B0600070205080204" pitchFamily="34" charset="-128"/>
              </a:endParaRPr>
            </a:p>
          </p:txBody>
        </p:sp>
        <p:sp>
          <p:nvSpPr>
            <p:cNvPr id="70716" name="Oval 1036">
              <a:extLst>
                <a:ext uri="{FF2B5EF4-FFF2-40B4-BE49-F238E27FC236}">
                  <a16:creationId xmlns:a16="http://schemas.microsoft.com/office/drawing/2014/main" id="{D3E1A0D0-FB0A-A24C-27EE-42B3C80FF460}"/>
                </a:ext>
              </a:extLst>
            </p:cNvPr>
            <p:cNvSpPr>
              <a:spLocks noChangeArrowheads="1"/>
            </p:cNvSpPr>
            <p:nvPr/>
          </p:nvSpPr>
          <p:spPr bwMode="auto">
            <a:xfrm>
              <a:off x="1104" y="2180"/>
              <a:ext cx="53" cy="89"/>
            </a:xfrm>
            <a:prstGeom prst="ellipse">
              <a:avLst/>
            </a:prstGeom>
            <a:solidFill>
              <a:schemeClr val="accent1"/>
            </a:solidFill>
            <a:ln w="9525">
              <a:solidFill>
                <a:schemeClr val="tx1"/>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700">
                <a:latin typeface="Tahoma" panose="020B0604030504040204" pitchFamily="34" charset="0"/>
                <a:ea typeface="MS PGothic" panose="020B0600070205080204" pitchFamily="34" charset="-128"/>
              </a:endParaRPr>
            </a:p>
          </p:txBody>
        </p:sp>
        <p:sp>
          <p:nvSpPr>
            <p:cNvPr id="70717" name="Oval 1037">
              <a:extLst>
                <a:ext uri="{FF2B5EF4-FFF2-40B4-BE49-F238E27FC236}">
                  <a16:creationId xmlns:a16="http://schemas.microsoft.com/office/drawing/2014/main" id="{6623DCB2-4EF8-15F7-DD68-59BB0B5FCA6C}"/>
                </a:ext>
              </a:extLst>
            </p:cNvPr>
            <p:cNvSpPr>
              <a:spLocks noChangeArrowheads="1"/>
            </p:cNvSpPr>
            <p:nvPr/>
          </p:nvSpPr>
          <p:spPr bwMode="auto">
            <a:xfrm>
              <a:off x="1183" y="2445"/>
              <a:ext cx="53" cy="89"/>
            </a:xfrm>
            <a:prstGeom prst="ellipse">
              <a:avLst/>
            </a:prstGeom>
            <a:solidFill>
              <a:schemeClr val="accent1"/>
            </a:solidFill>
            <a:ln w="9525">
              <a:solidFill>
                <a:schemeClr val="tx1"/>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700">
                <a:latin typeface="Tahoma" panose="020B0604030504040204" pitchFamily="34" charset="0"/>
                <a:ea typeface="MS PGothic" panose="020B0600070205080204" pitchFamily="34" charset="-128"/>
              </a:endParaRPr>
            </a:p>
          </p:txBody>
        </p:sp>
        <p:sp>
          <p:nvSpPr>
            <p:cNvPr id="70718" name="Oval 1038">
              <a:extLst>
                <a:ext uri="{FF2B5EF4-FFF2-40B4-BE49-F238E27FC236}">
                  <a16:creationId xmlns:a16="http://schemas.microsoft.com/office/drawing/2014/main" id="{F21348E2-7FEA-80E8-BA0E-90B831C904D2}"/>
                </a:ext>
              </a:extLst>
            </p:cNvPr>
            <p:cNvSpPr>
              <a:spLocks noChangeArrowheads="1"/>
            </p:cNvSpPr>
            <p:nvPr/>
          </p:nvSpPr>
          <p:spPr bwMode="auto">
            <a:xfrm>
              <a:off x="1051" y="2711"/>
              <a:ext cx="53" cy="88"/>
            </a:xfrm>
            <a:prstGeom prst="ellipse">
              <a:avLst/>
            </a:prstGeom>
            <a:solidFill>
              <a:schemeClr val="accent1"/>
            </a:solidFill>
            <a:ln w="9525">
              <a:solidFill>
                <a:schemeClr val="tx1"/>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700">
                <a:latin typeface="Tahoma" panose="020B0604030504040204" pitchFamily="34" charset="0"/>
                <a:ea typeface="MS PGothic" panose="020B0600070205080204" pitchFamily="34" charset="-128"/>
              </a:endParaRPr>
            </a:p>
          </p:txBody>
        </p:sp>
        <p:sp>
          <p:nvSpPr>
            <p:cNvPr id="70719" name="Oval 1039">
              <a:extLst>
                <a:ext uri="{FF2B5EF4-FFF2-40B4-BE49-F238E27FC236}">
                  <a16:creationId xmlns:a16="http://schemas.microsoft.com/office/drawing/2014/main" id="{8383FF53-4673-D2A2-0173-3C9F5E6746E2}"/>
                </a:ext>
              </a:extLst>
            </p:cNvPr>
            <p:cNvSpPr>
              <a:spLocks noChangeArrowheads="1"/>
            </p:cNvSpPr>
            <p:nvPr/>
          </p:nvSpPr>
          <p:spPr bwMode="auto">
            <a:xfrm>
              <a:off x="1401" y="2578"/>
              <a:ext cx="53" cy="89"/>
            </a:xfrm>
            <a:prstGeom prst="ellipse">
              <a:avLst/>
            </a:prstGeom>
            <a:solidFill>
              <a:schemeClr val="accent1"/>
            </a:solidFill>
            <a:ln w="9525">
              <a:solidFill>
                <a:schemeClr val="tx1"/>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700">
                <a:latin typeface="Tahoma" panose="020B0604030504040204" pitchFamily="34" charset="0"/>
                <a:ea typeface="MS PGothic" panose="020B0600070205080204" pitchFamily="34" charset="-128"/>
              </a:endParaRPr>
            </a:p>
          </p:txBody>
        </p:sp>
        <p:sp>
          <p:nvSpPr>
            <p:cNvPr id="70720" name="Oval 1040">
              <a:extLst>
                <a:ext uri="{FF2B5EF4-FFF2-40B4-BE49-F238E27FC236}">
                  <a16:creationId xmlns:a16="http://schemas.microsoft.com/office/drawing/2014/main" id="{FF17377C-109F-6F66-7031-FB751A04BF19}"/>
                </a:ext>
              </a:extLst>
            </p:cNvPr>
            <p:cNvSpPr>
              <a:spLocks noChangeArrowheads="1"/>
            </p:cNvSpPr>
            <p:nvPr/>
          </p:nvSpPr>
          <p:spPr bwMode="auto">
            <a:xfrm>
              <a:off x="1025" y="1738"/>
              <a:ext cx="53" cy="89"/>
            </a:xfrm>
            <a:prstGeom prst="ellipse">
              <a:avLst/>
            </a:prstGeom>
            <a:solidFill>
              <a:schemeClr val="accent1"/>
            </a:solidFill>
            <a:ln w="9525">
              <a:solidFill>
                <a:schemeClr val="tx1"/>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700">
                <a:latin typeface="Tahoma" panose="020B0604030504040204" pitchFamily="34" charset="0"/>
                <a:ea typeface="MS PGothic" panose="020B0600070205080204" pitchFamily="34" charset="-128"/>
              </a:endParaRPr>
            </a:p>
          </p:txBody>
        </p:sp>
        <p:grpSp>
          <p:nvGrpSpPr>
            <p:cNvPr id="70721" name="Group 1041">
              <a:extLst>
                <a:ext uri="{FF2B5EF4-FFF2-40B4-BE49-F238E27FC236}">
                  <a16:creationId xmlns:a16="http://schemas.microsoft.com/office/drawing/2014/main" id="{18DE3DAD-97CE-078A-4750-60040245B955}"/>
                </a:ext>
              </a:extLst>
            </p:cNvPr>
            <p:cNvGrpSpPr>
              <a:grpSpLocks/>
            </p:cNvGrpSpPr>
            <p:nvPr/>
          </p:nvGrpSpPr>
          <p:grpSpPr bwMode="auto">
            <a:xfrm>
              <a:off x="1712" y="1473"/>
              <a:ext cx="741" cy="1061"/>
              <a:chOff x="1712" y="1473"/>
              <a:chExt cx="741" cy="1061"/>
            </a:xfrm>
          </p:grpSpPr>
          <p:sp>
            <p:nvSpPr>
              <p:cNvPr id="70726" name="Rectangle 1042">
                <a:extLst>
                  <a:ext uri="{FF2B5EF4-FFF2-40B4-BE49-F238E27FC236}">
                    <a16:creationId xmlns:a16="http://schemas.microsoft.com/office/drawing/2014/main" id="{FD42C976-0722-0F5F-D4D7-732794F2D5A7}"/>
                  </a:ext>
                </a:extLst>
              </p:cNvPr>
              <p:cNvSpPr>
                <a:spLocks noChangeArrowheads="1"/>
              </p:cNvSpPr>
              <p:nvPr/>
            </p:nvSpPr>
            <p:spPr bwMode="auto">
              <a:xfrm>
                <a:off x="1871" y="1959"/>
                <a:ext cx="53" cy="89"/>
              </a:xfrm>
              <a:prstGeom prst="rect">
                <a:avLst/>
              </a:prstGeom>
              <a:solidFill>
                <a:srgbClr val="0000FF"/>
              </a:solidFill>
              <a:ln w="9525">
                <a:solidFill>
                  <a:schemeClr val="tx1"/>
                </a:solidFill>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700">
                  <a:latin typeface="Tahoma" panose="020B0604030504040204" pitchFamily="34" charset="0"/>
                  <a:ea typeface="MS PGothic" panose="020B0600070205080204" pitchFamily="34" charset="-128"/>
                </a:endParaRPr>
              </a:p>
            </p:txBody>
          </p:sp>
          <p:sp>
            <p:nvSpPr>
              <p:cNvPr id="70727" name="Rectangle 1043">
                <a:extLst>
                  <a:ext uri="{FF2B5EF4-FFF2-40B4-BE49-F238E27FC236}">
                    <a16:creationId xmlns:a16="http://schemas.microsoft.com/office/drawing/2014/main" id="{C715A836-173A-56CD-8B24-6A7B73CE0446}"/>
                  </a:ext>
                </a:extLst>
              </p:cNvPr>
              <p:cNvSpPr>
                <a:spLocks noChangeArrowheads="1"/>
              </p:cNvSpPr>
              <p:nvPr/>
            </p:nvSpPr>
            <p:spPr bwMode="auto">
              <a:xfrm>
                <a:off x="1712" y="1605"/>
                <a:ext cx="53" cy="89"/>
              </a:xfrm>
              <a:prstGeom prst="rect">
                <a:avLst/>
              </a:prstGeom>
              <a:solidFill>
                <a:srgbClr val="0000FF"/>
              </a:solidFill>
              <a:ln w="9525">
                <a:solidFill>
                  <a:schemeClr val="tx1"/>
                </a:solidFill>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700">
                  <a:latin typeface="Tahoma" panose="020B0604030504040204" pitchFamily="34" charset="0"/>
                  <a:ea typeface="MS PGothic" panose="020B0600070205080204" pitchFamily="34" charset="-128"/>
                </a:endParaRPr>
              </a:p>
            </p:txBody>
          </p:sp>
          <p:sp>
            <p:nvSpPr>
              <p:cNvPr id="70728" name="Rectangle 1044">
                <a:extLst>
                  <a:ext uri="{FF2B5EF4-FFF2-40B4-BE49-F238E27FC236}">
                    <a16:creationId xmlns:a16="http://schemas.microsoft.com/office/drawing/2014/main" id="{B4ABFBB5-0B33-B352-DE9F-080E867E3B84}"/>
                  </a:ext>
                </a:extLst>
              </p:cNvPr>
              <p:cNvSpPr>
                <a:spLocks noChangeArrowheads="1"/>
              </p:cNvSpPr>
              <p:nvPr/>
            </p:nvSpPr>
            <p:spPr bwMode="auto">
              <a:xfrm>
                <a:off x="1924" y="1473"/>
                <a:ext cx="53" cy="88"/>
              </a:xfrm>
              <a:prstGeom prst="rect">
                <a:avLst/>
              </a:prstGeom>
              <a:solidFill>
                <a:srgbClr val="0000FF"/>
              </a:solidFill>
              <a:ln w="9525">
                <a:solidFill>
                  <a:schemeClr val="tx1"/>
                </a:solidFill>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700">
                  <a:latin typeface="Tahoma" panose="020B0604030504040204" pitchFamily="34" charset="0"/>
                  <a:ea typeface="MS PGothic" panose="020B0600070205080204" pitchFamily="34" charset="-128"/>
                </a:endParaRPr>
              </a:p>
            </p:txBody>
          </p:sp>
          <p:sp>
            <p:nvSpPr>
              <p:cNvPr id="70729" name="Rectangle 1045">
                <a:extLst>
                  <a:ext uri="{FF2B5EF4-FFF2-40B4-BE49-F238E27FC236}">
                    <a16:creationId xmlns:a16="http://schemas.microsoft.com/office/drawing/2014/main" id="{A1D04454-6DBA-0A95-0218-6A5495F02C82}"/>
                  </a:ext>
                </a:extLst>
              </p:cNvPr>
              <p:cNvSpPr>
                <a:spLocks noChangeArrowheads="1"/>
              </p:cNvSpPr>
              <p:nvPr/>
            </p:nvSpPr>
            <p:spPr bwMode="auto">
              <a:xfrm>
                <a:off x="2003" y="2223"/>
                <a:ext cx="53" cy="89"/>
              </a:xfrm>
              <a:prstGeom prst="rect">
                <a:avLst/>
              </a:prstGeom>
              <a:solidFill>
                <a:srgbClr val="0000FF"/>
              </a:solidFill>
              <a:ln w="9525">
                <a:solidFill>
                  <a:schemeClr val="tx1"/>
                </a:solidFill>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700">
                  <a:latin typeface="Tahoma" panose="020B0604030504040204" pitchFamily="34" charset="0"/>
                  <a:ea typeface="MS PGothic" panose="020B0600070205080204" pitchFamily="34" charset="-128"/>
                </a:endParaRPr>
              </a:p>
            </p:txBody>
          </p:sp>
          <p:sp>
            <p:nvSpPr>
              <p:cNvPr id="70730" name="Rectangle 1046">
                <a:extLst>
                  <a:ext uri="{FF2B5EF4-FFF2-40B4-BE49-F238E27FC236}">
                    <a16:creationId xmlns:a16="http://schemas.microsoft.com/office/drawing/2014/main" id="{54DE3FE6-DD02-F700-146D-88A2A8DFFD9E}"/>
                  </a:ext>
                </a:extLst>
              </p:cNvPr>
              <p:cNvSpPr>
                <a:spLocks noChangeArrowheads="1"/>
              </p:cNvSpPr>
              <p:nvPr/>
            </p:nvSpPr>
            <p:spPr bwMode="auto">
              <a:xfrm>
                <a:off x="1977" y="1694"/>
                <a:ext cx="53" cy="88"/>
              </a:xfrm>
              <a:prstGeom prst="rect">
                <a:avLst/>
              </a:prstGeom>
              <a:solidFill>
                <a:srgbClr val="0000FF"/>
              </a:solidFill>
              <a:ln w="9525">
                <a:solidFill>
                  <a:schemeClr val="tx1"/>
                </a:solidFill>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700">
                  <a:latin typeface="Tahoma" panose="020B0604030504040204" pitchFamily="34" charset="0"/>
                  <a:ea typeface="MS PGothic" panose="020B0600070205080204" pitchFamily="34" charset="-128"/>
                </a:endParaRPr>
              </a:p>
            </p:txBody>
          </p:sp>
          <p:sp>
            <p:nvSpPr>
              <p:cNvPr id="70731" name="Rectangle 1047">
                <a:extLst>
                  <a:ext uri="{FF2B5EF4-FFF2-40B4-BE49-F238E27FC236}">
                    <a16:creationId xmlns:a16="http://schemas.microsoft.com/office/drawing/2014/main" id="{50F40268-C96D-C042-886A-D8CC3FC1A460}"/>
                  </a:ext>
                </a:extLst>
              </p:cNvPr>
              <p:cNvSpPr>
                <a:spLocks noChangeArrowheads="1"/>
              </p:cNvSpPr>
              <p:nvPr/>
            </p:nvSpPr>
            <p:spPr bwMode="auto">
              <a:xfrm>
                <a:off x="2083" y="1913"/>
                <a:ext cx="53" cy="88"/>
              </a:xfrm>
              <a:prstGeom prst="rect">
                <a:avLst/>
              </a:prstGeom>
              <a:solidFill>
                <a:srgbClr val="0000FF"/>
              </a:solidFill>
              <a:ln w="9525">
                <a:solidFill>
                  <a:schemeClr val="tx1"/>
                </a:solidFill>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700">
                  <a:latin typeface="Tahoma" panose="020B0604030504040204" pitchFamily="34" charset="0"/>
                  <a:ea typeface="MS PGothic" panose="020B0600070205080204" pitchFamily="34" charset="-128"/>
                </a:endParaRPr>
              </a:p>
            </p:txBody>
          </p:sp>
          <p:sp>
            <p:nvSpPr>
              <p:cNvPr id="70732" name="Rectangle 1048">
                <a:extLst>
                  <a:ext uri="{FF2B5EF4-FFF2-40B4-BE49-F238E27FC236}">
                    <a16:creationId xmlns:a16="http://schemas.microsoft.com/office/drawing/2014/main" id="{765B631F-B7E1-B911-6DDE-7744D4112DBD}"/>
                  </a:ext>
                </a:extLst>
              </p:cNvPr>
              <p:cNvSpPr>
                <a:spLocks noChangeArrowheads="1"/>
              </p:cNvSpPr>
              <p:nvPr/>
            </p:nvSpPr>
            <p:spPr bwMode="auto">
              <a:xfrm>
                <a:off x="2056" y="1473"/>
                <a:ext cx="53" cy="88"/>
              </a:xfrm>
              <a:prstGeom prst="rect">
                <a:avLst/>
              </a:prstGeom>
              <a:solidFill>
                <a:srgbClr val="0000FF"/>
              </a:solidFill>
              <a:ln w="9525">
                <a:solidFill>
                  <a:schemeClr val="tx1"/>
                </a:solidFill>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700">
                  <a:latin typeface="Tahoma" panose="020B0604030504040204" pitchFamily="34" charset="0"/>
                  <a:ea typeface="MS PGothic" panose="020B0600070205080204" pitchFamily="34" charset="-128"/>
                </a:endParaRPr>
              </a:p>
            </p:txBody>
          </p:sp>
          <p:sp>
            <p:nvSpPr>
              <p:cNvPr id="70733" name="Rectangle 1049">
                <a:extLst>
                  <a:ext uri="{FF2B5EF4-FFF2-40B4-BE49-F238E27FC236}">
                    <a16:creationId xmlns:a16="http://schemas.microsoft.com/office/drawing/2014/main" id="{F543911E-3820-2A44-682E-47B5EB4EA58C}"/>
                  </a:ext>
                </a:extLst>
              </p:cNvPr>
              <p:cNvSpPr>
                <a:spLocks noChangeArrowheads="1"/>
              </p:cNvSpPr>
              <p:nvPr/>
            </p:nvSpPr>
            <p:spPr bwMode="auto">
              <a:xfrm>
                <a:off x="2215" y="1561"/>
                <a:ext cx="53" cy="89"/>
              </a:xfrm>
              <a:prstGeom prst="rect">
                <a:avLst/>
              </a:prstGeom>
              <a:solidFill>
                <a:srgbClr val="0000FF"/>
              </a:solidFill>
              <a:ln w="9525">
                <a:solidFill>
                  <a:schemeClr val="tx1"/>
                </a:solidFill>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700">
                  <a:latin typeface="Tahoma" panose="020B0604030504040204" pitchFamily="34" charset="0"/>
                  <a:ea typeface="MS PGothic" panose="020B0600070205080204" pitchFamily="34" charset="-128"/>
                </a:endParaRPr>
              </a:p>
            </p:txBody>
          </p:sp>
          <p:sp>
            <p:nvSpPr>
              <p:cNvPr id="70734" name="Rectangle 1050">
                <a:extLst>
                  <a:ext uri="{FF2B5EF4-FFF2-40B4-BE49-F238E27FC236}">
                    <a16:creationId xmlns:a16="http://schemas.microsoft.com/office/drawing/2014/main" id="{3C84FBDD-0B74-C71F-E83B-BBD5347005F4}"/>
                  </a:ext>
                </a:extLst>
              </p:cNvPr>
              <p:cNvSpPr>
                <a:spLocks noChangeArrowheads="1"/>
              </p:cNvSpPr>
              <p:nvPr/>
            </p:nvSpPr>
            <p:spPr bwMode="auto">
              <a:xfrm>
                <a:off x="2162" y="2048"/>
                <a:ext cx="53" cy="88"/>
              </a:xfrm>
              <a:prstGeom prst="rect">
                <a:avLst/>
              </a:prstGeom>
              <a:solidFill>
                <a:srgbClr val="0000FF"/>
              </a:solidFill>
              <a:ln w="9525">
                <a:solidFill>
                  <a:schemeClr val="tx1"/>
                </a:solidFill>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700">
                  <a:latin typeface="Tahoma" panose="020B0604030504040204" pitchFamily="34" charset="0"/>
                  <a:ea typeface="MS PGothic" panose="020B0600070205080204" pitchFamily="34" charset="-128"/>
                </a:endParaRPr>
              </a:p>
            </p:txBody>
          </p:sp>
          <p:sp>
            <p:nvSpPr>
              <p:cNvPr id="70735" name="Rectangle 1051">
                <a:extLst>
                  <a:ext uri="{FF2B5EF4-FFF2-40B4-BE49-F238E27FC236}">
                    <a16:creationId xmlns:a16="http://schemas.microsoft.com/office/drawing/2014/main" id="{D0C7E48F-658C-90C8-5D1A-6B0AE752C2C1}"/>
                  </a:ext>
                </a:extLst>
              </p:cNvPr>
              <p:cNvSpPr>
                <a:spLocks noChangeArrowheads="1"/>
              </p:cNvSpPr>
              <p:nvPr/>
            </p:nvSpPr>
            <p:spPr bwMode="auto">
              <a:xfrm>
                <a:off x="2241" y="1825"/>
                <a:ext cx="53" cy="88"/>
              </a:xfrm>
              <a:prstGeom prst="rect">
                <a:avLst/>
              </a:prstGeom>
              <a:solidFill>
                <a:srgbClr val="0000FF"/>
              </a:solidFill>
              <a:ln w="9525">
                <a:solidFill>
                  <a:schemeClr val="tx1"/>
                </a:solidFill>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700">
                  <a:latin typeface="Tahoma" panose="020B0604030504040204" pitchFamily="34" charset="0"/>
                  <a:ea typeface="MS PGothic" panose="020B0600070205080204" pitchFamily="34" charset="-128"/>
                </a:endParaRPr>
              </a:p>
            </p:txBody>
          </p:sp>
          <p:sp>
            <p:nvSpPr>
              <p:cNvPr id="70736" name="Rectangle 1052">
                <a:extLst>
                  <a:ext uri="{FF2B5EF4-FFF2-40B4-BE49-F238E27FC236}">
                    <a16:creationId xmlns:a16="http://schemas.microsoft.com/office/drawing/2014/main" id="{4CEB5204-6E4B-6A1F-0A09-86B6768C3C01}"/>
                  </a:ext>
                </a:extLst>
              </p:cNvPr>
              <p:cNvSpPr>
                <a:spLocks noChangeArrowheads="1"/>
              </p:cNvSpPr>
              <p:nvPr/>
            </p:nvSpPr>
            <p:spPr bwMode="auto">
              <a:xfrm>
                <a:off x="2215" y="2398"/>
                <a:ext cx="53" cy="89"/>
              </a:xfrm>
              <a:prstGeom prst="rect">
                <a:avLst/>
              </a:prstGeom>
              <a:solidFill>
                <a:srgbClr val="0000FF"/>
              </a:solidFill>
              <a:ln w="9525">
                <a:solidFill>
                  <a:schemeClr val="tx1"/>
                </a:solidFill>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700">
                  <a:latin typeface="Tahoma" panose="020B0604030504040204" pitchFamily="34" charset="0"/>
                  <a:ea typeface="MS PGothic" panose="020B0600070205080204" pitchFamily="34" charset="-128"/>
                </a:endParaRPr>
              </a:p>
            </p:txBody>
          </p:sp>
          <p:sp>
            <p:nvSpPr>
              <p:cNvPr id="70737" name="Rectangle 1053">
                <a:extLst>
                  <a:ext uri="{FF2B5EF4-FFF2-40B4-BE49-F238E27FC236}">
                    <a16:creationId xmlns:a16="http://schemas.microsoft.com/office/drawing/2014/main" id="{0FAA161A-5B4A-A2B1-48E6-9A9F0637787E}"/>
                  </a:ext>
                </a:extLst>
              </p:cNvPr>
              <p:cNvSpPr>
                <a:spLocks noChangeArrowheads="1"/>
              </p:cNvSpPr>
              <p:nvPr/>
            </p:nvSpPr>
            <p:spPr bwMode="auto">
              <a:xfrm>
                <a:off x="2374" y="1959"/>
                <a:ext cx="52" cy="89"/>
              </a:xfrm>
              <a:prstGeom prst="rect">
                <a:avLst/>
              </a:prstGeom>
              <a:solidFill>
                <a:srgbClr val="0000FF"/>
              </a:solidFill>
              <a:ln w="9525">
                <a:solidFill>
                  <a:schemeClr val="tx1"/>
                </a:solidFill>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700">
                  <a:latin typeface="Tahoma" panose="020B0604030504040204" pitchFamily="34" charset="0"/>
                  <a:ea typeface="MS PGothic" panose="020B0600070205080204" pitchFamily="34" charset="-128"/>
                </a:endParaRPr>
              </a:p>
            </p:txBody>
          </p:sp>
          <p:sp>
            <p:nvSpPr>
              <p:cNvPr id="70738" name="Rectangle 1054">
                <a:extLst>
                  <a:ext uri="{FF2B5EF4-FFF2-40B4-BE49-F238E27FC236}">
                    <a16:creationId xmlns:a16="http://schemas.microsoft.com/office/drawing/2014/main" id="{D96A056C-EA09-42C2-8FBE-F739FDE5F86E}"/>
                  </a:ext>
                </a:extLst>
              </p:cNvPr>
              <p:cNvSpPr>
                <a:spLocks noChangeArrowheads="1"/>
              </p:cNvSpPr>
              <p:nvPr/>
            </p:nvSpPr>
            <p:spPr bwMode="auto">
              <a:xfrm>
                <a:off x="2374" y="2269"/>
                <a:ext cx="52" cy="88"/>
              </a:xfrm>
              <a:prstGeom prst="rect">
                <a:avLst/>
              </a:prstGeom>
              <a:solidFill>
                <a:srgbClr val="0000FF"/>
              </a:solidFill>
              <a:ln w="9525">
                <a:solidFill>
                  <a:schemeClr val="tx1"/>
                </a:solidFill>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700">
                  <a:latin typeface="Tahoma" panose="020B0604030504040204" pitchFamily="34" charset="0"/>
                  <a:ea typeface="MS PGothic" panose="020B0600070205080204" pitchFamily="34" charset="-128"/>
                </a:endParaRPr>
              </a:p>
            </p:txBody>
          </p:sp>
          <p:sp>
            <p:nvSpPr>
              <p:cNvPr id="70739" name="Rectangle 1055">
                <a:extLst>
                  <a:ext uri="{FF2B5EF4-FFF2-40B4-BE49-F238E27FC236}">
                    <a16:creationId xmlns:a16="http://schemas.microsoft.com/office/drawing/2014/main" id="{38D18244-4F07-9810-839C-0A4912E4E779}"/>
                  </a:ext>
                </a:extLst>
              </p:cNvPr>
              <p:cNvSpPr>
                <a:spLocks noChangeArrowheads="1"/>
              </p:cNvSpPr>
              <p:nvPr/>
            </p:nvSpPr>
            <p:spPr bwMode="auto">
              <a:xfrm>
                <a:off x="2400" y="2445"/>
                <a:ext cx="53" cy="89"/>
              </a:xfrm>
              <a:prstGeom prst="rect">
                <a:avLst/>
              </a:prstGeom>
              <a:solidFill>
                <a:srgbClr val="0000FF"/>
              </a:solidFill>
              <a:ln w="9525">
                <a:solidFill>
                  <a:schemeClr val="tx1"/>
                </a:solidFill>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700">
                  <a:latin typeface="Tahoma" panose="020B0604030504040204" pitchFamily="34" charset="0"/>
                  <a:ea typeface="MS PGothic" panose="020B0600070205080204" pitchFamily="34" charset="-128"/>
                </a:endParaRPr>
              </a:p>
            </p:txBody>
          </p:sp>
        </p:grpSp>
        <p:sp>
          <p:nvSpPr>
            <p:cNvPr id="70722" name="Rectangle 1056">
              <a:extLst>
                <a:ext uri="{FF2B5EF4-FFF2-40B4-BE49-F238E27FC236}">
                  <a16:creationId xmlns:a16="http://schemas.microsoft.com/office/drawing/2014/main" id="{F8A968AB-480C-57CE-3DCD-0ACC3BD36AFE}"/>
                </a:ext>
              </a:extLst>
            </p:cNvPr>
            <p:cNvSpPr>
              <a:spLocks noChangeArrowheads="1"/>
            </p:cNvSpPr>
            <p:nvPr/>
          </p:nvSpPr>
          <p:spPr bwMode="auto">
            <a:xfrm>
              <a:off x="337" y="1296"/>
              <a:ext cx="2592" cy="168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700">
                <a:latin typeface="Tahoma" panose="020B0604030504040204" pitchFamily="34" charset="0"/>
                <a:ea typeface="MS PGothic" panose="020B0600070205080204" pitchFamily="34" charset="-128"/>
              </a:endParaRPr>
            </a:p>
          </p:txBody>
        </p:sp>
        <p:sp>
          <p:nvSpPr>
            <p:cNvPr id="70723" name="Line 1057">
              <a:extLst>
                <a:ext uri="{FF2B5EF4-FFF2-40B4-BE49-F238E27FC236}">
                  <a16:creationId xmlns:a16="http://schemas.microsoft.com/office/drawing/2014/main" id="{52603AEF-236B-BBE8-BCE9-4BF98BA0AB36}"/>
                </a:ext>
              </a:extLst>
            </p:cNvPr>
            <p:cNvSpPr>
              <a:spLocks noChangeShapeType="1"/>
            </p:cNvSpPr>
            <p:nvPr/>
          </p:nvSpPr>
          <p:spPr bwMode="auto">
            <a:xfrm>
              <a:off x="1686" y="1384"/>
              <a:ext cx="79" cy="1504"/>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70724" name="Line 1058">
              <a:extLst>
                <a:ext uri="{FF2B5EF4-FFF2-40B4-BE49-F238E27FC236}">
                  <a16:creationId xmlns:a16="http://schemas.microsoft.com/office/drawing/2014/main" id="{64A00BE6-7E92-1DD5-5F51-4AE6AEA17D54}"/>
                </a:ext>
              </a:extLst>
            </p:cNvPr>
            <p:cNvSpPr>
              <a:spLocks noChangeShapeType="1"/>
            </p:cNvSpPr>
            <p:nvPr/>
          </p:nvSpPr>
          <p:spPr bwMode="auto">
            <a:xfrm>
              <a:off x="1395" y="1428"/>
              <a:ext cx="79" cy="150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70725" name="Line 1059">
              <a:extLst>
                <a:ext uri="{FF2B5EF4-FFF2-40B4-BE49-F238E27FC236}">
                  <a16:creationId xmlns:a16="http://schemas.microsoft.com/office/drawing/2014/main" id="{0A669237-6946-D9E5-34A1-85B0CF224CD0}"/>
                </a:ext>
              </a:extLst>
            </p:cNvPr>
            <p:cNvSpPr>
              <a:spLocks noChangeShapeType="1"/>
            </p:cNvSpPr>
            <p:nvPr/>
          </p:nvSpPr>
          <p:spPr bwMode="auto">
            <a:xfrm>
              <a:off x="1554" y="1428"/>
              <a:ext cx="83" cy="15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70661" name="Group 1060">
            <a:extLst>
              <a:ext uri="{FF2B5EF4-FFF2-40B4-BE49-F238E27FC236}">
                <a16:creationId xmlns:a16="http://schemas.microsoft.com/office/drawing/2014/main" id="{F3CF7962-9F45-F4BA-9870-96442135B820}"/>
              </a:ext>
            </a:extLst>
          </p:cNvPr>
          <p:cNvGrpSpPr>
            <a:grpSpLocks/>
          </p:cNvGrpSpPr>
          <p:nvPr/>
        </p:nvGrpSpPr>
        <p:grpSpPr bwMode="auto">
          <a:xfrm>
            <a:off x="4805363" y="2111375"/>
            <a:ext cx="3881437" cy="2667000"/>
            <a:chOff x="2929" y="1296"/>
            <a:chExt cx="2591" cy="1680"/>
          </a:xfrm>
        </p:grpSpPr>
        <p:sp>
          <p:nvSpPr>
            <p:cNvPr id="70677" name="Oval 1061">
              <a:extLst>
                <a:ext uri="{FF2B5EF4-FFF2-40B4-BE49-F238E27FC236}">
                  <a16:creationId xmlns:a16="http://schemas.microsoft.com/office/drawing/2014/main" id="{E58ED919-B9A3-A5AC-AD20-D57456E643E3}"/>
                </a:ext>
              </a:extLst>
            </p:cNvPr>
            <p:cNvSpPr>
              <a:spLocks noChangeArrowheads="1"/>
            </p:cNvSpPr>
            <p:nvPr/>
          </p:nvSpPr>
          <p:spPr bwMode="auto">
            <a:xfrm>
              <a:off x="3352" y="2622"/>
              <a:ext cx="53" cy="89"/>
            </a:xfrm>
            <a:prstGeom prst="ellipse">
              <a:avLst/>
            </a:prstGeom>
            <a:solidFill>
              <a:schemeClr val="accent1"/>
            </a:solidFill>
            <a:ln w="9525">
              <a:solidFill>
                <a:schemeClr val="tx1"/>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700">
                <a:latin typeface="Tahoma" panose="020B0604030504040204" pitchFamily="34" charset="0"/>
                <a:ea typeface="MS PGothic" panose="020B0600070205080204" pitchFamily="34" charset="-128"/>
              </a:endParaRPr>
            </a:p>
          </p:txBody>
        </p:sp>
        <p:sp>
          <p:nvSpPr>
            <p:cNvPr id="70678" name="Oval 1062">
              <a:extLst>
                <a:ext uri="{FF2B5EF4-FFF2-40B4-BE49-F238E27FC236}">
                  <a16:creationId xmlns:a16="http://schemas.microsoft.com/office/drawing/2014/main" id="{EBCA80A6-F6F2-1426-03AF-23FDEAE0730E}"/>
                </a:ext>
              </a:extLst>
            </p:cNvPr>
            <p:cNvSpPr>
              <a:spLocks noChangeArrowheads="1"/>
            </p:cNvSpPr>
            <p:nvPr/>
          </p:nvSpPr>
          <p:spPr bwMode="auto">
            <a:xfrm>
              <a:off x="3405" y="2313"/>
              <a:ext cx="53" cy="88"/>
            </a:xfrm>
            <a:prstGeom prst="ellipse">
              <a:avLst/>
            </a:prstGeom>
            <a:solidFill>
              <a:schemeClr val="accent1"/>
            </a:solidFill>
            <a:ln w="9525">
              <a:solidFill>
                <a:schemeClr val="tx1"/>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700">
                <a:latin typeface="Tahoma" panose="020B0604030504040204" pitchFamily="34" charset="0"/>
                <a:ea typeface="MS PGothic" panose="020B0600070205080204" pitchFamily="34" charset="-128"/>
              </a:endParaRPr>
            </a:p>
          </p:txBody>
        </p:sp>
        <p:sp>
          <p:nvSpPr>
            <p:cNvPr id="70679" name="Oval 1063">
              <a:extLst>
                <a:ext uri="{FF2B5EF4-FFF2-40B4-BE49-F238E27FC236}">
                  <a16:creationId xmlns:a16="http://schemas.microsoft.com/office/drawing/2014/main" id="{D37B434D-DCBB-A415-6DE4-804EE1D31791}"/>
                </a:ext>
              </a:extLst>
            </p:cNvPr>
            <p:cNvSpPr>
              <a:spLocks noChangeArrowheads="1"/>
            </p:cNvSpPr>
            <p:nvPr/>
          </p:nvSpPr>
          <p:spPr bwMode="auto">
            <a:xfrm>
              <a:off x="3114" y="2445"/>
              <a:ext cx="53" cy="89"/>
            </a:xfrm>
            <a:prstGeom prst="ellipse">
              <a:avLst/>
            </a:prstGeom>
            <a:solidFill>
              <a:schemeClr val="accent1"/>
            </a:solidFill>
            <a:ln w="9525">
              <a:solidFill>
                <a:schemeClr val="tx1"/>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700">
                <a:latin typeface="Tahoma" panose="020B0604030504040204" pitchFamily="34" charset="0"/>
                <a:ea typeface="MS PGothic" panose="020B0600070205080204" pitchFamily="34" charset="-128"/>
              </a:endParaRPr>
            </a:p>
          </p:txBody>
        </p:sp>
        <p:sp>
          <p:nvSpPr>
            <p:cNvPr id="70680" name="Oval 1064">
              <a:extLst>
                <a:ext uri="{FF2B5EF4-FFF2-40B4-BE49-F238E27FC236}">
                  <a16:creationId xmlns:a16="http://schemas.microsoft.com/office/drawing/2014/main" id="{8E3F18D4-B66E-F826-85F6-EA213EAAAE4D}"/>
                </a:ext>
              </a:extLst>
            </p:cNvPr>
            <p:cNvSpPr>
              <a:spLocks noChangeArrowheads="1"/>
            </p:cNvSpPr>
            <p:nvPr/>
          </p:nvSpPr>
          <p:spPr bwMode="auto">
            <a:xfrm>
              <a:off x="3273" y="2224"/>
              <a:ext cx="53" cy="89"/>
            </a:xfrm>
            <a:prstGeom prst="ellipse">
              <a:avLst/>
            </a:prstGeom>
            <a:solidFill>
              <a:schemeClr val="accent1"/>
            </a:solidFill>
            <a:ln w="9525">
              <a:solidFill>
                <a:schemeClr val="tx1"/>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700">
                <a:latin typeface="Tahoma" panose="020B0604030504040204" pitchFamily="34" charset="0"/>
                <a:ea typeface="MS PGothic" panose="020B0600070205080204" pitchFamily="34" charset="-128"/>
              </a:endParaRPr>
            </a:p>
          </p:txBody>
        </p:sp>
        <p:sp>
          <p:nvSpPr>
            <p:cNvPr id="70681" name="Oval 1065">
              <a:extLst>
                <a:ext uri="{FF2B5EF4-FFF2-40B4-BE49-F238E27FC236}">
                  <a16:creationId xmlns:a16="http://schemas.microsoft.com/office/drawing/2014/main" id="{0AA5CEE4-2FD1-2484-C354-72DAB9A99F37}"/>
                </a:ext>
              </a:extLst>
            </p:cNvPr>
            <p:cNvSpPr>
              <a:spLocks noChangeArrowheads="1"/>
            </p:cNvSpPr>
            <p:nvPr/>
          </p:nvSpPr>
          <p:spPr bwMode="auto">
            <a:xfrm>
              <a:off x="3537" y="2534"/>
              <a:ext cx="53" cy="92"/>
            </a:xfrm>
            <a:prstGeom prst="ellipse">
              <a:avLst/>
            </a:prstGeom>
            <a:solidFill>
              <a:schemeClr val="accent1"/>
            </a:solidFill>
            <a:ln w="9525">
              <a:solidFill>
                <a:schemeClr val="tx1"/>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700">
                <a:latin typeface="Tahoma" panose="020B0604030504040204" pitchFamily="34" charset="0"/>
                <a:ea typeface="MS PGothic" panose="020B0600070205080204" pitchFamily="34" charset="-128"/>
              </a:endParaRPr>
            </a:p>
          </p:txBody>
        </p:sp>
        <p:sp>
          <p:nvSpPr>
            <p:cNvPr id="70682" name="Oval 1066">
              <a:extLst>
                <a:ext uri="{FF2B5EF4-FFF2-40B4-BE49-F238E27FC236}">
                  <a16:creationId xmlns:a16="http://schemas.microsoft.com/office/drawing/2014/main" id="{47BA99B9-50BE-56BA-2FF9-FA91C2E68145}"/>
                </a:ext>
              </a:extLst>
            </p:cNvPr>
            <p:cNvSpPr>
              <a:spLocks noChangeArrowheads="1"/>
            </p:cNvSpPr>
            <p:nvPr/>
          </p:nvSpPr>
          <p:spPr bwMode="auto">
            <a:xfrm>
              <a:off x="3431" y="2048"/>
              <a:ext cx="53" cy="92"/>
            </a:xfrm>
            <a:prstGeom prst="ellipse">
              <a:avLst/>
            </a:prstGeom>
            <a:solidFill>
              <a:schemeClr val="accent1"/>
            </a:solidFill>
            <a:ln w="9525">
              <a:solidFill>
                <a:schemeClr val="tx1"/>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700">
                <a:latin typeface="Tahoma" panose="020B0604030504040204" pitchFamily="34" charset="0"/>
                <a:ea typeface="MS PGothic" panose="020B0600070205080204" pitchFamily="34" charset="-128"/>
              </a:endParaRPr>
            </a:p>
          </p:txBody>
        </p:sp>
        <p:sp>
          <p:nvSpPr>
            <p:cNvPr id="70683" name="Oval 1067">
              <a:extLst>
                <a:ext uri="{FF2B5EF4-FFF2-40B4-BE49-F238E27FC236}">
                  <a16:creationId xmlns:a16="http://schemas.microsoft.com/office/drawing/2014/main" id="{1EBC6B7C-9008-CEFE-30E7-F96A1A64EDF9}"/>
                </a:ext>
              </a:extLst>
            </p:cNvPr>
            <p:cNvSpPr>
              <a:spLocks noChangeArrowheads="1"/>
            </p:cNvSpPr>
            <p:nvPr/>
          </p:nvSpPr>
          <p:spPr bwMode="auto">
            <a:xfrm>
              <a:off x="3564" y="2269"/>
              <a:ext cx="53" cy="88"/>
            </a:xfrm>
            <a:prstGeom prst="ellipse">
              <a:avLst/>
            </a:prstGeom>
            <a:solidFill>
              <a:schemeClr val="accent1"/>
            </a:solidFill>
            <a:ln w="9525">
              <a:solidFill>
                <a:schemeClr val="tx1"/>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700">
                <a:latin typeface="Tahoma" panose="020B0604030504040204" pitchFamily="34" charset="0"/>
                <a:ea typeface="MS PGothic" panose="020B0600070205080204" pitchFamily="34" charset="-128"/>
              </a:endParaRPr>
            </a:p>
          </p:txBody>
        </p:sp>
        <p:sp>
          <p:nvSpPr>
            <p:cNvPr id="70684" name="Oval 1068">
              <a:extLst>
                <a:ext uri="{FF2B5EF4-FFF2-40B4-BE49-F238E27FC236}">
                  <a16:creationId xmlns:a16="http://schemas.microsoft.com/office/drawing/2014/main" id="{A7396C1B-FB69-6C84-52C0-AC3300060650}"/>
                </a:ext>
              </a:extLst>
            </p:cNvPr>
            <p:cNvSpPr>
              <a:spLocks noChangeArrowheads="1"/>
            </p:cNvSpPr>
            <p:nvPr/>
          </p:nvSpPr>
          <p:spPr bwMode="auto">
            <a:xfrm>
              <a:off x="3590" y="2003"/>
              <a:ext cx="53" cy="89"/>
            </a:xfrm>
            <a:prstGeom prst="ellipse">
              <a:avLst/>
            </a:prstGeom>
            <a:solidFill>
              <a:schemeClr val="accent1"/>
            </a:solidFill>
            <a:ln w="9525">
              <a:solidFill>
                <a:schemeClr val="tx1"/>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700">
                <a:latin typeface="Tahoma" panose="020B0604030504040204" pitchFamily="34" charset="0"/>
                <a:ea typeface="MS PGothic" panose="020B0600070205080204" pitchFamily="34" charset="-128"/>
              </a:endParaRPr>
            </a:p>
          </p:txBody>
        </p:sp>
        <p:sp>
          <p:nvSpPr>
            <p:cNvPr id="70685" name="Oval 1069">
              <a:extLst>
                <a:ext uri="{FF2B5EF4-FFF2-40B4-BE49-F238E27FC236}">
                  <a16:creationId xmlns:a16="http://schemas.microsoft.com/office/drawing/2014/main" id="{68DE13A7-A81C-77A3-E06D-45A21D20A04C}"/>
                </a:ext>
              </a:extLst>
            </p:cNvPr>
            <p:cNvSpPr>
              <a:spLocks noChangeArrowheads="1"/>
            </p:cNvSpPr>
            <p:nvPr/>
          </p:nvSpPr>
          <p:spPr bwMode="auto">
            <a:xfrm>
              <a:off x="3696" y="2180"/>
              <a:ext cx="53" cy="89"/>
            </a:xfrm>
            <a:prstGeom prst="ellipse">
              <a:avLst/>
            </a:prstGeom>
            <a:solidFill>
              <a:schemeClr val="accent1"/>
            </a:solidFill>
            <a:ln w="9525">
              <a:solidFill>
                <a:schemeClr val="tx1"/>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700">
                <a:latin typeface="Tahoma" panose="020B0604030504040204" pitchFamily="34" charset="0"/>
                <a:ea typeface="MS PGothic" panose="020B0600070205080204" pitchFamily="34" charset="-128"/>
              </a:endParaRPr>
            </a:p>
          </p:txBody>
        </p:sp>
        <p:sp>
          <p:nvSpPr>
            <p:cNvPr id="70686" name="Oval 1070">
              <a:extLst>
                <a:ext uri="{FF2B5EF4-FFF2-40B4-BE49-F238E27FC236}">
                  <a16:creationId xmlns:a16="http://schemas.microsoft.com/office/drawing/2014/main" id="{E9DC903C-A88B-160C-3D78-B932FEF6B659}"/>
                </a:ext>
              </a:extLst>
            </p:cNvPr>
            <p:cNvSpPr>
              <a:spLocks noChangeArrowheads="1"/>
            </p:cNvSpPr>
            <p:nvPr/>
          </p:nvSpPr>
          <p:spPr bwMode="auto">
            <a:xfrm>
              <a:off x="3775" y="2445"/>
              <a:ext cx="53" cy="89"/>
            </a:xfrm>
            <a:prstGeom prst="ellipse">
              <a:avLst/>
            </a:prstGeom>
            <a:solidFill>
              <a:schemeClr val="accent1"/>
            </a:solidFill>
            <a:ln w="9525">
              <a:solidFill>
                <a:schemeClr val="tx1"/>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700">
                <a:latin typeface="Tahoma" panose="020B0604030504040204" pitchFamily="34" charset="0"/>
                <a:ea typeface="MS PGothic" panose="020B0600070205080204" pitchFamily="34" charset="-128"/>
              </a:endParaRPr>
            </a:p>
          </p:txBody>
        </p:sp>
        <p:sp>
          <p:nvSpPr>
            <p:cNvPr id="70687" name="Oval 1071">
              <a:extLst>
                <a:ext uri="{FF2B5EF4-FFF2-40B4-BE49-F238E27FC236}">
                  <a16:creationId xmlns:a16="http://schemas.microsoft.com/office/drawing/2014/main" id="{212632D2-619B-1866-AD30-9ED3CDA9EED1}"/>
                </a:ext>
              </a:extLst>
            </p:cNvPr>
            <p:cNvSpPr>
              <a:spLocks noChangeArrowheads="1"/>
            </p:cNvSpPr>
            <p:nvPr/>
          </p:nvSpPr>
          <p:spPr bwMode="auto">
            <a:xfrm>
              <a:off x="3643" y="2711"/>
              <a:ext cx="53" cy="88"/>
            </a:xfrm>
            <a:prstGeom prst="ellipse">
              <a:avLst/>
            </a:prstGeom>
            <a:solidFill>
              <a:schemeClr val="accent1"/>
            </a:solidFill>
            <a:ln w="9525">
              <a:solidFill>
                <a:schemeClr val="tx1"/>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700">
                <a:latin typeface="Tahoma" panose="020B0604030504040204" pitchFamily="34" charset="0"/>
                <a:ea typeface="MS PGothic" panose="020B0600070205080204" pitchFamily="34" charset="-128"/>
              </a:endParaRPr>
            </a:p>
          </p:txBody>
        </p:sp>
        <p:sp>
          <p:nvSpPr>
            <p:cNvPr id="70688" name="Oval 1072">
              <a:extLst>
                <a:ext uri="{FF2B5EF4-FFF2-40B4-BE49-F238E27FC236}">
                  <a16:creationId xmlns:a16="http://schemas.microsoft.com/office/drawing/2014/main" id="{27249AEF-BA70-8AC5-CF97-FF68A2028A8A}"/>
                </a:ext>
              </a:extLst>
            </p:cNvPr>
            <p:cNvSpPr>
              <a:spLocks noChangeArrowheads="1"/>
            </p:cNvSpPr>
            <p:nvPr/>
          </p:nvSpPr>
          <p:spPr bwMode="auto">
            <a:xfrm>
              <a:off x="3960" y="2578"/>
              <a:ext cx="53" cy="89"/>
            </a:xfrm>
            <a:prstGeom prst="ellipse">
              <a:avLst/>
            </a:prstGeom>
            <a:solidFill>
              <a:schemeClr val="accent1"/>
            </a:solidFill>
            <a:ln w="9525">
              <a:solidFill>
                <a:schemeClr val="tx1"/>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700">
                <a:latin typeface="Tahoma" panose="020B0604030504040204" pitchFamily="34" charset="0"/>
                <a:ea typeface="MS PGothic" panose="020B0600070205080204" pitchFamily="34" charset="-128"/>
              </a:endParaRPr>
            </a:p>
          </p:txBody>
        </p:sp>
        <p:sp>
          <p:nvSpPr>
            <p:cNvPr id="70689" name="Oval 1073">
              <a:extLst>
                <a:ext uri="{FF2B5EF4-FFF2-40B4-BE49-F238E27FC236}">
                  <a16:creationId xmlns:a16="http://schemas.microsoft.com/office/drawing/2014/main" id="{2134ECBD-DF04-F9F5-08BD-EF23A70A86B8}"/>
                </a:ext>
              </a:extLst>
            </p:cNvPr>
            <p:cNvSpPr>
              <a:spLocks noChangeArrowheads="1"/>
            </p:cNvSpPr>
            <p:nvPr/>
          </p:nvSpPr>
          <p:spPr bwMode="auto">
            <a:xfrm>
              <a:off x="3616" y="1738"/>
              <a:ext cx="53" cy="89"/>
            </a:xfrm>
            <a:prstGeom prst="ellipse">
              <a:avLst/>
            </a:prstGeom>
            <a:solidFill>
              <a:schemeClr val="accent1"/>
            </a:solidFill>
            <a:ln w="9525">
              <a:solidFill>
                <a:schemeClr val="tx1"/>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700">
                <a:latin typeface="Tahoma" panose="020B0604030504040204" pitchFamily="34" charset="0"/>
                <a:ea typeface="MS PGothic" panose="020B0600070205080204" pitchFamily="34" charset="-128"/>
              </a:endParaRPr>
            </a:p>
          </p:txBody>
        </p:sp>
        <p:sp>
          <p:nvSpPr>
            <p:cNvPr id="70690" name="Rectangle 1074">
              <a:extLst>
                <a:ext uri="{FF2B5EF4-FFF2-40B4-BE49-F238E27FC236}">
                  <a16:creationId xmlns:a16="http://schemas.microsoft.com/office/drawing/2014/main" id="{4D752C83-8BF9-E8AB-9C09-E11CFDB56E98}"/>
                </a:ext>
              </a:extLst>
            </p:cNvPr>
            <p:cNvSpPr>
              <a:spLocks noChangeArrowheads="1"/>
            </p:cNvSpPr>
            <p:nvPr/>
          </p:nvSpPr>
          <p:spPr bwMode="auto">
            <a:xfrm>
              <a:off x="4462" y="1959"/>
              <a:ext cx="53" cy="89"/>
            </a:xfrm>
            <a:prstGeom prst="rect">
              <a:avLst/>
            </a:prstGeom>
            <a:solidFill>
              <a:srgbClr val="0000FF"/>
            </a:solidFill>
            <a:ln w="9525">
              <a:solidFill>
                <a:schemeClr val="tx1"/>
              </a:solidFill>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700">
                <a:latin typeface="Tahoma" panose="020B0604030504040204" pitchFamily="34" charset="0"/>
                <a:ea typeface="MS PGothic" panose="020B0600070205080204" pitchFamily="34" charset="-128"/>
              </a:endParaRPr>
            </a:p>
          </p:txBody>
        </p:sp>
        <p:sp>
          <p:nvSpPr>
            <p:cNvPr id="70691" name="Rectangle 1075">
              <a:extLst>
                <a:ext uri="{FF2B5EF4-FFF2-40B4-BE49-F238E27FC236}">
                  <a16:creationId xmlns:a16="http://schemas.microsoft.com/office/drawing/2014/main" id="{AC3C4BC7-A022-2F50-4056-17A6F38337E9}"/>
                </a:ext>
              </a:extLst>
            </p:cNvPr>
            <p:cNvSpPr>
              <a:spLocks noChangeArrowheads="1"/>
            </p:cNvSpPr>
            <p:nvPr/>
          </p:nvSpPr>
          <p:spPr bwMode="auto">
            <a:xfrm>
              <a:off x="4304" y="1605"/>
              <a:ext cx="53" cy="89"/>
            </a:xfrm>
            <a:prstGeom prst="rect">
              <a:avLst/>
            </a:prstGeom>
            <a:solidFill>
              <a:srgbClr val="0000FF"/>
            </a:solidFill>
            <a:ln w="9525">
              <a:solidFill>
                <a:schemeClr val="tx1"/>
              </a:solidFill>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700">
                <a:latin typeface="Tahoma" panose="020B0604030504040204" pitchFamily="34" charset="0"/>
                <a:ea typeface="MS PGothic" panose="020B0600070205080204" pitchFamily="34" charset="-128"/>
              </a:endParaRPr>
            </a:p>
          </p:txBody>
        </p:sp>
        <p:sp>
          <p:nvSpPr>
            <p:cNvPr id="70692" name="Rectangle 1076">
              <a:extLst>
                <a:ext uri="{FF2B5EF4-FFF2-40B4-BE49-F238E27FC236}">
                  <a16:creationId xmlns:a16="http://schemas.microsoft.com/office/drawing/2014/main" id="{E6F87F02-9585-F743-6342-90F880E8E426}"/>
                </a:ext>
              </a:extLst>
            </p:cNvPr>
            <p:cNvSpPr>
              <a:spLocks noChangeArrowheads="1"/>
            </p:cNvSpPr>
            <p:nvPr/>
          </p:nvSpPr>
          <p:spPr bwMode="auto">
            <a:xfrm>
              <a:off x="4515" y="1473"/>
              <a:ext cx="53" cy="88"/>
            </a:xfrm>
            <a:prstGeom prst="rect">
              <a:avLst/>
            </a:prstGeom>
            <a:solidFill>
              <a:srgbClr val="0000FF"/>
            </a:solidFill>
            <a:ln w="9525">
              <a:solidFill>
                <a:schemeClr val="tx1"/>
              </a:solidFill>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700">
                <a:latin typeface="Tahoma" panose="020B0604030504040204" pitchFamily="34" charset="0"/>
                <a:ea typeface="MS PGothic" panose="020B0600070205080204" pitchFamily="34" charset="-128"/>
              </a:endParaRPr>
            </a:p>
          </p:txBody>
        </p:sp>
        <p:sp>
          <p:nvSpPr>
            <p:cNvPr id="70693" name="Rectangle 1077">
              <a:extLst>
                <a:ext uri="{FF2B5EF4-FFF2-40B4-BE49-F238E27FC236}">
                  <a16:creationId xmlns:a16="http://schemas.microsoft.com/office/drawing/2014/main" id="{59C9D9BF-A4F5-3C2B-5DFF-4BADBA24154B}"/>
                </a:ext>
              </a:extLst>
            </p:cNvPr>
            <p:cNvSpPr>
              <a:spLocks noChangeArrowheads="1"/>
            </p:cNvSpPr>
            <p:nvPr/>
          </p:nvSpPr>
          <p:spPr bwMode="auto">
            <a:xfrm>
              <a:off x="4595" y="2224"/>
              <a:ext cx="53" cy="89"/>
            </a:xfrm>
            <a:prstGeom prst="rect">
              <a:avLst/>
            </a:prstGeom>
            <a:solidFill>
              <a:srgbClr val="0000FF"/>
            </a:solidFill>
            <a:ln w="9525">
              <a:solidFill>
                <a:schemeClr val="tx1"/>
              </a:solidFill>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700">
                <a:latin typeface="Tahoma" panose="020B0604030504040204" pitchFamily="34" charset="0"/>
                <a:ea typeface="MS PGothic" panose="020B0600070205080204" pitchFamily="34" charset="-128"/>
              </a:endParaRPr>
            </a:p>
          </p:txBody>
        </p:sp>
        <p:sp>
          <p:nvSpPr>
            <p:cNvPr id="70694" name="Rectangle 1078">
              <a:extLst>
                <a:ext uri="{FF2B5EF4-FFF2-40B4-BE49-F238E27FC236}">
                  <a16:creationId xmlns:a16="http://schemas.microsoft.com/office/drawing/2014/main" id="{5338CBF6-8868-97F5-1621-67CB94C99ED3}"/>
                </a:ext>
              </a:extLst>
            </p:cNvPr>
            <p:cNvSpPr>
              <a:spLocks noChangeArrowheads="1"/>
            </p:cNvSpPr>
            <p:nvPr/>
          </p:nvSpPr>
          <p:spPr bwMode="auto">
            <a:xfrm>
              <a:off x="4568" y="1694"/>
              <a:ext cx="53" cy="88"/>
            </a:xfrm>
            <a:prstGeom prst="rect">
              <a:avLst/>
            </a:prstGeom>
            <a:solidFill>
              <a:srgbClr val="0000FF"/>
            </a:solidFill>
            <a:ln w="9525">
              <a:solidFill>
                <a:schemeClr val="tx1"/>
              </a:solidFill>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700">
                <a:latin typeface="Tahoma" panose="020B0604030504040204" pitchFamily="34" charset="0"/>
                <a:ea typeface="MS PGothic" panose="020B0600070205080204" pitchFamily="34" charset="-128"/>
              </a:endParaRPr>
            </a:p>
          </p:txBody>
        </p:sp>
        <p:sp>
          <p:nvSpPr>
            <p:cNvPr id="70695" name="Rectangle 1079">
              <a:extLst>
                <a:ext uri="{FF2B5EF4-FFF2-40B4-BE49-F238E27FC236}">
                  <a16:creationId xmlns:a16="http://schemas.microsoft.com/office/drawing/2014/main" id="{D7EADD04-C664-933A-FCC3-2B6B48DFB8D6}"/>
                </a:ext>
              </a:extLst>
            </p:cNvPr>
            <p:cNvSpPr>
              <a:spLocks noChangeArrowheads="1"/>
            </p:cNvSpPr>
            <p:nvPr/>
          </p:nvSpPr>
          <p:spPr bwMode="auto">
            <a:xfrm>
              <a:off x="4674" y="1915"/>
              <a:ext cx="53" cy="88"/>
            </a:xfrm>
            <a:prstGeom prst="rect">
              <a:avLst/>
            </a:prstGeom>
            <a:solidFill>
              <a:srgbClr val="0000FF"/>
            </a:solidFill>
            <a:ln w="9525">
              <a:solidFill>
                <a:schemeClr val="tx1"/>
              </a:solidFill>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700">
                <a:latin typeface="Tahoma" panose="020B0604030504040204" pitchFamily="34" charset="0"/>
                <a:ea typeface="MS PGothic" panose="020B0600070205080204" pitchFamily="34" charset="-128"/>
              </a:endParaRPr>
            </a:p>
          </p:txBody>
        </p:sp>
        <p:sp>
          <p:nvSpPr>
            <p:cNvPr id="70696" name="Rectangle 1080">
              <a:extLst>
                <a:ext uri="{FF2B5EF4-FFF2-40B4-BE49-F238E27FC236}">
                  <a16:creationId xmlns:a16="http://schemas.microsoft.com/office/drawing/2014/main" id="{8EAF3145-4B9A-FCB9-FD08-81D840C7014D}"/>
                </a:ext>
              </a:extLst>
            </p:cNvPr>
            <p:cNvSpPr>
              <a:spLocks noChangeArrowheads="1"/>
            </p:cNvSpPr>
            <p:nvPr/>
          </p:nvSpPr>
          <p:spPr bwMode="auto">
            <a:xfrm>
              <a:off x="4648" y="1473"/>
              <a:ext cx="52" cy="88"/>
            </a:xfrm>
            <a:prstGeom prst="rect">
              <a:avLst/>
            </a:prstGeom>
            <a:solidFill>
              <a:srgbClr val="0000FF"/>
            </a:solidFill>
            <a:ln w="9525">
              <a:solidFill>
                <a:schemeClr val="tx1"/>
              </a:solidFill>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700">
                <a:latin typeface="Tahoma" panose="020B0604030504040204" pitchFamily="34" charset="0"/>
                <a:ea typeface="MS PGothic" panose="020B0600070205080204" pitchFamily="34" charset="-128"/>
              </a:endParaRPr>
            </a:p>
          </p:txBody>
        </p:sp>
        <p:sp>
          <p:nvSpPr>
            <p:cNvPr id="70697" name="Rectangle 1081">
              <a:extLst>
                <a:ext uri="{FF2B5EF4-FFF2-40B4-BE49-F238E27FC236}">
                  <a16:creationId xmlns:a16="http://schemas.microsoft.com/office/drawing/2014/main" id="{500157B6-2B2B-5101-D404-BC35155BD27F}"/>
                </a:ext>
              </a:extLst>
            </p:cNvPr>
            <p:cNvSpPr>
              <a:spLocks noChangeArrowheads="1"/>
            </p:cNvSpPr>
            <p:nvPr/>
          </p:nvSpPr>
          <p:spPr bwMode="auto">
            <a:xfrm>
              <a:off x="4806" y="1561"/>
              <a:ext cx="53" cy="89"/>
            </a:xfrm>
            <a:prstGeom prst="rect">
              <a:avLst/>
            </a:prstGeom>
            <a:solidFill>
              <a:srgbClr val="0000FF"/>
            </a:solidFill>
            <a:ln w="9525">
              <a:solidFill>
                <a:schemeClr val="tx1"/>
              </a:solidFill>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700">
                <a:latin typeface="Tahoma" panose="020B0604030504040204" pitchFamily="34" charset="0"/>
                <a:ea typeface="MS PGothic" panose="020B0600070205080204" pitchFamily="34" charset="-128"/>
              </a:endParaRPr>
            </a:p>
          </p:txBody>
        </p:sp>
        <p:sp>
          <p:nvSpPr>
            <p:cNvPr id="70698" name="Rectangle 1082">
              <a:extLst>
                <a:ext uri="{FF2B5EF4-FFF2-40B4-BE49-F238E27FC236}">
                  <a16:creationId xmlns:a16="http://schemas.microsoft.com/office/drawing/2014/main" id="{EC94FECB-E7D4-9B36-8B53-1BA39B51B41E}"/>
                </a:ext>
              </a:extLst>
            </p:cNvPr>
            <p:cNvSpPr>
              <a:spLocks noChangeArrowheads="1"/>
            </p:cNvSpPr>
            <p:nvPr/>
          </p:nvSpPr>
          <p:spPr bwMode="auto">
            <a:xfrm>
              <a:off x="4753" y="2048"/>
              <a:ext cx="53" cy="92"/>
            </a:xfrm>
            <a:prstGeom prst="rect">
              <a:avLst/>
            </a:prstGeom>
            <a:solidFill>
              <a:srgbClr val="0000FF"/>
            </a:solidFill>
            <a:ln w="9525">
              <a:solidFill>
                <a:schemeClr val="tx1"/>
              </a:solidFill>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700">
                <a:latin typeface="Tahoma" panose="020B0604030504040204" pitchFamily="34" charset="0"/>
                <a:ea typeface="MS PGothic" panose="020B0600070205080204" pitchFamily="34" charset="-128"/>
              </a:endParaRPr>
            </a:p>
          </p:txBody>
        </p:sp>
        <p:sp>
          <p:nvSpPr>
            <p:cNvPr id="70699" name="Rectangle 1083">
              <a:extLst>
                <a:ext uri="{FF2B5EF4-FFF2-40B4-BE49-F238E27FC236}">
                  <a16:creationId xmlns:a16="http://schemas.microsoft.com/office/drawing/2014/main" id="{43B3E176-E2F9-10B4-A32E-FD6506CDC795}"/>
                </a:ext>
              </a:extLst>
            </p:cNvPr>
            <p:cNvSpPr>
              <a:spLocks noChangeArrowheads="1"/>
            </p:cNvSpPr>
            <p:nvPr/>
          </p:nvSpPr>
          <p:spPr bwMode="auto">
            <a:xfrm>
              <a:off x="4833" y="1827"/>
              <a:ext cx="53" cy="88"/>
            </a:xfrm>
            <a:prstGeom prst="rect">
              <a:avLst/>
            </a:prstGeom>
            <a:solidFill>
              <a:srgbClr val="0000FF"/>
            </a:solidFill>
            <a:ln w="9525">
              <a:solidFill>
                <a:schemeClr val="tx1"/>
              </a:solidFill>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700">
                <a:latin typeface="Tahoma" panose="020B0604030504040204" pitchFamily="34" charset="0"/>
                <a:ea typeface="MS PGothic" panose="020B0600070205080204" pitchFamily="34" charset="-128"/>
              </a:endParaRPr>
            </a:p>
          </p:txBody>
        </p:sp>
        <p:sp>
          <p:nvSpPr>
            <p:cNvPr id="70700" name="Rectangle 1084">
              <a:extLst>
                <a:ext uri="{FF2B5EF4-FFF2-40B4-BE49-F238E27FC236}">
                  <a16:creationId xmlns:a16="http://schemas.microsoft.com/office/drawing/2014/main" id="{B5B25F15-8F04-3C79-706B-771A0204DCA2}"/>
                </a:ext>
              </a:extLst>
            </p:cNvPr>
            <p:cNvSpPr>
              <a:spLocks noChangeArrowheads="1"/>
            </p:cNvSpPr>
            <p:nvPr/>
          </p:nvSpPr>
          <p:spPr bwMode="auto">
            <a:xfrm>
              <a:off x="4806" y="2401"/>
              <a:ext cx="53" cy="89"/>
            </a:xfrm>
            <a:prstGeom prst="rect">
              <a:avLst/>
            </a:prstGeom>
            <a:solidFill>
              <a:srgbClr val="0000FF"/>
            </a:solidFill>
            <a:ln w="9525">
              <a:solidFill>
                <a:schemeClr val="tx1"/>
              </a:solidFill>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700">
                <a:latin typeface="Tahoma" panose="020B0604030504040204" pitchFamily="34" charset="0"/>
                <a:ea typeface="MS PGothic" panose="020B0600070205080204" pitchFamily="34" charset="-128"/>
              </a:endParaRPr>
            </a:p>
          </p:txBody>
        </p:sp>
        <p:sp>
          <p:nvSpPr>
            <p:cNvPr id="70701" name="Rectangle 1085">
              <a:extLst>
                <a:ext uri="{FF2B5EF4-FFF2-40B4-BE49-F238E27FC236}">
                  <a16:creationId xmlns:a16="http://schemas.microsoft.com/office/drawing/2014/main" id="{94C0DE5F-A50B-EE3E-5FD5-145551800E41}"/>
                </a:ext>
              </a:extLst>
            </p:cNvPr>
            <p:cNvSpPr>
              <a:spLocks noChangeArrowheads="1"/>
            </p:cNvSpPr>
            <p:nvPr/>
          </p:nvSpPr>
          <p:spPr bwMode="auto">
            <a:xfrm>
              <a:off x="4965" y="1959"/>
              <a:ext cx="53" cy="89"/>
            </a:xfrm>
            <a:prstGeom prst="rect">
              <a:avLst/>
            </a:prstGeom>
            <a:solidFill>
              <a:srgbClr val="0000FF"/>
            </a:solidFill>
            <a:ln w="9525">
              <a:solidFill>
                <a:schemeClr val="tx1"/>
              </a:solidFill>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700">
                <a:latin typeface="Tahoma" panose="020B0604030504040204" pitchFamily="34" charset="0"/>
                <a:ea typeface="MS PGothic" panose="020B0600070205080204" pitchFamily="34" charset="-128"/>
              </a:endParaRPr>
            </a:p>
          </p:txBody>
        </p:sp>
        <p:sp>
          <p:nvSpPr>
            <p:cNvPr id="70702" name="Rectangle 1086">
              <a:extLst>
                <a:ext uri="{FF2B5EF4-FFF2-40B4-BE49-F238E27FC236}">
                  <a16:creationId xmlns:a16="http://schemas.microsoft.com/office/drawing/2014/main" id="{7AFD16BD-D4D5-68B9-1854-FA0D0C7E801C}"/>
                </a:ext>
              </a:extLst>
            </p:cNvPr>
            <p:cNvSpPr>
              <a:spLocks noChangeArrowheads="1"/>
            </p:cNvSpPr>
            <p:nvPr/>
          </p:nvSpPr>
          <p:spPr bwMode="auto">
            <a:xfrm>
              <a:off x="4965" y="2269"/>
              <a:ext cx="53" cy="88"/>
            </a:xfrm>
            <a:prstGeom prst="rect">
              <a:avLst/>
            </a:prstGeom>
            <a:solidFill>
              <a:srgbClr val="0000FF"/>
            </a:solidFill>
            <a:ln w="9525">
              <a:solidFill>
                <a:schemeClr val="tx1"/>
              </a:solidFill>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700">
                <a:latin typeface="Tahoma" panose="020B0604030504040204" pitchFamily="34" charset="0"/>
                <a:ea typeface="MS PGothic" panose="020B0600070205080204" pitchFamily="34" charset="-128"/>
              </a:endParaRPr>
            </a:p>
          </p:txBody>
        </p:sp>
        <p:sp>
          <p:nvSpPr>
            <p:cNvPr id="70703" name="Rectangle 1087">
              <a:extLst>
                <a:ext uri="{FF2B5EF4-FFF2-40B4-BE49-F238E27FC236}">
                  <a16:creationId xmlns:a16="http://schemas.microsoft.com/office/drawing/2014/main" id="{1F6A0B5D-E944-517B-1E73-67DEA00B1E40}"/>
                </a:ext>
              </a:extLst>
            </p:cNvPr>
            <p:cNvSpPr>
              <a:spLocks noChangeArrowheads="1"/>
            </p:cNvSpPr>
            <p:nvPr/>
          </p:nvSpPr>
          <p:spPr bwMode="auto">
            <a:xfrm>
              <a:off x="4991" y="2445"/>
              <a:ext cx="53" cy="89"/>
            </a:xfrm>
            <a:prstGeom prst="rect">
              <a:avLst/>
            </a:prstGeom>
            <a:solidFill>
              <a:srgbClr val="0000FF"/>
            </a:solidFill>
            <a:ln w="9525">
              <a:solidFill>
                <a:schemeClr val="tx1"/>
              </a:solidFill>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700">
                <a:latin typeface="Tahoma" panose="020B0604030504040204" pitchFamily="34" charset="0"/>
                <a:ea typeface="MS PGothic" panose="020B0600070205080204" pitchFamily="34" charset="-128"/>
              </a:endParaRPr>
            </a:p>
          </p:txBody>
        </p:sp>
        <p:sp>
          <p:nvSpPr>
            <p:cNvPr id="70704" name="Rectangle 1088">
              <a:extLst>
                <a:ext uri="{FF2B5EF4-FFF2-40B4-BE49-F238E27FC236}">
                  <a16:creationId xmlns:a16="http://schemas.microsoft.com/office/drawing/2014/main" id="{EF2816A8-0E59-D5FE-779F-F73183782FA7}"/>
                </a:ext>
              </a:extLst>
            </p:cNvPr>
            <p:cNvSpPr>
              <a:spLocks noChangeArrowheads="1"/>
            </p:cNvSpPr>
            <p:nvPr/>
          </p:nvSpPr>
          <p:spPr bwMode="auto">
            <a:xfrm>
              <a:off x="2929" y="1296"/>
              <a:ext cx="2591" cy="168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700">
                <a:latin typeface="Tahoma" panose="020B0604030504040204" pitchFamily="34" charset="0"/>
                <a:ea typeface="MS PGothic" panose="020B0600070205080204" pitchFamily="34" charset="-128"/>
              </a:endParaRPr>
            </a:p>
          </p:txBody>
        </p:sp>
        <p:sp>
          <p:nvSpPr>
            <p:cNvPr id="70705" name="Line 1089">
              <a:extLst>
                <a:ext uri="{FF2B5EF4-FFF2-40B4-BE49-F238E27FC236}">
                  <a16:creationId xmlns:a16="http://schemas.microsoft.com/office/drawing/2014/main" id="{98D3E6DE-9DA4-1701-099F-D8BCF08699D6}"/>
                </a:ext>
              </a:extLst>
            </p:cNvPr>
            <p:cNvSpPr>
              <a:spLocks noChangeShapeType="1"/>
            </p:cNvSpPr>
            <p:nvPr/>
          </p:nvSpPr>
          <p:spPr bwMode="auto">
            <a:xfrm>
              <a:off x="3552" y="1392"/>
              <a:ext cx="577" cy="1488"/>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70706" name="Line 1090">
              <a:extLst>
                <a:ext uri="{FF2B5EF4-FFF2-40B4-BE49-F238E27FC236}">
                  <a16:creationId xmlns:a16="http://schemas.microsoft.com/office/drawing/2014/main" id="{7544DD44-6292-5895-0272-16F3CBF8FFA7}"/>
                </a:ext>
              </a:extLst>
            </p:cNvPr>
            <p:cNvSpPr>
              <a:spLocks noChangeShapeType="1"/>
            </p:cNvSpPr>
            <p:nvPr/>
          </p:nvSpPr>
          <p:spPr bwMode="auto">
            <a:xfrm>
              <a:off x="4176" y="1344"/>
              <a:ext cx="576" cy="1488"/>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70707" name="Line 1091">
              <a:extLst>
                <a:ext uri="{FF2B5EF4-FFF2-40B4-BE49-F238E27FC236}">
                  <a16:creationId xmlns:a16="http://schemas.microsoft.com/office/drawing/2014/main" id="{89CD72C7-2745-EEDD-6103-5ABF435F7C35}"/>
                </a:ext>
              </a:extLst>
            </p:cNvPr>
            <p:cNvSpPr>
              <a:spLocks noChangeShapeType="1"/>
            </p:cNvSpPr>
            <p:nvPr/>
          </p:nvSpPr>
          <p:spPr bwMode="auto">
            <a:xfrm>
              <a:off x="3888" y="1392"/>
              <a:ext cx="576" cy="14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70" name="Group 1092">
            <a:extLst>
              <a:ext uri="{FF2B5EF4-FFF2-40B4-BE49-F238E27FC236}">
                <a16:creationId xmlns:a16="http://schemas.microsoft.com/office/drawing/2014/main" id="{B1F3FF81-49DA-74EF-5FD9-10AB68E8AF2A}"/>
              </a:ext>
            </a:extLst>
          </p:cNvPr>
          <p:cNvGrpSpPr>
            <a:grpSpLocks/>
          </p:cNvGrpSpPr>
          <p:nvPr/>
        </p:nvGrpSpPr>
        <p:grpSpPr bwMode="auto">
          <a:xfrm>
            <a:off x="3711575" y="2720975"/>
            <a:ext cx="3538538" cy="3375025"/>
            <a:chOff x="2198" y="1680"/>
            <a:chExt cx="2362" cy="2126"/>
          </a:xfrm>
        </p:grpSpPr>
        <p:sp>
          <p:nvSpPr>
            <p:cNvPr id="70671" name="Text Box 1093">
              <a:extLst>
                <a:ext uri="{FF2B5EF4-FFF2-40B4-BE49-F238E27FC236}">
                  <a16:creationId xmlns:a16="http://schemas.microsoft.com/office/drawing/2014/main" id="{1BBE96E3-9330-1761-00A0-5233B075C134}"/>
                </a:ext>
              </a:extLst>
            </p:cNvPr>
            <p:cNvSpPr txBox="1">
              <a:spLocks noChangeArrowheads="1"/>
            </p:cNvSpPr>
            <p:nvPr/>
          </p:nvSpPr>
          <p:spPr bwMode="auto">
            <a:xfrm>
              <a:off x="2198" y="3525"/>
              <a:ext cx="1503" cy="2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2300">
                  <a:solidFill>
                    <a:schemeClr val="hlink"/>
                  </a:solidFill>
                  <a:latin typeface="Tahoma" panose="020B0604030504040204" pitchFamily="34" charset="0"/>
                  <a:ea typeface="MS PGothic" panose="020B0600070205080204" pitchFamily="34" charset="-128"/>
                </a:rPr>
                <a:t>Support Vectors</a:t>
              </a:r>
            </a:p>
          </p:txBody>
        </p:sp>
        <p:sp>
          <p:nvSpPr>
            <p:cNvPr id="70672" name="Line 1094">
              <a:extLst>
                <a:ext uri="{FF2B5EF4-FFF2-40B4-BE49-F238E27FC236}">
                  <a16:creationId xmlns:a16="http://schemas.microsoft.com/office/drawing/2014/main" id="{13FEAA7F-D8A0-A078-18A1-8C5EA748B1D5}"/>
                </a:ext>
              </a:extLst>
            </p:cNvPr>
            <p:cNvSpPr>
              <a:spLocks noChangeShapeType="1"/>
            </p:cNvSpPr>
            <p:nvPr/>
          </p:nvSpPr>
          <p:spPr bwMode="auto">
            <a:xfrm flipV="1">
              <a:off x="2928" y="1680"/>
              <a:ext cx="1392" cy="1776"/>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70673" name="Line 1095">
              <a:extLst>
                <a:ext uri="{FF2B5EF4-FFF2-40B4-BE49-F238E27FC236}">
                  <a16:creationId xmlns:a16="http://schemas.microsoft.com/office/drawing/2014/main" id="{EEF0F27C-EA30-58C9-F847-E3787E2384AC}"/>
                </a:ext>
              </a:extLst>
            </p:cNvPr>
            <p:cNvSpPr>
              <a:spLocks noChangeShapeType="1"/>
            </p:cNvSpPr>
            <p:nvPr/>
          </p:nvSpPr>
          <p:spPr bwMode="auto">
            <a:xfrm flipV="1">
              <a:off x="2928" y="2016"/>
              <a:ext cx="1536" cy="1440"/>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70674" name="Line 1096">
              <a:extLst>
                <a:ext uri="{FF2B5EF4-FFF2-40B4-BE49-F238E27FC236}">
                  <a16:creationId xmlns:a16="http://schemas.microsoft.com/office/drawing/2014/main" id="{7559E614-731D-4F29-73B2-B804F0CCF0D2}"/>
                </a:ext>
              </a:extLst>
            </p:cNvPr>
            <p:cNvSpPr>
              <a:spLocks noChangeShapeType="1"/>
            </p:cNvSpPr>
            <p:nvPr/>
          </p:nvSpPr>
          <p:spPr bwMode="auto">
            <a:xfrm flipV="1">
              <a:off x="2976" y="2304"/>
              <a:ext cx="1584" cy="1153"/>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70675" name="Line 1097">
              <a:extLst>
                <a:ext uri="{FF2B5EF4-FFF2-40B4-BE49-F238E27FC236}">
                  <a16:creationId xmlns:a16="http://schemas.microsoft.com/office/drawing/2014/main" id="{BF5EC0CE-E41D-32F9-F3C3-FDABC7AB1952}"/>
                </a:ext>
              </a:extLst>
            </p:cNvPr>
            <p:cNvSpPr>
              <a:spLocks noChangeShapeType="1"/>
            </p:cNvSpPr>
            <p:nvPr/>
          </p:nvSpPr>
          <p:spPr bwMode="auto">
            <a:xfrm flipV="1">
              <a:off x="2976" y="2640"/>
              <a:ext cx="960" cy="816"/>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70676" name="Line 1098">
              <a:extLst>
                <a:ext uri="{FF2B5EF4-FFF2-40B4-BE49-F238E27FC236}">
                  <a16:creationId xmlns:a16="http://schemas.microsoft.com/office/drawing/2014/main" id="{F4EDA220-B5B0-774E-427C-E89B4511A6A8}"/>
                </a:ext>
              </a:extLst>
            </p:cNvPr>
            <p:cNvSpPr>
              <a:spLocks noChangeShapeType="1"/>
            </p:cNvSpPr>
            <p:nvPr/>
          </p:nvSpPr>
          <p:spPr bwMode="auto">
            <a:xfrm flipV="1">
              <a:off x="2976" y="1824"/>
              <a:ext cx="624" cy="1632"/>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grpSp>
      <p:grpSp>
        <p:nvGrpSpPr>
          <p:cNvPr id="77" name="Group 1099">
            <a:extLst>
              <a:ext uri="{FF2B5EF4-FFF2-40B4-BE49-F238E27FC236}">
                <a16:creationId xmlns:a16="http://schemas.microsoft.com/office/drawing/2014/main" id="{1482680F-0F7C-1B7C-3BF7-D0CF831FEB6A}"/>
              </a:ext>
            </a:extLst>
          </p:cNvPr>
          <p:cNvGrpSpPr>
            <a:grpSpLocks/>
          </p:cNvGrpSpPr>
          <p:nvPr/>
        </p:nvGrpSpPr>
        <p:grpSpPr bwMode="auto">
          <a:xfrm>
            <a:off x="1427163" y="3406775"/>
            <a:ext cx="1866900" cy="2122488"/>
            <a:chOff x="682" y="2112"/>
            <a:chExt cx="1246" cy="1337"/>
          </a:xfrm>
        </p:grpSpPr>
        <p:sp>
          <p:nvSpPr>
            <p:cNvPr id="70668" name="Text Box 1100">
              <a:extLst>
                <a:ext uri="{FF2B5EF4-FFF2-40B4-BE49-F238E27FC236}">
                  <a16:creationId xmlns:a16="http://schemas.microsoft.com/office/drawing/2014/main" id="{CB964B14-737E-936B-7E6C-3E3EBF938730}"/>
                </a:ext>
              </a:extLst>
            </p:cNvPr>
            <p:cNvSpPr txBox="1">
              <a:spLocks noChangeArrowheads="1"/>
            </p:cNvSpPr>
            <p:nvPr/>
          </p:nvSpPr>
          <p:spPr bwMode="auto">
            <a:xfrm>
              <a:off x="682" y="3168"/>
              <a:ext cx="1246" cy="2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2300">
                  <a:latin typeface="Tahoma" panose="020B0604030504040204" pitchFamily="34" charset="0"/>
                  <a:ea typeface="MS PGothic" panose="020B0600070205080204" pitchFamily="34" charset="-128"/>
                </a:rPr>
                <a:t>Small Margin</a:t>
              </a:r>
            </a:p>
          </p:txBody>
        </p:sp>
        <p:sp>
          <p:nvSpPr>
            <p:cNvPr id="70669" name="Line 1101">
              <a:extLst>
                <a:ext uri="{FF2B5EF4-FFF2-40B4-BE49-F238E27FC236}">
                  <a16:creationId xmlns:a16="http://schemas.microsoft.com/office/drawing/2014/main" id="{04B380AB-40DA-B016-C0FB-AF5207FB1834}"/>
                </a:ext>
              </a:extLst>
            </p:cNvPr>
            <p:cNvSpPr>
              <a:spLocks noChangeShapeType="1"/>
            </p:cNvSpPr>
            <p:nvPr/>
          </p:nvSpPr>
          <p:spPr bwMode="auto">
            <a:xfrm flipV="1">
              <a:off x="1440" y="2112"/>
              <a:ext cx="288" cy="48"/>
            </a:xfrm>
            <a:prstGeom prst="line">
              <a:avLst/>
            </a:prstGeom>
            <a:noFill/>
            <a:ln w="9525">
              <a:solidFill>
                <a:schemeClr val="folHlink"/>
              </a:solidFill>
              <a:miter lim="800000"/>
              <a:headEnd type="triangle" w="med" len="me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70670" name="Line 1102">
              <a:extLst>
                <a:ext uri="{FF2B5EF4-FFF2-40B4-BE49-F238E27FC236}">
                  <a16:creationId xmlns:a16="http://schemas.microsoft.com/office/drawing/2014/main" id="{456998E4-B9C3-F604-A1E8-E4D93670229A}"/>
                </a:ext>
              </a:extLst>
            </p:cNvPr>
            <p:cNvSpPr>
              <a:spLocks noChangeShapeType="1"/>
            </p:cNvSpPr>
            <p:nvPr/>
          </p:nvSpPr>
          <p:spPr bwMode="auto">
            <a:xfrm flipV="1">
              <a:off x="1344" y="2160"/>
              <a:ext cx="240" cy="1056"/>
            </a:xfrm>
            <a:prstGeom prst="line">
              <a:avLst/>
            </a:prstGeom>
            <a:noFill/>
            <a:ln w="9525">
              <a:solidFill>
                <a:schemeClr val="folHlink"/>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grpSp>
      <p:grpSp>
        <p:nvGrpSpPr>
          <p:cNvPr id="81" name="Group 1103">
            <a:extLst>
              <a:ext uri="{FF2B5EF4-FFF2-40B4-BE49-F238E27FC236}">
                <a16:creationId xmlns:a16="http://schemas.microsoft.com/office/drawing/2014/main" id="{3B64166A-144A-2F8C-D157-19597FAB7CA7}"/>
              </a:ext>
            </a:extLst>
          </p:cNvPr>
          <p:cNvGrpSpPr>
            <a:grpSpLocks/>
          </p:cNvGrpSpPr>
          <p:nvPr/>
        </p:nvGrpSpPr>
        <p:grpSpPr bwMode="auto">
          <a:xfrm>
            <a:off x="5467350" y="2720975"/>
            <a:ext cx="1889125" cy="2808288"/>
            <a:chOff x="3370" y="1680"/>
            <a:chExt cx="1261" cy="1769"/>
          </a:xfrm>
        </p:grpSpPr>
        <p:sp>
          <p:nvSpPr>
            <p:cNvPr id="70665" name="Text Box 1104">
              <a:extLst>
                <a:ext uri="{FF2B5EF4-FFF2-40B4-BE49-F238E27FC236}">
                  <a16:creationId xmlns:a16="http://schemas.microsoft.com/office/drawing/2014/main" id="{F4EAB840-2AEF-7E05-D3ED-52A40F9092DE}"/>
                </a:ext>
              </a:extLst>
            </p:cNvPr>
            <p:cNvSpPr txBox="1">
              <a:spLocks noChangeArrowheads="1"/>
            </p:cNvSpPr>
            <p:nvPr/>
          </p:nvSpPr>
          <p:spPr bwMode="auto">
            <a:xfrm>
              <a:off x="3370" y="3168"/>
              <a:ext cx="1261" cy="2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2300">
                  <a:latin typeface="Tahoma" panose="020B0604030504040204" pitchFamily="34" charset="0"/>
                  <a:ea typeface="MS PGothic" panose="020B0600070205080204" pitchFamily="34" charset="-128"/>
                </a:rPr>
                <a:t>Large Margin</a:t>
              </a:r>
            </a:p>
          </p:txBody>
        </p:sp>
        <p:sp>
          <p:nvSpPr>
            <p:cNvPr id="70666" name="Line 1105">
              <a:extLst>
                <a:ext uri="{FF2B5EF4-FFF2-40B4-BE49-F238E27FC236}">
                  <a16:creationId xmlns:a16="http://schemas.microsoft.com/office/drawing/2014/main" id="{335F55AC-A7D0-97BC-3267-FE022DCCC133}"/>
                </a:ext>
              </a:extLst>
            </p:cNvPr>
            <p:cNvSpPr>
              <a:spLocks noChangeShapeType="1"/>
            </p:cNvSpPr>
            <p:nvPr/>
          </p:nvSpPr>
          <p:spPr bwMode="auto">
            <a:xfrm flipV="1">
              <a:off x="3744" y="1680"/>
              <a:ext cx="528" cy="240"/>
            </a:xfrm>
            <a:prstGeom prst="line">
              <a:avLst/>
            </a:prstGeom>
            <a:noFill/>
            <a:ln w="9525">
              <a:solidFill>
                <a:schemeClr val="folHlink"/>
              </a:solidFill>
              <a:miter lim="800000"/>
              <a:headEnd type="triangle" w="med" len="me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70667" name="Line 1106">
              <a:extLst>
                <a:ext uri="{FF2B5EF4-FFF2-40B4-BE49-F238E27FC236}">
                  <a16:creationId xmlns:a16="http://schemas.microsoft.com/office/drawing/2014/main" id="{8EE68E67-E690-B7C0-B34B-180E84549B7B}"/>
                </a:ext>
              </a:extLst>
            </p:cNvPr>
            <p:cNvSpPr>
              <a:spLocks noChangeShapeType="1"/>
            </p:cNvSpPr>
            <p:nvPr/>
          </p:nvSpPr>
          <p:spPr bwMode="auto">
            <a:xfrm flipV="1">
              <a:off x="4032" y="1728"/>
              <a:ext cx="96" cy="1488"/>
            </a:xfrm>
            <a:prstGeom prst="line">
              <a:avLst/>
            </a:prstGeom>
            <a:noFill/>
            <a:ln w="9525">
              <a:solidFill>
                <a:schemeClr val="folHlink"/>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grpSp>
    </p:spTree>
  </p:cSld>
  <p:clrMapOvr>
    <a:masterClrMapping/>
  </p:clrMapOvr>
  <p:transition spd="slow">
    <p:split orient="vert"/>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77"/>
                                        </p:tgtEl>
                                        <p:attrNameLst>
                                          <p:attrName>style.visibility</p:attrName>
                                        </p:attrNameLst>
                                      </p:cBhvr>
                                      <p:to>
                                        <p:strVal val="visible"/>
                                      </p:to>
                                    </p:set>
                                    <p:animEffect transition="in" filter="dissolve">
                                      <p:cBhvr>
                                        <p:cTn id="7" dur="500"/>
                                        <p:tgtEl>
                                          <p:spTgt spid="7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nodeType="clickEffect">
                                  <p:stCondLst>
                                    <p:cond delay="0"/>
                                  </p:stCondLst>
                                  <p:childTnLst>
                                    <p:set>
                                      <p:cBhvr>
                                        <p:cTn id="11" dur="1" fill="hold">
                                          <p:stCondLst>
                                            <p:cond delay="0"/>
                                          </p:stCondLst>
                                        </p:cTn>
                                        <p:tgtEl>
                                          <p:spTgt spid="81"/>
                                        </p:tgtEl>
                                        <p:attrNameLst>
                                          <p:attrName>style.visibility</p:attrName>
                                        </p:attrNameLst>
                                      </p:cBhvr>
                                      <p:to>
                                        <p:strVal val="visible"/>
                                      </p:to>
                                    </p:set>
                                    <p:animEffect transition="in" filter="dissolve">
                                      <p:cBhvr>
                                        <p:cTn id="12" dur="500"/>
                                        <p:tgtEl>
                                          <p:spTgt spid="81"/>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4" fill="hold" nodeType="clickEffect">
                                  <p:stCondLst>
                                    <p:cond delay="0"/>
                                  </p:stCondLst>
                                  <p:childTnLst>
                                    <p:set>
                                      <p:cBhvr>
                                        <p:cTn id="16" dur="1" fill="hold">
                                          <p:stCondLst>
                                            <p:cond delay="0"/>
                                          </p:stCondLst>
                                        </p:cTn>
                                        <p:tgtEl>
                                          <p:spTgt spid="70"/>
                                        </p:tgtEl>
                                        <p:attrNameLst>
                                          <p:attrName>style.visibility</p:attrName>
                                        </p:attrNameLst>
                                      </p:cBhvr>
                                      <p:to>
                                        <p:strVal val="visible"/>
                                      </p:to>
                                    </p:set>
                                    <p:animEffect transition="in" filter="wipe(down)">
                                      <p:cBhvr>
                                        <p:cTn id="17" dur="500"/>
                                        <p:tgtEl>
                                          <p:spTgt spid="7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Title 1">
            <a:extLst>
              <a:ext uri="{FF2B5EF4-FFF2-40B4-BE49-F238E27FC236}">
                <a16:creationId xmlns:a16="http://schemas.microsoft.com/office/drawing/2014/main" id="{834AAB17-5C50-93C6-59CD-F943BA9B63AE}"/>
              </a:ext>
            </a:extLst>
          </p:cNvPr>
          <p:cNvSpPr>
            <a:spLocks noGrp="1"/>
          </p:cNvSpPr>
          <p:nvPr>
            <p:ph type="title"/>
          </p:nvPr>
        </p:nvSpPr>
        <p:spPr>
          <a:xfrm>
            <a:off x="2057400" y="252413"/>
            <a:ext cx="6324600" cy="1143000"/>
          </a:xfrm>
        </p:spPr>
        <p:txBody>
          <a:bodyPr/>
          <a:lstStyle/>
          <a:p>
            <a:r>
              <a:rPr lang="en-US" altLang="en-US">
                <a:latin typeface="Open Sans" panose="020B0606030504020204" pitchFamily="34" charset="0"/>
              </a:rPr>
              <a:t>SVM Principle</a:t>
            </a:r>
          </a:p>
        </p:txBody>
      </p:sp>
      <p:sp>
        <p:nvSpPr>
          <p:cNvPr id="71683" name="Slide Number Placeholder 3">
            <a:extLst>
              <a:ext uri="{FF2B5EF4-FFF2-40B4-BE49-F238E27FC236}">
                <a16:creationId xmlns:a16="http://schemas.microsoft.com/office/drawing/2014/main" id="{2B63C9FA-78EB-B267-52E8-5938A433011E}"/>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8AB8AD40-13BB-44DE-A4BB-F79CAA8B7C8D}" type="slidenum">
              <a:rPr lang="en-US" altLang="en-US" smtClean="0">
                <a:solidFill>
                  <a:srgbClr val="898989"/>
                </a:solidFill>
                <a:latin typeface="Calibri" panose="020F0502020204030204" pitchFamily="34" charset="0"/>
              </a:rPr>
              <a:pPr/>
              <a:t>61</a:t>
            </a:fld>
            <a:endParaRPr lang="en-US" altLang="en-US">
              <a:solidFill>
                <a:srgbClr val="898989"/>
              </a:solidFill>
              <a:latin typeface="Calibri" panose="020F0502020204030204" pitchFamily="34" charset="0"/>
            </a:endParaRPr>
          </a:p>
        </p:txBody>
      </p:sp>
      <p:pic>
        <p:nvPicPr>
          <p:cNvPr id="71684" name="Picture 2" descr="Support Vector Machines with the mlr package | R-bloggers">
            <a:extLst>
              <a:ext uri="{FF2B5EF4-FFF2-40B4-BE49-F238E27FC236}">
                <a16:creationId xmlns:a16="http://schemas.microsoft.com/office/drawing/2014/main" id="{0986E12A-011C-FC3B-9470-A6D5F798F64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47800" y="1608138"/>
            <a:ext cx="6405563" cy="5122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ectangle 4">
            <a:extLst>
              <a:ext uri="{FF2B5EF4-FFF2-40B4-BE49-F238E27FC236}">
                <a16:creationId xmlns:a16="http://schemas.microsoft.com/office/drawing/2014/main" id="{FB95E95D-07CC-4D53-E7FC-ECD40C503259}"/>
              </a:ext>
            </a:extLst>
          </p:cNvPr>
          <p:cNvSpPr/>
          <p:nvPr/>
        </p:nvSpPr>
        <p:spPr>
          <a:xfrm>
            <a:off x="3657600" y="3548063"/>
            <a:ext cx="1524000" cy="609600"/>
          </a:xfrm>
          <a:prstGeom prst="rect">
            <a:avLst/>
          </a:prstGeom>
          <a:solidFill>
            <a:srgbClr val="FF0000">
              <a:alpha val="47059"/>
            </a:srgb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Tree>
  </p:cSld>
  <p:clrMapOvr>
    <a:masterClrMapping/>
  </p:clrMapOvr>
  <p:transition spd="slow">
    <p:split orient="vert"/>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Title 1">
            <a:extLst>
              <a:ext uri="{FF2B5EF4-FFF2-40B4-BE49-F238E27FC236}">
                <a16:creationId xmlns:a16="http://schemas.microsoft.com/office/drawing/2014/main" id="{FC40ADFD-C837-BFA8-BC96-6DFD0465E97F}"/>
              </a:ext>
            </a:extLst>
          </p:cNvPr>
          <p:cNvSpPr>
            <a:spLocks noGrp="1"/>
          </p:cNvSpPr>
          <p:nvPr>
            <p:ph type="title"/>
          </p:nvPr>
        </p:nvSpPr>
        <p:spPr>
          <a:xfrm>
            <a:off x="2209800" y="136525"/>
            <a:ext cx="6324600" cy="1143000"/>
          </a:xfrm>
        </p:spPr>
        <p:txBody>
          <a:bodyPr/>
          <a:lstStyle/>
          <a:p>
            <a:r>
              <a:rPr lang="en-US" altLang="en-US">
                <a:latin typeface="Open Sans" panose="020B0606030504020204" pitchFamily="34" charset="0"/>
              </a:rPr>
              <a:t>ANN vs SVM</a:t>
            </a:r>
          </a:p>
        </p:txBody>
      </p:sp>
      <p:sp>
        <p:nvSpPr>
          <p:cNvPr id="73731" name="Slide Number Placeholder 3">
            <a:extLst>
              <a:ext uri="{FF2B5EF4-FFF2-40B4-BE49-F238E27FC236}">
                <a16:creationId xmlns:a16="http://schemas.microsoft.com/office/drawing/2014/main" id="{64E166DA-7779-2243-30EC-51D8F9464C8E}"/>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E5D579C4-538D-497A-A113-2AC4F955402F}" type="slidenum">
              <a:rPr lang="en-US" altLang="en-US" smtClean="0">
                <a:solidFill>
                  <a:srgbClr val="898989"/>
                </a:solidFill>
                <a:latin typeface="Calibri" panose="020F0502020204030204" pitchFamily="34" charset="0"/>
              </a:rPr>
              <a:pPr/>
              <a:t>62</a:t>
            </a:fld>
            <a:endParaRPr lang="en-US" altLang="en-US">
              <a:solidFill>
                <a:srgbClr val="898989"/>
              </a:solidFill>
              <a:latin typeface="Calibri" panose="020F0502020204030204" pitchFamily="34" charset="0"/>
            </a:endParaRPr>
          </a:p>
        </p:txBody>
      </p:sp>
      <p:sp>
        <p:nvSpPr>
          <p:cNvPr id="73732" name="Slide Number Placeholder 6">
            <a:extLst>
              <a:ext uri="{FF2B5EF4-FFF2-40B4-BE49-F238E27FC236}">
                <a16:creationId xmlns:a16="http://schemas.microsoft.com/office/drawing/2014/main" id="{C0B046A5-5922-24FD-7F25-D5F8A9B5ECE2}"/>
              </a:ext>
            </a:extLst>
          </p:cNvPr>
          <p:cNvSpPr txBox="1">
            <a:spLocks/>
          </p:cNvSpPr>
          <p:nvPr/>
        </p:nvSpPr>
        <p:spPr bwMode="auto">
          <a:xfrm>
            <a:off x="6553200" y="6356350"/>
            <a:ext cx="21336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r" eaLnBrk="1" hangingPunct="1">
              <a:spcBef>
                <a:spcPct val="0"/>
              </a:spcBef>
              <a:buFontTx/>
              <a:buNone/>
            </a:pPr>
            <a:fld id="{21A82DD4-E1D7-4509-919B-29EDF8EF9EAC}" type="slidenum">
              <a:rPr lang="en-US" altLang="en-US" sz="1100">
                <a:latin typeface="Tahoma" panose="020B0604030504040204" pitchFamily="34" charset="0"/>
                <a:ea typeface="MS PGothic" panose="020B0600070205080204" pitchFamily="34" charset="-128"/>
              </a:rPr>
              <a:pPr algn="r" eaLnBrk="1" hangingPunct="1">
                <a:spcBef>
                  <a:spcPct val="0"/>
                </a:spcBef>
                <a:buFontTx/>
                <a:buNone/>
              </a:pPr>
              <a:t>62</a:t>
            </a:fld>
            <a:endParaRPr lang="en-US" altLang="en-US" sz="1100">
              <a:latin typeface="Tahoma" panose="020B0604030504040204" pitchFamily="34" charset="0"/>
              <a:ea typeface="MS PGothic" panose="020B0600070205080204" pitchFamily="34" charset="-128"/>
            </a:endParaRPr>
          </a:p>
        </p:txBody>
      </p:sp>
      <p:sp>
        <p:nvSpPr>
          <p:cNvPr id="73733" name="Rectangle 3">
            <a:extLst>
              <a:ext uri="{FF2B5EF4-FFF2-40B4-BE49-F238E27FC236}">
                <a16:creationId xmlns:a16="http://schemas.microsoft.com/office/drawing/2014/main" id="{6866F97B-66C3-2EE2-76D9-F9271F92FC5D}"/>
              </a:ext>
            </a:extLst>
          </p:cNvPr>
          <p:cNvSpPr txBox="1">
            <a:spLocks noChangeArrowheads="1"/>
          </p:cNvSpPr>
          <p:nvPr/>
        </p:nvSpPr>
        <p:spPr bwMode="auto">
          <a:xfrm>
            <a:off x="4960938" y="1524000"/>
            <a:ext cx="3954462"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lnSpc>
                <a:spcPct val="120000"/>
              </a:lnSpc>
            </a:pPr>
            <a:r>
              <a:rPr lang="en-US" altLang="en-US" sz="2000" b="1" u="sng">
                <a:latin typeface="Open Sans" panose="020B0606030504020204" pitchFamily="34" charset="0"/>
                <a:ea typeface="MS PGothic" panose="020B0600070205080204" pitchFamily="34" charset="-128"/>
              </a:rPr>
              <a:t>SVM</a:t>
            </a:r>
            <a:r>
              <a:rPr lang="en-US" altLang="en-US" sz="2000">
                <a:latin typeface="Open Sans" panose="020B0606030504020204" pitchFamily="34" charset="0"/>
                <a:ea typeface="MS PGothic" panose="020B0600070205080204" pitchFamily="34" charset="-128"/>
              </a:rPr>
              <a:t>	</a:t>
            </a:r>
          </a:p>
          <a:p>
            <a:pPr lvl="1" eaLnBrk="1" hangingPunct="1">
              <a:lnSpc>
                <a:spcPct val="120000"/>
              </a:lnSpc>
            </a:pPr>
            <a:r>
              <a:rPr lang="en-US" altLang="en-US" sz="2000">
                <a:latin typeface="Open Sans" panose="020B0606030504020204" pitchFamily="34" charset="0"/>
                <a:ea typeface="MS PGothic" panose="020B0600070205080204" pitchFamily="34" charset="-128"/>
              </a:rPr>
              <a:t>Deterministic algorithm</a:t>
            </a:r>
          </a:p>
          <a:p>
            <a:pPr lvl="1" eaLnBrk="1" hangingPunct="1">
              <a:lnSpc>
                <a:spcPct val="120000"/>
              </a:lnSpc>
            </a:pPr>
            <a:r>
              <a:rPr lang="en-US" altLang="en-US" sz="2000">
                <a:latin typeface="Open Sans" panose="020B0606030504020204" pitchFamily="34" charset="0"/>
                <a:ea typeface="MS PGothic" panose="020B0600070205080204" pitchFamily="34" charset="-128"/>
              </a:rPr>
              <a:t>Nice generalization properties</a:t>
            </a:r>
          </a:p>
          <a:p>
            <a:pPr lvl="1" eaLnBrk="1" hangingPunct="1">
              <a:lnSpc>
                <a:spcPct val="120000"/>
              </a:lnSpc>
            </a:pPr>
            <a:r>
              <a:rPr lang="en-US" altLang="en-US" sz="2000">
                <a:latin typeface="Open Sans" panose="020B0606030504020204" pitchFamily="34" charset="0"/>
                <a:ea typeface="MS PGothic" panose="020B0600070205080204" pitchFamily="34" charset="-128"/>
              </a:rPr>
              <a:t>Hard to learn – learned in batch mode using quadratic programming techniques</a:t>
            </a:r>
          </a:p>
          <a:p>
            <a:pPr lvl="1" eaLnBrk="1" hangingPunct="1">
              <a:lnSpc>
                <a:spcPct val="120000"/>
              </a:lnSpc>
            </a:pPr>
            <a:r>
              <a:rPr lang="en-US" altLang="en-US" sz="2000">
                <a:latin typeface="Open Sans" panose="020B0606030504020204" pitchFamily="34" charset="0"/>
                <a:ea typeface="MS PGothic" panose="020B0600070205080204" pitchFamily="34" charset="-128"/>
              </a:rPr>
              <a:t>Using kernels can learn very complex functions</a:t>
            </a:r>
          </a:p>
        </p:txBody>
      </p:sp>
      <p:sp>
        <p:nvSpPr>
          <p:cNvPr id="73734" name="Rectangle 4">
            <a:extLst>
              <a:ext uri="{FF2B5EF4-FFF2-40B4-BE49-F238E27FC236}">
                <a16:creationId xmlns:a16="http://schemas.microsoft.com/office/drawing/2014/main" id="{6691EC58-5062-DABF-9A8C-6EF381CF85CD}"/>
              </a:ext>
            </a:extLst>
          </p:cNvPr>
          <p:cNvSpPr txBox="1">
            <a:spLocks noChangeArrowheads="1"/>
          </p:cNvSpPr>
          <p:nvPr/>
        </p:nvSpPr>
        <p:spPr bwMode="auto">
          <a:xfrm>
            <a:off x="762000" y="1589088"/>
            <a:ext cx="4097338" cy="480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lnSpc>
                <a:spcPct val="110000"/>
              </a:lnSpc>
            </a:pPr>
            <a:r>
              <a:rPr lang="en-US" altLang="en-US" sz="2200" b="1" u="sng">
                <a:ea typeface="MS PGothic" panose="020B0600070205080204" pitchFamily="34" charset="-128"/>
              </a:rPr>
              <a:t>ANN</a:t>
            </a:r>
          </a:p>
          <a:p>
            <a:pPr lvl="1" eaLnBrk="1" hangingPunct="1">
              <a:lnSpc>
                <a:spcPct val="110000"/>
              </a:lnSpc>
            </a:pPr>
            <a:r>
              <a:rPr lang="en-US" altLang="en-US" sz="2200">
                <a:ea typeface="MS PGothic" panose="020B0600070205080204" pitchFamily="34" charset="-128"/>
              </a:rPr>
              <a:t>Nondeterministic algorithm</a:t>
            </a:r>
          </a:p>
          <a:p>
            <a:pPr lvl="1" eaLnBrk="1" hangingPunct="1">
              <a:lnSpc>
                <a:spcPct val="110000"/>
              </a:lnSpc>
            </a:pPr>
            <a:r>
              <a:rPr lang="en-US" altLang="en-US" sz="2200">
                <a:ea typeface="MS PGothic" panose="020B0600070205080204" pitchFamily="34" charset="-128"/>
              </a:rPr>
              <a:t>Generalizes well but doesn’t have strong mathematical foundation</a:t>
            </a:r>
          </a:p>
          <a:p>
            <a:pPr lvl="1" eaLnBrk="1" hangingPunct="1">
              <a:lnSpc>
                <a:spcPct val="110000"/>
              </a:lnSpc>
            </a:pPr>
            <a:r>
              <a:rPr lang="en-US" altLang="en-US" sz="2200">
                <a:ea typeface="MS PGothic" panose="020B0600070205080204" pitchFamily="34" charset="-128"/>
              </a:rPr>
              <a:t>Can easily be learned in incremental fashion</a:t>
            </a:r>
          </a:p>
          <a:p>
            <a:pPr lvl="1" eaLnBrk="1" hangingPunct="1">
              <a:lnSpc>
                <a:spcPct val="110000"/>
              </a:lnSpc>
            </a:pPr>
            <a:r>
              <a:rPr lang="en-US" altLang="en-US" sz="2200">
                <a:ea typeface="MS PGothic" panose="020B0600070205080204" pitchFamily="34" charset="-128"/>
              </a:rPr>
              <a:t>To learn complex functions—use multilayer perceptron (nontrivial)</a:t>
            </a:r>
          </a:p>
        </p:txBody>
      </p:sp>
      <p:cxnSp>
        <p:nvCxnSpPr>
          <p:cNvPr id="9" name="Straight Connector 8">
            <a:extLst>
              <a:ext uri="{FF2B5EF4-FFF2-40B4-BE49-F238E27FC236}">
                <a16:creationId xmlns:a16="http://schemas.microsoft.com/office/drawing/2014/main" id="{2D64A503-2756-5390-75E5-893CAF1107B2}"/>
              </a:ext>
            </a:extLst>
          </p:cNvPr>
          <p:cNvCxnSpPr/>
          <p:nvPr/>
        </p:nvCxnSpPr>
        <p:spPr>
          <a:xfrm>
            <a:off x="4960938" y="1431925"/>
            <a:ext cx="0" cy="4968875"/>
          </a:xfrm>
          <a:prstGeom prst="line">
            <a:avLst/>
          </a:prstGeom>
          <a:ln w="28575"/>
        </p:spPr>
        <p:style>
          <a:lnRef idx="1">
            <a:schemeClr val="accent1"/>
          </a:lnRef>
          <a:fillRef idx="0">
            <a:schemeClr val="accent1"/>
          </a:fillRef>
          <a:effectRef idx="0">
            <a:schemeClr val="accent1"/>
          </a:effectRef>
          <a:fontRef idx="minor">
            <a:schemeClr val="tx1"/>
          </a:fontRef>
        </p:style>
      </p:cxnSp>
    </p:spTree>
  </p:cSld>
  <p:clrMapOvr>
    <a:masterClrMapping/>
  </p:clrMapOvr>
  <p:transition spd="slow">
    <p:split orient="vert"/>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Title 1">
            <a:extLst>
              <a:ext uri="{FF2B5EF4-FFF2-40B4-BE49-F238E27FC236}">
                <a16:creationId xmlns:a16="http://schemas.microsoft.com/office/drawing/2014/main" id="{8E11EB94-4D99-4E3A-9613-328170C2B481}"/>
              </a:ext>
            </a:extLst>
          </p:cNvPr>
          <p:cNvSpPr>
            <a:spLocks noGrp="1"/>
          </p:cNvSpPr>
          <p:nvPr>
            <p:ph type="title"/>
          </p:nvPr>
        </p:nvSpPr>
        <p:spPr/>
        <p:txBody>
          <a:bodyPr/>
          <a:lstStyle/>
          <a:p>
            <a:r>
              <a:rPr lang="en-US" altLang="en-US">
                <a:latin typeface="Open Sans" panose="020B0606030504020204" pitchFamily="34" charset="0"/>
              </a:rPr>
              <a:t>References</a:t>
            </a:r>
          </a:p>
        </p:txBody>
      </p:sp>
      <p:sp>
        <p:nvSpPr>
          <p:cNvPr id="74755" name="Content Placeholder 2">
            <a:extLst>
              <a:ext uri="{FF2B5EF4-FFF2-40B4-BE49-F238E27FC236}">
                <a16:creationId xmlns:a16="http://schemas.microsoft.com/office/drawing/2014/main" id="{0D0174B1-6369-CF89-F381-710EE44F1486}"/>
              </a:ext>
            </a:extLst>
          </p:cNvPr>
          <p:cNvSpPr>
            <a:spLocks noGrp="1"/>
          </p:cNvSpPr>
          <p:nvPr>
            <p:ph idx="1"/>
          </p:nvPr>
        </p:nvSpPr>
        <p:spPr/>
        <p:txBody>
          <a:bodyPr/>
          <a:lstStyle/>
          <a:p>
            <a:pPr>
              <a:lnSpc>
                <a:spcPct val="115000"/>
              </a:lnSpc>
              <a:spcBef>
                <a:spcPct val="0"/>
              </a:spcBef>
              <a:buFont typeface="Calibri" panose="020F0502020204030204" pitchFamily="34" charset="0"/>
              <a:buAutoNum type="arabicPeriod"/>
            </a:pPr>
            <a:r>
              <a:rPr lang="en-US" altLang="en-US" sz="2000">
                <a:latin typeface="Arial" panose="020B0604020202020204" pitchFamily="34" charset="0"/>
                <a:ea typeface="Calibri" panose="020F0502020204030204" pitchFamily="34" charset="0"/>
                <a:cs typeface="Times New Roman" panose="02020603050405020304" pitchFamily="18" charset="0"/>
              </a:rPr>
              <a:t>Bishop, C. M. (2006). </a:t>
            </a:r>
            <a:r>
              <a:rPr lang="en-US" altLang="en-US" sz="2000" i="1">
                <a:latin typeface="Arial" panose="020B0604020202020204" pitchFamily="34" charset="0"/>
                <a:ea typeface="Calibri" panose="020F0502020204030204" pitchFamily="34" charset="0"/>
                <a:cs typeface="Times New Roman" panose="02020603050405020304" pitchFamily="18" charset="0"/>
              </a:rPr>
              <a:t>Pattern recognition and machine learning</a:t>
            </a:r>
            <a:r>
              <a:rPr lang="en-US" altLang="en-US" sz="2000">
                <a:latin typeface="Arial" panose="020B0604020202020204" pitchFamily="34" charset="0"/>
                <a:ea typeface="Calibri" panose="020F0502020204030204" pitchFamily="34" charset="0"/>
                <a:cs typeface="Times New Roman" panose="02020603050405020304" pitchFamily="18" charset="0"/>
              </a:rPr>
              <a:t>. springer.</a:t>
            </a:r>
            <a:endParaRPr lang="en-US" altLang="en-US" sz="2000">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Bef>
                <a:spcPct val="0"/>
              </a:spcBef>
              <a:buFont typeface="Calibri" panose="020F0502020204030204" pitchFamily="34" charset="0"/>
              <a:buAutoNum type="arabicPeriod"/>
            </a:pPr>
            <a:r>
              <a:rPr lang="en-US" altLang="en-US" sz="2000">
                <a:latin typeface="Arial" panose="020B0604020202020204" pitchFamily="34" charset="0"/>
                <a:ea typeface="Calibri" panose="020F0502020204030204" pitchFamily="34" charset="0"/>
                <a:cs typeface="Times New Roman" panose="02020603050405020304" pitchFamily="18" charset="0"/>
              </a:rPr>
              <a:t>Mitchell, Tom M. (1997). </a:t>
            </a:r>
            <a:r>
              <a:rPr lang="en-US" altLang="en-US" sz="2000" i="1">
                <a:latin typeface="Arial" panose="020B0604020202020204" pitchFamily="34" charset="0"/>
                <a:ea typeface="Calibri" panose="020F0502020204030204" pitchFamily="34" charset="0"/>
                <a:cs typeface="Times New Roman" panose="02020603050405020304" pitchFamily="18" charset="0"/>
              </a:rPr>
              <a:t>Machine learning. </a:t>
            </a:r>
            <a:r>
              <a:rPr lang="en-US" altLang="en-US" sz="2000">
                <a:latin typeface="Arial" panose="020B0604020202020204" pitchFamily="34" charset="0"/>
                <a:ea typeface="Calibri" panose="020F0502020204030204" pitchFamily="34" charset="0"/>
                <a:cs typeface="Times New Roman" panose="02020603050405020304" pitchFamily="18" charset="0"/>
              </a:rPr>
              <a:t>McGraw Hill.</a:t>
            </a:r>
            <a:endParaRPr lang="en-US" altLang="en-US" sz="2000">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Bef>
                <a:spcPct val="0"/>
              </a:spcBef>
              <a:buFont typeface="Calibri" panose="020F0502020204030204" pitchFamily="34" charset="0"/>
              <a:buAutoNum type="arabicPeriod"/>
            </a:pPr>
            <a:r>
              <a:rPr lang="en-US" altLang="en-US" sz="2000">
                <a:latin typeface="Arial" panose="020B0604020202020204" pitchFamily="34" charset="0"/>
                <a:ea typeface="Calibri" panose="020F0502020204030204" pitchFamily="34" charset="0"/>
                <a:cs typeface="Times New Roman" panose="02020603050405020304" pitchFamily="18" charset="0"/>
              </a:rPr>
              <a:t>Flach, P. (2012). </a:t>
            </a:r>
            <a:r>
              <a:rPr lang="en-US" altLang="en-US" sz="2000" i="1">
                <a:latin typeface="Arial" panose="020B0604020202020204" pitchFamily="34" charset="0"/>
                <a:ea typeface="Calibri" panose="020F0502020204030204" pitchFamily="34" charset="0"/>
                <a:cs typeface="Times New Roman" panose="02020603050405020304" pitchFamily="18" charset="0"/>
              </a:rPr>
              <a:t>Machine learning: the art and science of algorithms that make sense of data</a:t>
            </a:r>
            <a:r>
              <a:rPr lang="en-US" altLang="en-US" sz="2000">
                <a:latin typeface="Arial" panose="020B0604020202020204" pitchFamily="34" charset="0"/>
                <a:ea typeface="Calibri" panose="020F0502020204030204" pitchFamily="34" charset="0"/>
                <a:cs typeface="Times New Roman" panose="02020603050405020304" pitchFamily="18" charset="0"/>
              </a:rPr>
              <a:t>. Cambridge University Press.</a:t>
            </a:r>
            <a:endParaRPr lang="en-US" altLang="en-US" sz="2000">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Bef>
                <a:spcPct val="0"/>
              </a:spcBef>
              <a:buFont typeface="Calibri" panose="020F0502020204030204" pitchFamily="34" charset="0"/>
              <a:buAutoNum type="arabicPeriod"/>
            </a:pPr>
            <a:r>
              <a:rPr lang="en-US" altLang="en-US" sz="2000">
                <a:latin typeface="Arial" panose="020B0604020202020204" pitchFamily="34" charset="0"/>
                <a:ea typeface="Calibri" panose="020F0502020204030204" pitchFamily="34" charset="0"/>
                <a:cs typeface="Times New Roman" panose="02020603050405020304" pitchFamily="18" charset="0"/>
              </a:rPr>
              <a:t>Harrington, P. (2012). </a:t>
            </a:r>
            <a:r>
              <a:rPr lang="en-US" altLang="en-US" sz="2000" i="1">
                <a:latin typeface="Arial" panose="020B0604020202020204" pitchFamily="34" charset="0"/>
                <a:ea typeface="Calibri" panose="020F0502020204030204" pitchFamily="34" charset="0"/>
                <a:cs typeface="Times New Roman" panose="02020603050405020304" pitchFamily="18" charset="0"/>
              </a:rPr>
              <a:t>Machine learning in action</a:t>
            </a:r>
            <a:r>
              <a:rPr lang="en-US" altLang="en-US" sz="2000">
                <a:latin typeface="Arial" panose="020B0604020202020204" pitchFamily="34" charset="0"/>
                <a:ea typeface="Calibri" panose="020F0502020204030204" pitchFamily="34" charset="0"/>
                <a:cs typeface="Times New Roman" panose="02020603050405020304" pitchFamily="18" charset="0"/>
              </a:rPr>
              <a:t>. Manning Publications Co..</a:t>
            </a:r>
            <a:endParaRPr lang="en-US" altLang="en-US" sz="2000">
              <a:latin typeface="Calibri" panose="020F0502020204030204" pitchFamily="34" charset="0"/>
              <a:ea typeface="Calibri" panose="020F0502020204030204" pitchFamily="34" charset="0"/>
              <a:cs typeface="Times New Roman" panose="02020603050405020304" pitchFamily="18" charset="0"/>
            </a:endParaRPr>
          </a:p>
          <a:p>
            <a:endParaRPr lang="en-US" altLang="en-US" sz="3200">
              <a:latin typeface="Open Sans" panose="020B0606030504020204" pitchFamily="34" charset="0"/>
              <a:ea typeface="Calibri" panose="020F0502020204030204" pitchFamily="34" charset="0"/>
              <a:cs typeface="Times New Roman" panose="02020603050405020304" pitchFamily="18" charset="0"/>
            </a:endParaRPr>
          </a:p>
        </p:txBody>
      </p:sp>
      <p:sp>
        <p:nvSpPr>
          <p:cNvPr id="74756" name="Slide Number Placeholder 3">
            <a:extLst>
              <a:ext uri="{FF2B5EF4-FFF2-40B4-BE49-F238E27FC236}">
                <a16:creationId xmlns:a16="http://schemas.microsoft.com/office/drawing/2014/main" id="{A9DCC09E-2E67-0376-8A89-EA968CD0A57A}"/>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98702F29-C432-41A2-89F5-6CE68A212E3F}" type="slidenum">
              <a:rPr lang="en-US" altLang="en-US" sz="1200" smtClean="0">
                <a:solidFill>
                  <a:srgbClr val="898989"/>
                </a:solidFill>
              </a:rPr>
              <a:pPr>
                <a:spcBef>
                  <a:spcPct val="0"/>
                </a:spcBef>
                <a:buFontTx/>
                <a:buNone/>
              </a:pPr>
              <a:t>63</a:t>
            </a:fld>
            <a:endParaRPr lang="en-US" altLang="en-US" sz="1200">
              <a:solidFill>
                <a:srgbClr val="898989"/>
              </a:solidFill>
            </a:endParaRPr>
          </a:p>
        </p:txBody>
      </p:sp>
    </p:spTree>
  </p:cSld>
  <p:clrMapOvr>
    <a:masterClrMapping/>
  </p:clrMapOvr>
  <p:transition spd="slow">
    <p:split orient="vert"/>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Slide Number Placeholder 3">
            <a:extLst>
              <a:ext uri="{FF2B5EF4-FFF2-40B4-BE49-F238E27FC236}">
                <a16:creationId xmlns:a16="http://schemas.microsoft.com/office/drawing/2014/main" id="{42E0113C-3E40-BC08-A530-BA2A8976FAA3}"/>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5BB275D5-BEF7-4D53-9414-9E1E7EB9A749}" type="slidenum">
              <a:rPr lang="en-US" altLang="en-US" sz="1200" smtClean="0">
                <a:solidFill>
                  <a:srgbClr val="898989"/>
                </a:solidFill>
              </a:rPr>
              <a:pPr>
                <a:spcBef>
                  <a:spcPct val="0"/>
                </a:spcBef>
                <a:buFontTx/>
                <a:buNone/>
              </a:pPr>
              <a:t>64</a:t>
            </a:fld>
            <a:endParaRPr lang="en-US" altLang="en-US" sz="1200">
              <a:solidFill>
                <a:srgbClr val="898989"/>
              </a:solidFill>
            </a:endParaRPr>
          </a:p>
        </p:txBody>
      </p:sp>
      <p:sp>
        <p:nvSpPr>
          <p:cNvPr id="7" name="Title 4">
            <a:extLst>
              <a:ext uri="{FF2B5EF4-FFF2-40B4-BE49-F238E27FC236}">
                <a16:creationId xmlns:a16="http://schemas.microsoft.com/office/drawing/2014/main" id="{B9BAD30A-7E54-0D3E-7239-8D3CAAB100BD}"/>
              </a:ext>
            </a:extLst>
          </p:cNvPr>
          <p:cNvSpPr txBox="1">
            <a:spLocks/>
          </p:cNvSpPr>
          <p:nvPr/>
        </p:nvSpPr>
        <p:spPr bwMode="auto">
          <a:xfrm>
            <a:off x="914400" y="3048000"/>
            <a:ext cx="7772400" cy="1362075"/>
          </a:xfrm>
          <a:prstGeom prst="rect">
            <a:avLst/>
          </a:prstGeom>
          <a:noFill/>
          <a:ln>
            <a:noFill/>
          </a:ln>
        </p:spPr>
        <p:txBody>
          <a:bodyPr/>
          <a:lstStyle>
            <a:lvl1pPr algn="l" rtl="0" eaLnBrk="0" fontAlgn="base" hangingPunct="0">
              <a:spcBef>
                <a:spcPct val="0"/>
              </a:spcBef>
              <a:spcAft>
                <a:spcPct val="0"/>
              </a:spcAft>
              <a:defRPr sz="4000" b="1" kern="1200" cap="all">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a:lstStyle>
          <a:p>
            <a:pPr algn="ctr">
              <a:defRPr/>
            </a:pPr>
            <a:r>
              <a:rPr lang="en-US" sz="6600" dirty="0"/>
              <a:t>Q&amp;A</a:t>
            </a:r>
          </a:p>
        </p:txBody>
      </p:sp>
    </p:spTree>
  </p:cSld>
  <p:clrMapOvr>
    <a:masterClrMapping/>
  </p:clrMapOvr>
  <p:transition spd="slow">
    <p:split orient="vert"/>
  </p:transition>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Subtitle 2">
            <a:extLst>
              <a:ext uri="{FF2B5EF4-FFF2-40B4-BE49-F238E27FC236}">
                <a16:creationId xmlns:a16="http://schemas.microsoft.com/office/drawing/2014/main" id="{F8488C67-88DA-19B3-7195-CA38C3A87075}"/>
              </a:ext>
            </a:extLst>
          </p:cNvPr>
          <p:cNvSpPr txBox="1">
            <a:spLocks noChangeArrowheads="1"/>
          </p:cNvSpPr>
          <p:nvPr/>
        </p:nvSpPr>
        <p:spPr bwMode="auto">
          <a:xfrm>
            <a:off x="2260600" y="4357688"/>
            <a:ext cx="6400800" cy="1087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8" tIns="45715" rIns="91428" bIns="45715"/>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buFont typeface="Arial" panose="020B0604020202020204" pitchFamily="34" charset="0"/>
              <a:buNone/>
            </a:pPr>
            <a:endParaRPr lang="en-US" altLang="en-US" sz="6300" b="1">
              <a:solidFill>
                <a:schemeClr val="bg1"/>
              </a:solidFill>
              <a:latin typeface="Edwardian Script ITC" panose="030303020407070D0804" pitchFamily="66" charset="0"/>
              <a:ea typeface="MS PGothic" panose="020B0600070205080204" pitchFamily="34" charset="-128"/>
            </a:endParaRPr>
          </a:p>
        </p:txBody>
      </p:sp>
      <p:sp>
        <p:nvSpPr>
          <p:cNvPr id="2" name="Rectangle 1">
            <a:extLst>
              <a:ext uri="{FF2B5EF4-FFF2-40B4-BE49-F238E27FC236}">
                <a16:creationId xmlns:a16="http://schemas.microsoft.com/office/drawing/2014/main" id="{41878277-E716-64DC-0D27-6529FCA7CBF6}"/>
              </a:ext>
            </a:extLst>
          </p:cNvPr>
          <p:cNvSpPr/>
          <p:nvPr/>
        </p:nvSpPr>
        <p:spPr>
          <a:xfrm>
            <a:off x="3581400" y="3803690"/>
            <a:ext cx="3488455" cy="1107996"/>
          </a:xfrm>
          <a:prstGeom prst="rect">
            <a:avLst/>
          </a:prstGeom>
          <a:noFill/>
        </p:spPr>
        <p:txBody>
          <a:bodyPr wrap="none">
            <a:spAutoFit/>
          </a:bodyPr>
          <a:lstStyle/>
          <a:p>
            <a:pPr algn="ctr" eaLnBrk="1" hangingPunct="1">
              <a:buFont typeface="Arial" panose="020B0604020202020204" pitchFamily="34" charset="0"/>
              <a:buNone/>
              <a:defRPr/>
            </a:pPr>
            <a:r>
              <a:rPr lang="en-US" sz="6600" b="1" i="1" dirty="0">
                <a:ln w="10160">
                  <a:solidFill>
                    <a:schemeClr val="accent5"/>
                  </a:solidFill>
                  <a:prstDash val="solid"/>
                </a:ln>
                <a:solidFill>
                  <a:srgbClr val="FFFFFF"/>
                </a:solidFill>
                <a:effectLst>
                  <a:glow rad="63500">
                    <a:schemeClr val="accent5">
                      <a:satMod val="175000"/>
                      <a:alpha val="40000"/>
                    </a:schemeClr>
                  </a:glow>
                  <a:outerShdw blurRad="38100" dist="22860" dir="5400000" algn="tl" rotWithShape="0">
                    <a:srgbClr val="000000">
                      <a:alpha val="30000"/>
                    </a:srgbClr>
                  </a:outerShdw>
                </a:effectLst>
                <a:latin typeface="Monotype Corsiva" panose="03010101010201010101" pitchFamily="66" charset="0"/>
              </a:rPr>
              <a:t>Thank You</a:t>
            </a:r>
          </a:p>
        </p:txBody>
      </p:sp>
    </p:spTree>
  </p:cSld>
  <p:clrMapOvr>
    <a:masterClrMapping/>
  </p:clrMapOvr>
  <p:transition spd="slow">
    <p:split orient="vert"/>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5183</TotalTime>
  <Words>3506</Words>
  <Application>Microsoft Office PowerPoint</Application>
  <PresentationFormat>On-screen Show (4:3)</PresentationFormat>
  <Paragraphs>470</Paragraphs>
  <Slides>65</Slides>
  <Notes>4</Notes>
  <HiddenSlides>0</HiddenSlides>
  <MMClips>0</MMClips>
  <ScaleCrop>false</ScaleCrop>
  <HeadingPairs>
    <vt:vector size="8" baseType="variant">
      <vt:variant>
        <vt:lpstr>Fonts Used</vt:lpstr>
      </vt:variant>
      <vt:variant>
        <vt:i4>10</vt:i4>
      </vt:variant>
      <vt:variant>
        <vt:lpstr>Theme</vt:lpstr>
      </vt:variant>
      <vt:variant>
        <vt:i4>1</vt:i4>
      </vt:variant>
      <vt:variant>
        <vt:lpstr>Embedded OLE Servers</vt:lpstr>
      </vt:variant>
      <vt:variant>
        <vt:i4>6</vt:i4>
      </vt:variant>
      <vt:variant>
        <vt:lpstr>Slide Titles</vt:lpstr>
      </vt:variant>
      <vt:variant>
        <vt:i4>65</vt:i4>
      </vt:variant>
    </vt:vector>
  </HeadingPairs>
  <TitlesOfParts>
    <vt:vector size="82" baseType="lpstr">
      <vt:lpstr>Arial</vt:lpstr>
      <vt:lpstr>Calibri</vt:lpstr>
      <vt:lpstr>MS PGothic</vt:lpstr>
      <vt:lpstr>Open Sans</vt:lpstr>
      <vt:lpstr>Times New Roman</vt:lpstr>
      <vt:lpstr>Monotype Sorts</vt:lpstr>
      <vt:lpstr>Wingdings</vt:lpstr>
      <vt:lpstr>Product Sans</vt:lpstr>
      <vt:lpstr>Tahoma</vt:lpstr>
      <vt:lpstr>Edwardian Script ITC</vt:lpstr>
      <vt:lpstr>Office Theme</vt:lpstr>
      <vt:lpstr>VISIO</vt:lpstr>
      <vt:lpstr>Visio.Drawing.6</vt:lpstr>
      <vt:lpstr>Visio</vt:lpstr>
      <vt:lpstr>Microsoft Equation 3.0</vt:lpstr>
      <vt:lpstr>Equation</vt:lpstr>
      <vt:lpstr>Worksheet</vt:lpstr>
      <vt:lpstr>PowerPoint Presentation</vt:lpstr>
      <vt:lpstr>Learning Outcomes</vt:lpstr>
      <vt:lpstr>Topics</vt:lpstr>
      <vt:lpstr>What is Classification? (Review)</vt:lpstr>
      <vt:lpstr>Examples of Classification Task</vt:lpstr>
      <vt:lpstr>Classification Algorithms</vt:lpstr>
      <vt:lpstr>Instance-Based Classifiers</vt:lpstr>
      <vt:lpstr>Illustration</vt:lpstr>
      <vt:lpstr>Example: Animal Prediction</vt:lpstr>
      <vt:lpstr>Example: Classification</vt:lpstr>
      <vt:lpstr>Lazy Learner: Instance-Based Methods</vt:lpstr>
      <vt:lpstr>K-Nearest Neighbor (kNN) Classifier</vt:lpstr>
      <vt:lpstr>k-Nearest Neighbors</vt:lpstr>
      <vt:lpstr>k-Nearest Neighbors Classifier</vt:lpstr>
      <vt:lpstr>Definition of Nearest Neighbor</vt:lpstr>
      <vt:lpstr>Distance Between Two Points</vt:lpstr>
      <vt:lpstr>Voronoi Diagram (1-NN)</vt:lpstr>
      <vt:lpstr>Choosing the Value of k</vt:lpstr>
      <vt:lpstr>Example: telecommunication service </vt:lpstr>
      <vt:lpstr>Example: telecommunication service (cont.)</vt:lpstr>
      <vt:lpstr>Example: telecommunication service (cont.) – 1-NN</vt:lpstr>
      <vt:lpstr>Exercise: Use 5-NN</vt:lpstr>
      <vt:lpstr>Summary on k-NN</vt:lpstr>
      <vt:lpstr>Naïve Bayes Classifier</vt:lpstr>
      <vt:lpstr>Introduction to Naïve Bayes</vt:lpstr>
      <vt:lpstr>Bayes Theorem: Basic</vt:lpstr>
      <vt:lpstr>Prediction Based on Bayes’ Theorem</vt:lpstr>
      <vt:lpstr>Classification is to Derive the Maximum Posteriori</vt:lpstr>
      <vt:lpstr>Naïve Bayes Classifier</vt:lpstr>
      <vt:lpstr>Naïve Bayes Classifier: Training Dataset</vt:lpstr>
      <vt:lpstr>Naïve Bayes Classifier: Example</vt:lpstr>
      <vt:lpstr>Avoiding the Zero-Probability Problem</vt:lpstr>
      <vt:lpstr>Summary on Naïve Bayes</vt:lpstr>
      <vt:lpstr>Decision Tree</vt:lpstr>
      <vt:lpstr>Decision Tree</vt:lpstr>
      <vt:lpstr>Terminologies</vt:lpstr>
      <vt:lpstr>Constructing Decision Tree</vt:lpstr>
      <vt:lpstr>Attribute Selection Measure (ASM)</vt:lpstr>
      <vt:lpstr>(Im)purity</vt:lpstr>
      <vt:lpstr>Information Gain and Entropy</vt:lpstr>
      <vt:lpstr>Entropy</vt:lpstr>
      <vt:lpstr>Information Gain to Construct a Decision Tree</vt:lpstr>
      <vt:lpstr>Example: Drug Treatment</vt:lpstr>
      <vt:lpstr>Understanding Entropy (Drug-Treatment Example)</vt:lpstr>
      <vt:lpstr>Constructing Decision Tree: Drug-Treatment Example</vt:lpstr>
      <vt:lpstr>Constructing Decision Tree: Drug-Treatment Example (cont.)</vt:lpstr>
      <vt:lpstr>Constructing Decision Tree: Drug-Treatment Example (cont.)</vt:lpstr>
      <vt:lpstr>Constructing Decision Tree: Drug-Treatment Example (cont.)</vt:lpstr>
      <vt:lpstr>Constructing Decision Tree: Drug-Treatment Example (cont.)</vt:lpstr>
      <vt:lpstr>Constructing Decision Tree: Drug-Treatment Example (cont.)</vt:lpstr>
      <vt:lpstr>Advanced Methods in Classification (Introduction)</vt:lpstr>
      <vt:lpstr>1. Artificial Neural Network (ANN)</vt:lpstr>
      <vt:lpstr>Let’s Start with Perceptron</vt:lpstr>
      <vt:lpstr>Perceptron</vt:lpstr>
      <vt:lpstr>General Structure of Perceptron</vt:lpstr>
      <vt:lpstr>Artificial Neural Network </vt:lpstr>
      <vt:lpstr>How a Multi-Layer ANN Works</vt:lpstr>
      <vt:lpstr>2. Support Vector Machine (SVM)</vt:lpstr>
      <vt:lpstr>Support Vector Machine (SVM)</vt:lpstr>
      <vt:lpstr>SVM: General Philosophy</vt:lpstr>
      <vt:lpstr>SVM Principle</vt:lpstr>
      <vt:lpstr>ANN vs SVM</vt:lpstr>
      <vt:lpstr>References</vt:lpstr>
      <vt:lpstr>PowerPoint Presentation</vt:lpstr>
      <vt:lpstr>PowerPoint Presentation</vt:lpstr>
    </vt:vector>
  </TitlesOfParts>
  <Company>Bina Nusantara Group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yy</dc:creator>
  <cp:lastModifiedBy>Amalia Zahra</cp:lastModifiedBy>
  <cp:revision>182</cp:revision>
  <dcterms:created xsi:type="dcterms:W3CDTF">2014-12-16T09:41:31Z</dcterms:created>
  <dcterms:modified xsi:type="dcterms:W3CDTF">2023-06-11T22:28:53Z</dcterms:modified>
</cp:coreProperties>
</file>