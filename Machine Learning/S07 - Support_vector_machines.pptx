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512" r:id="rId3"/>
    <p:sldId id="513" r:id="rId4"/>
    <p:sldId id="514" r:id="rId5"/>
    <p:sldId id="515" r:id="rId6"/>
    <p:sldId id="270" r:id="rId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F562D-D695-45BF-A697-ADDAB4EE84A2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28ED0-00DD-4A85-A07A-FDE3B1D6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255FA79B-1EB3-406D-9328-AE72EA92308F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371600"/>
            <a:ext cx="7543800" cy="639688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0128E760-7C15-42F8-B051-F548DC2F0B0B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43000" y="2011288"/>
            <a:ext cx="7605464" cy="4458135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420D0-A89A-4A89-A6A7-9A4CF7EB6BD4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9C1AB-1DC5-4B71-9B89-CF2156684163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FF56-21CB-4098-81D8-F6320D606675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5520-2A1D-4413-BB28-F5CA925DCCE9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D85F3-8FA0-41EA-AEFF-94C1C27209D7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CC21-0AC3-438E-81E0-A279C7D9AE2B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F750-3035-4C51-8349-6269EA0EE55D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5BFC9-20AB-426A-B235-B0F24E874B0C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378-1331-4C9F-A924-28596F4E2A1C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7CD36-54DD-4229-9AEA-D1FDE206A5D4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courses/cs4780/2018fa/lectures/lecturenote09.html" TargetMode="External"/><Relationship Id="rId2" Type="http://schemas.openxmlformats.org/officeDocument/2006/relationships/hyperlink" Target="https://cse.hkust.edu.hk/~qyang/221/Lectures/intro%20to%20svm%20221.pp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5745-BF6D-4DAF-AC1D-D92D6B4CE0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F129D-6657-47D0-82E4-ACC03A7D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</a:t>
            </a:fld>
            <a:endParaRPr lang="id-ID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F7D59C0-C6EC-3E40-B214-7CDAE9F71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2D01-961D-4AE0-B91A-E072B152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B7B16E-68A7-4399-BFFE-25B77315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2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9549EC-1CED-467C-A14C-5A63F5464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Finding the w1, w2, and b values using elimination and substitution.</a:t>
                </a:r>
              </a:p>
              <a:p>
                <a:r>
                  <a:rPr lang="en-US" dirty="0"/>
                  <a:t>Elimination Equation 1 and Equation 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Elimination Equation 1 and Equation 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9549EC-1CED-467C-A14C-5A63F5464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2" t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3F4F5-C74B-4B2F-9D0D-BDE16EE8C342}"/>
              </a:ext>
            </a:extLst>
          </p:cNvPr>
          <p:cNvCxnSpPr/>
          <p:nvPr/>
        </p:nvCxnSpPr>
        <p:spPr>
          <a:xfrm>
            <a:off x="3418449" y="3770142"/>
            <a:ext cx="31347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8ECB6-E81E-4E18-965D-D63DBB44BB38}"/>
                  </a:ext>
                </a:extLst>
              </p:cNvPr>
              <p:cNvSpPr txBox="1"/>
              <p:nvPr/>
            </p:nvSpPr>
            <p:spPr>
              <a:xfrm>
                <a:off x="6353626" y="3277699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8ECB6-E81E-4E18-965D-D63DBB44B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26" y="3277699"/>
                <a:ext cx="39914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2063EA-7DAE-4B43-AAD3-82085BA0007E}"/>
              </a:ext>
            </a:extLst>
          </p:cNvPr>
          <p:cNvCxnSpPr/>
          <p:nvPr/>
        </p:nvCxnSpPr>
        <p:spPr>
          <a:xfrm>
            <a:off x="3418449" y="5604268"/>
            <a:ext cx="31347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56F1D-0FDC-4875-AA1C-0F583BD8632A}"/>
                  </a:ext>
                </a:extLst>
              </p:cNvPr>
              <p:cNvSpPr txBox="1"/>
              <p:nvPr/>
            </p:nvSpPr>
            <p:spPr>
              <a:xfrm>
                <a:off x="6353626" y="5111825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56F1D-0FDC-4875-AA1C-0F583BD86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26" y="5111825"/>
                <a:ext cx="39914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80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E093-ACB1-49C9-B914-7F83415A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E2E2DB-1C5D-4573-A7E2-13BEB4A2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3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F63C52E-5985-4652-969C-2EC79FE285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Elimination Equation 2 and Equation 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Therefore, the Hyperplane Equation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F63C52E-5985-4652-969C-2EC79FE285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D13D67-3193-4476-B23E-67156BC39477}"/>
              </a:ext>
            </a:extLst>
          </p:cNvPr>
          <p:cNvCxnSpPr/>
          <p:nvPr/>
        </p:nvCxnSpPr>
        <p:spPr>
          <a:xfrm>
            <a:off x="3418449" y="3073081"/>
            <a:ext cx="31347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9180F-A6E0-4CB8-B112-8AB4C8703717}"/>
                  </a:ext>
                </a:extLst>
              </p:cNvPr>
              <p:cNvSpPr txBox="1"/>
              <p:nvPr/>
            </p:nvSpPr>
            <p:spPr>
              <a:xfrm>
                <a:off x="6353626" y="2580638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9180F-A6E0-4CB8-B112-8AB4C870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26" y="2580638"/>
                <a:ext cx="39914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54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890C-7866-4DA1-ABC0-A147B26F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FE7C6-9B19-4227-82CC-1FBC993B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4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9FCEC1-C5E4-4670-B6A5-96CA0DC20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 we have new data; x1 = -9 and x2=0, what is the y ?</a:t>
                </a:r>
              </a:p>
              <a:p>
                <a:r>
                  <a:rPr lang="en-US" dirty="0"/>
                  <a:t>Using the hyperplane equation from training data: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−9+0−1=−10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𝑆𝑖𝑔𝑛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</m:oMath>
                  </m:oMathPara>
                </a14:m>
                <a:br>
                  <a:rPr lang="en-US" b="0" dirty="0">
                    <a:ea typeface="Cambria Math" panose="02040503050406030204" pitchFamily="18" charset="0"/>
                  </a:rPr>
                </a:b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Because the result is -10, the class will be -1. Due to the constrain:</a:t>
                </a:r>
              </a:p>
              <a:p>
                <a:pPr marL="21082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; for class 1</a:t>
                </a:r>
              </a:p>
              <a:p>
                <a:pPr marL="341313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and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189071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; for class </a:t>
                </a:r>
                <a:r>
                  <a:rPr lang="en-US" dirty="0">
                    <a:ea typeface="Cambria Math" panose="02040503050406030204" pitchFamily="18" charset="0"/>
                  </a:rPr>
                  <a:t>-1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9FCEC1-C5E4-4670-B6A5-96CA0DC20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2" t="-821" r="-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54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C17A-25E5-4059-A75F-DD2610EF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BB099F-433D-4332-9C02-50811AB9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5</a:t>
            </a:fld>
            <a:endParaRPr lang="id-ID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64ADF63-2B96-4C2F-A78B-AEC8AB10B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49619"/>
              </p:ext>
            </p:extLst>
          </p:nvPr>
        </p:nvGraphicFramePr>
        <p:xfrm>
          <a:off x="3458930" y="2011288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944828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603677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02408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7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8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53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19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204219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8D5163-16F8-490C-87F2-6FD28FCA9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297288"/>
            <a:ext cx="7605464" cy="2172135"/>
          </a:xfrm>
        </p:spPr>
        <p:txBody>
          <a:bodyPr/>
          <a:lstStyle/>
          <a:p>
            <a:r>
              <a:rPr lang="en-US" dirty="0"/>
              <a:t>From above data training, find the hyperplane equation</a:t>
            </a:r>
          </a:p>
          <a:p>
            <a:endParaRPr lang="en-US" dirty="0"/>
          </a:p>
          <a:p>
            <a:r>
              <a:rPr lang="en-US" dirty="0"/>
              <a:t>Assume you have x1= 2, and x2=-1, Determine the class of this new data.</a:t>
            </a:r>
          </a:p>
        </p:txBody>
      </p:sp>
    </p:spTree>
    <p:extLst>
      <p:ext uri="{BB962C8B-B14F-4D97-AF65-F5344CB8AC3E}">
        <p14:creationId xmlns:p14="http://schemas.microsoft.com/office/powerpoint/2010/main" val="3151856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7AD0-3C0D-4657-AC86-9B073DF2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6D010-EC5C-422D-ABD3-3838707C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6</a:t>
            </a:fld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000ED-7D90-424C-A7E5-3BD01D9BE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Siti Aminah, Dina </a:t>
            </a:r>
            <a:r>
              <a:rPr lang="en-US" dirty="0" err="1"/>
              <a:t>Cahyati</a:t>
            </a:r>
            <a:r>
              <a:rPr lang="en-US" dirty="0"/>
              <a:t>, Ari Wibisono, </a:t>
            </a:r>
            <a:r>
              <a:rPr lang="en-US" dirty="0" err="1"/>
              <a:t>Dhimas</a:t>
            </a:r>
            <a:r>
              <a:rPr lang="en-US" dirty="0"/>
              <a:t> </a:t>
            </a:r>
            <a:r>
              <a:rPr lang="en-US" dirty="0" err="1"/>
              <a:t>Arief</a:t>
            </a:r>
            <a:r>
              <a:rPr lang="en-US" dirty="0"/>
              <a:t>, Learning to Classify: the Support Vector Machines. Universitas Indonesia</a:t>
            </a:r>
          </a:p>
          <a:p>
            <a:r>
              <a:rPr lang="en-US" dirty="0"/>
              <a:t>Andrew Moore and Martin Law. 2022. Introduction to Support Vector Machines. </a:t>
            </a:r>
            <a:r>
              <a:rPr lang="en-US" dirty="0">
                <a:hlinkClick r:id="rId2"/>
              </a:rPr>
              <a:t>https://cse.hkust.edu.hk/~qyang/221/Lectures/intro%20to%20svm%20221.ppt</a:t>
            </a:r>
            <a:endParaRPr lang="en-US" dirty="0"/>
          </a:p>
          <a:p>
            <a:r>
              <a:rPr lang="en-US" dirty="0">
                <a:hlinkClick r:id="rId3"/>
              </a:rPr>
              <a:t>https://www.cs.cornell.edu/courses/cs4780/2018fa/lectures/lecturenote09.html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76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6005E162-EB9D-4868-AAE5-4943B54EC81F}" vid="{461BC5E4-AAE9-422B-A358-27971E921F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140</TotalTime>
  <Words>331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Open Sans</vt:lpstr>
      <vt:lpstr>Theme</vt:lpstr>
      <vt:lpstr>Support Vector Machines</vt:lpstr>
      <vt:lpstr>Example</vt:lpstr>
      <vt:lpstr>Example</vt:lpstr>
      <vt:lpstr>Example</vt:lpstr>
      <vt:lpstr>Exercise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</dc:title>
  <dc:creator>Felix Indra Kurniadi</dc:creator>
  <cp:lastModifiedBy>Office 365 Kelas 19</cp:lastModifiedBy>
  <cp:revision>13</cp:revision>
  <dcterms:created xsi:type="dcterms:W3CDTF">2022-02-02T12:02:26Z</dcterms:created>
  <dcterms:modified xsi:type="dcterms:W3CDTF">2025-04-28T13:22:08Z</dcterms:modified>
</cp:coreProperties>
</file>